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0" r:id="rId3"/>
    <p:sldId id="281" r:id="rId4"/>
    <p:sldId id="282" r:id="rId5"/>
    <p:sldId id="283" r:id="rId6"/>
    <p:sldId id="285" r:id="rId7"/>
    <p:sldId id="284" r:id="rId8"/>
    <p:sldId id="27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96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9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75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1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29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1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9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0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0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3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0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8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135FAE-47C0-4BC8-935F-45FDBB12D6A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D412674-96B2-4886-8558-ED5FB3F6CE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62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thanmarcott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72E1-B9ED-4516-A2F6-79E9166CC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175" y="1680348"/>
            <a:ext cx="5125722" cy="2413220"/>
          </a:xfrm>
        </p:spPr>
        <p:txBody>
          <a:bodyPr/>
          <a:lstStyle/>
          <a:p>
            <a:r>
              <a:rPr lang="en-US" dirty="0">
                <a:latin typeface="Aptos Display" panose="020B0004020202020204" pitchFamily="34" charset="0"/>
              </a:rPr>
              <a:t>Responsive Web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E19C9-1B2B-4E7A-BCA9-FB1BB1363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75" y="4757279"/>
            <a:ext cx="3679338" cy="1143000"/>
          </a:xfrm>
        </p:spPr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orte" panose="03060902040502070203" pitchFamily="66" charset="0"/>
              </a:rPr>
              <a:t>Eng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Forte" panose="03060902040502070203" pitchFamily="66" charset="0"/>
              </a:rPr>
              <a:t>/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orte" panose="03060902040502070203" pitchFamily="66" charset="0"/>
              </a:rPr>
              <a:t>Ryhab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Forte" panose="03060902040502070203" pitchFamily="66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Forte" panose="03060902040502070203" pitchFamily="66" charset="0"/>
              </a:rPr>
              <a:t>farouq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Forte" panose="03060902040502070203" pitchFamily="66" charset="0"/>
            </a:endParaRPr>
          </a:p>
        </p:txBody>
      </p:sp>
      <p:pic>
        <p:nvPicPr>
          <p:cNvPr id="2052" name="Picture 4" descr="Principles of Responsive Web Design and its Impact on UX">
            <a:extLst>
              <a:ext uri="{FF2B5EF4-FFF2-40B4-BE49-F238E27FC236}">
                <a16:creationId xmlns:a16="http://schemas.microsoft.com/office/drawing/2014/main" id="{299FBA11-1950-4F20-E270-F1CDFADD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104" y="0"/>
            <a:ext cx="5894895" cy="636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45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B088-B3CA-2041-7093-2682323F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RWD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82A8-C3D1-8863-E7E8-AC72A901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5130" y="1845734"/>
            <a:ext cx="4990550" cy="402336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</a:rPr>
              <a:t>Responsive design teams create a single site to support many devices, but need to consider content, design and performance across devices to ensure usability</a:t>
            </a:r>
            <a:r>
              <a:rPr lang="en-US" sz="1800" b="0" i="0" dirty="0">
                <a:solidFill>
                  <a:srgbClr val="333333"/>
                </a:solidFill>
                <a:effectLst/>
              </a:rPr>
              <a:t>.</a:t>
            </a:r>
          </a:p>
          <a:p>
            <a:endParaRPr lang="en-US" sz="1800" dirty="0"/>
          </a:p>
        </p:txBody>
      </p:sp>
      <p:pic>
        <p:nvPicPr>
          <p:cNvPr id="1026" name="Picture 2" descr="Responsive web design Images - Free Download on Freepik">
            <a:extLst>
              <a:ext uri="{FF2B5EF4-FFF2-40B4-BE49-F238E27FC236}">
                <a16:creationId xmlns:a16="http://schemas.microsoft.com/office/drawing/2014/main" id="{C33D097E-8FE0-153A-117B-6A5EC296E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45734"/>
            <a:ext cx="5067849" cy="433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28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658C-FDF6-2145-090F-7542400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DAB99-CF21-BC05-1F32-2ACC4D1F5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Responsive Web Design was first introduced by Ethan Marcotte in 2009.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Ethan Marcotte’s website — Ethan Marcotte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Think responsively.. Think Mobile First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8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AB44-BF45-9CCF-7607-AADE539C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967C7-A91B-619A-67B6-7D234D3C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Viewport is defined area to display website independent on device screen.</a:t>
            </a:r>
          </a:p>
          <a:p>
            <a:r>
              <a:rPr lang="en-US" dirty="0"/>
              <a:t>Identify and control viewport and its initial scale factor to override user agent.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          &lt;meta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="viewport"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content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="width=device-width, initial-scale=1.0"&gt;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5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B5B3-3F17-7779-F414-5F6D6BD7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5D0D-033A-CB9D-CD82-FC475DF5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Responsive design </a:t>
            </a:r>
            <a:r>
              <a:rPr lang="en-US" sz="2400" dirty="0"/>
              <a:t>is where website isn’t fixed with single size, It responds to users’ device automatically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Adaptive design </a:t>
            </a:r>
            <a:r>
              <a:rPr lang="en-US" sz="2400" dirty="0"/>
              <a:t>is where created website redesign itself as per the device size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Negative space </a:t>
            </a:r>
            <a:r>
              <a:rPr lang="en-US" sz="2400" dirty="0"/>
              <a:t>is empty space between elements to it more readable &amp; standout </a:t>
            </a:r>
          </a:p>
          <a:p>
            <a:pPr marL="0" indent="0">
              <a:buNone/>
            </a:pPr>
            <a:r>
              <a:rPr lang="en-US" sz="2400" dirty="0"/>
              <a:t>            ▻ padding or margins are great strategy to create it</a:t>
            </a:r>
          </a:p>
        </p:txBody>
      </p:sp>
    </p:spTree>
    <p:extLst>
      <p:ext uri="{BB962C8B-B14F-4D97-AF65-F5344CB8AC3E}">
        <p14:creationId xmlns:p14="http://schemas.microsoft.com/office/powerpoint/2010/main" val="1404186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226F-F0B5-FCA5-8D63-AFDDB6A0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Layout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92C9D9-1ACA-6EA1-27F3-471D1C709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788" y="2009775"/>
            <a:ext cx="904875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58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0E14-C790-C637-5060-5D1E9B5F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RWD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0ED7D-004E-2250-95A3-9F8FDDFEB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Flexbox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Grid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Media queries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Responsive frameworks ‘bootstrap’</a:t>
            </a:r>
          </a:p>
        </p:txBody>
      </p:sp>
    </p:spTree>
    <p:extLst>
      <p:ext uri="{BB962C8B-B14F-4D97-AF65-F5344CB8AC3E}">
        <p14:creationId xmlns:p14="http://schemas.microsoft.com/office/powerpoint/2010/main" val="39845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72E1-B9ED-4516-A2F6-79E9166CC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Flexbox</a:t>
            </a:r>
          </a:p>
        </p:txBody>
      </p:sp>
    </p:spTree>
    <p:extLst>
      <p:ext uri="{BB962C8B-B14F-4D97-AF65-F5344CB8AC3E}">
        <p14:creationId xmlns:p14="http://schemas.microsoft.com/office/powerpoint/2010/main" val="251344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47CC-A4C2-4CFE-B3B0-1C4C0831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6360-8745-4178-815D-A3C9EB56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One dimensional layout model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Flexible and efficient layouts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Distribute space among items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Control their alignment</a:t>
            </a:r>
          </a:p>
        </p:txBody>
      </p:sp>
    </p:spTree>
    <p:extLst>
      <p:ext uri="{BB962C8B-B14F-4D97-AF65-F5344CB8AC3E}">
        <p14:creationId xmlns:p14="http://schemas.microsoft.com/office/powerpoint/2010/main" val="129172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9660-D79C-48F0-AF78-207DF3E1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Flexbox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1732-9437-4665-AF25-E0B10758F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lot of flexibility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Arrange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of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Bootstrap is built on top of the flex layout</a:t>
            </a:r>
          </a:p>
        </p:txBody>
      </p:sp>
    </p:spTree>
    <p:extLst>
      <p:ext uri="{BB962C8B-B14F-4D97-AF65-F5344CB8AC3E}">
        <p14:creationId xmlns:p14="http://schemas.microsoft.com/office/powerpoint/2010/main" val="198473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C639-5EC8-4D86-9F1A-17C9D28F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C769-3D8B-41B2-890A-4D015D96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container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 items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BA39C-087F-6579-F435-7DFDBAC6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265997"/>
            <a:ext cx="3520745" cy="139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4E465C-AA8F-865D-3398-7C9A9236D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11" y="4080841"/>
            <a:ext cx="3939881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4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3E3C-1E8B-4587-A9B6-B59D158F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 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B22F1-6C0F-42B1-81EC-822F1CBAB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Main axis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Cross axis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0D543-9A92-4E71-B9FB-9353A27C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743200"/>
            <a:ext cx="9997440" cy="349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28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1BF2-F31C-4EAA-94B9-A30B2D84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Container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6B8A8-C96B-4F88-975B-47CCC17A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Flex-direction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Flex-wrap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Justify-content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Gap</a:t>
            </a:r>
          </a:p>
        </p:txBody>
      </p:sp>
    </p:spTree>
    <p:extLst>
      <p:ext uri="{BB962C8B-B14F-4D97-AF65-F5344CB8AC3E}">
        <p14:creationId xmlns:p14="http://schemas.microsoft.com/office/powerpoint/2010/main" val="204895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864C-98E5-4D76-BC92-96AC9B20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8CAB-65A6-46DC-A61E-70BF32AC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either a block level or inline level flex container.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Inline-flex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916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52AA-08BD-451B-BE02-BDDAC503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41833-28EE-43FA-930E-6DF4E340E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the direction of the main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Row-reverse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Column-reverse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0C38-23B5-6E5F-7520-EBB1E5C39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373" y="2407850"/>
            <a:ext cx="5406307" cy="254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5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C04C-CB64-4EFF-8F9C-38161E0C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Flex-wrap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D676-FE2B-4825-AF73-82629402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wrapping of flex items within the container.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Nowrap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Wrap-reverse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push the last item above instead of below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C2E7B-08D7-5370-D39C-D2A93F2DD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31" y="3667043"/>
            <a:ext cx="4710558" cy="2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50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6581-FCFD-4CE0-82B3-04EB0A0C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A8EFC-B204-46F8-BECF-32A22480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flex-direction and flex-wrap.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Flex-flow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r>
              <a:rPr lang="en-US" dirty="0"/>
              <a:t>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flex-direction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flex-wrap</a:t>
            </a:r>
            <a:r>
              <a:rPr lang="en-US" dirty="0"/>
              <a:t>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the Default is row </a:t>
            </a:r>
            <a:r>
              <a:rPr lang="en-US" dirty="0" err="1">
                <a:sym typeface="Wingdings" panose="05000000000000000000" pitchFamily="2" charset="2"/>
              </a:rPr>
              <a:t>nowrap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0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30C8-F1BC-4098-9EF5-839E90C1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Justify-content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77EE-AEE5-4886-B1E8-AED050687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and distribute any extra spacing in the parent container.</a:t>
            </a:r>
          </a:p>
          <a:p>
            <a:r>
              <a:rPr lang="en-US" dirty="0"/>
              <a:t>The alignment is always along the main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Space-evenly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30F5-57B8-A311-AEE4-71ACFB44B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463" y="2115785"/>
            <a:ext cx="2883217" cy="386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4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498B-CE1C-4C40-872C-FF76EBDA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6260-046E-4989-9483-1CD02E76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along the cross axis.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Baseline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0CE1BE-2AA0-E551-FD7A-5CADADCCF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35" y="1845734"/>
            <a:ext cx="3520745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66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302E-336F-4164-9B2A-E695E50C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21063-B47F-4A39-A596-C3D25D82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Aligns lines of content along the cross axis and distribute any extra spacing in the parent container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Space-between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Space-around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Space-evenly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Default value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6DB17-1A82-BCB6-BDE2-016434E98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532" y="2274359"/>
            <a:ext cx="2869148" cy="389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29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847-EAEC-C9FF-6163-541881BB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7FC5D-13C3-EB9F-2ED8-F4F0C94FE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gap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row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CBDDF-DD2D-C70F-8988-3909B6A4A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099" y="1930897"/>
            <a:ext cx="5746581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12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749F-7F26-4937-8005-882185C4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Items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5B3A9-9B5A-4EA7-962E-E3FBDD4EC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Flex-grow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Flex-shrink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Flex-basis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Align-self</a:t>
            </a:r>
          </a:p>
        </p:txBody>
      </p:sp>
    </p:spTree>
    <p:extLst>
      <p:ext uri="{BB962C8B-B14F-4D97-AF65-F5344CB8AC3E}">
        <p14:creationId xmlns:p14="http://schemas.microsoft.com/office/powerpoint/2010/main" val="3588706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204A-8239-42DE-B9E9-51B552B8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05D7-0690-40E4-A0FB-635D107A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the order of items in the flex container 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is the default value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012BC-708F-8F3C-F145-A3472E402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010" y="2066648"/>
            <a:ext cx="4136670" cy="358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0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9E3B-A591-4388-9C16-9D05FE70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Flex-Grow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A948E-E4A7-45F6-92B7-4414BC62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what amount of the available space inside the flex container the items should take up.</a:t>
            </a:r>
          </a:p>
          <a:p>
            <a:r>
              <a:rPr lang="en-US" dirty="0"/>
              <a:t>Relative to other items in the container.</a:t>
            </a:r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zero</a:t>
            </a:r>
            <a:r>
              <a:rPr lang="en-US" dirty="0"/>
              <a:t>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36D14-BEE2-0A3E-65AE-8C02C982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534" y="2909821"/>
            <a:ext cx="5674146" cy="250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85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5CA7-9585-421D-B384-B39352FE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Flex-Shrink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7FDE-B359-48B7-BEBC-57E24FA7A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Dictates the shrink factor of the flex items when the default size of flex items is larger than the flex container .</a:t>
            </a:r>
          </a:p>
          <a:p>
            <a:r>
              <a:rPr lang="en-US" dirty="0"/>
              <a:t>Relative to other items in the container in case of increasing shrink .</a:t>
            </a:r>
          </a:p>
          <a:p>
            <a:r>
              <a:rPr lang="en-US" dirty="0"/>
              <a:t>Default value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505508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F491-788F-4B38-B94E-DC0F4F1C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Flex-Basis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96F96-022E-45DB-B189-CBCB1A21D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the initial size of flex items.</a:t>
            </a:r>
          </a:p>
          <a:p>
            <a:r>
              <a:rPr lang="en-US" dirty="0"/>
              <a:t>It accepts pixels , percentages or relative units .</a:t>
            </a:r>
          </a:p>
        </p:txBody>
      </p:sp>
    </p:spTree>
    <p:extLst>
      <p:ext uri="{BB962C8B-B14F-4D97-AF65-F5344CB8AC3E}">
        <p14:creationId xmlns:p14="http://schemas.microsoft.com/office/powerpoint/2010/main" val="2166369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A799-C7FF-44EA-BFE0-322EB81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99D7-ABD4-484B-A597-F89581451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Shorthand for flex-grow , flex-shrink and flex-basis .</a:t>
            </a:r>
          </a:p>
          <a:p>
            <a:r>
              <a:rPr lang="en-US" dirty="0"/>
              <a:t>Flex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flex-grow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flex-shrink</a:t>
            </a:r>
            <a:r>
              <a:rPr lang="en-US" dirty="0"/>
              <a:t>&gt; 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flex-basis</a:t>
            </a:r>
            <a:r>
              <a:rPr lang="en-US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115272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CD4B-C0FA-495C-BF48-4A147F1A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Align-Self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F302-73B6-4474-8A87-2614C7BD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 items individually .</a:t>
            </a:r>
          </a:p>
          <a:p>
            <a:r>
              <a:rPr lang="en-US" dirty="0"/>
              <a:t>Overrides the align-items value of the flex container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Auto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Flex-start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Flex-end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Center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Stretch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031D2-660B-2B00-2AB1-E10EAE104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8" y="2834347"/>
            <a:ext cx="4863032" cy="262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8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8494-A0EA-4B4D-94F4-F6F920A2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Task_One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E7A91-51A1-4F91-9550-B4916ED9D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048976"/>
            <a:ext cx="10058400" cy="435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D67A3A-174A-49C1-A390-62A40751B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484664"/>
            <a:ext cx="10058400" cy="368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34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1F88-32EB-4458-B1FC-E425BA62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Task_Two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C7EA1-1F1E-4203-A194-91895F882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41" y="2254685"/>
            <a:ext cx="8605380" cy="3294345"/>
          </a:xfrm>
        </p:spPr>
      </p:pic>
    </p:spTree>
    <p:extLst>
      <p:ext uri="{BB962C8B-B14F-4D97-AF65-F5344CB8AC3E}">
        <p14:creationId xmlns:p14="http://schemas.microsoft.com/office/powerpoint/2010/main" val="3190687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2C4F-403D-4C63-BB4A-EA7E8FE8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Task_Three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881E7A-CB40-435A-8F7C-CA7479BFE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97" y="1846263"/>
            <a:ext cx="8751531" cy="4022725"/>
          </a:xfrm>
        </p:spPr>
      </p:pic>
    </p:spTree>
    <p:extLst>
      <p:ext uri="{BB962C8B-B14F-4D97-AF65-F5344CB8AC3E}">
        <p14:creationId xmlns:p14="http://schemas.microsoft.com/office/powerpoint/2010/main" val="3532287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ED0B-E758-F35E-F0CB-89AE7AB5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7746-8BFA-FB53-EEBE-C10BD6D5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Task_Four</a:t>
            </a:r>
            <a:endParaRPr lang="en-US" dirty="0"/>
          </a:p>
        </p:txBody>
      </p:sp>
      <p:pic>
        <p:nvPicPr>
          <p:cNvPr id="2050" name="Picture 2" descr="How to Create a Professional Web Layout in Photoshop - Photoshop Tutorials">
            <a:extLst>
              <a:ext uri="{FF2B5EF4-FFF2-40B4-BE49-F238E27FC236}">
                <a16:creationId xmlns:a16="http://schemas.microsoft.com/office/drawing/2014/main" id="{EF1FF73E-1333-F574-6D96-8C40616A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204" y="1737360"/>
            <a:ext cx="9958476" cy="452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1954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1209</TotalTime>
  <Words>566</Words>
  <Application>Microsoft Office PowerPoint</Application>
  <PresentationFormat>Widescreen</PresentationFormat>
  <Paragraphs>140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 Display</vt:lpstr>
      <vt:lpstr>Arial</vt:lpstr>
      <vt:lpstr>Calibri</vt:lpstr>
      <vt:lpstr>Calibri Light</vt:lpstr>
      <vt:lpstr>Forte</vt:lpstr>
      <vt:lpstr>Wingdings</vt:lpstr>
      <vt:lpstr>Retrospect</vt:lpstr>
      <vt:lpstr>Responsive Web Design</vt:lpstr>
      <vt:lpstr>Meaning of RWD</vt:lpstr>
      <vt:lpstr>RWD</vt:lpstr>
      <vt:lpstr>Viewport</vt:lpstr>
      <vt:lpstr>Terminologies</vt:lpstr>
      <vt:lpstr>Web Layout</vt:lpstr>
      <vt:lpstr>RWD Fundamentals</vt:lpstr>
      <vt:lpstr>Flexbox</vt:lpstr>
      <vt:lpstr>Flexbox</vt:lpstr>
      <vt:lpstr>Why Flexbox ?</vt:lpstr>
      <vt:lpstr>Terminology</vt:lpstr>
      <vt:lpstr>Flexbox Axes</vt:lpstr>
      <vt:lpstr>Flex Container Properties</vt:lpstr>
      <vt:lpstr>Display</vt:lpstr>
      <vt:lpstr>Flex-direction</vt:lpstr>
      <vt:lpstr>Flex-wrap</vt:lpstr>
      <vt:lpstr>Flex-flow</vt:lpstr>
      <vt:lpstr>Justify-content</vt:lpstr>
      <vt:lpstr>Align-Items</vt:lpstr>
      <vt:lpstr>Align-Content</vt:lpstr>
      <vt:lpstr>Gap</vt:lpstr>
      <vt:lpstr>Flex Items Properties</vt:lpstr>
      <vt:lpstr>Order </vt:lpstr>
      <vt:lpstr>Flex-Grow</vt:lpstr>
      <vt:lpstr>Flex-Shrink</vt:lpstr>
      <vt:lpstr>Flex-Basis</vt:lpstr>
      <vt:lpstr>Flex</vt:lpstr>
      <vt:lpstr>Align-Self</vt:lpstr>
      <vt:lpstr>Task_One </vt:lpstr>
      <vt:lpstr>Task_Two</vt:lpstr>
      <vt:lpstr>Task_Three</vt:lpstr>
      <vt:lpstr>Task_Four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Hp</dc:creator>
  <cp:lastModifiedBy>Ryhab Farouq</cp:lastModifiedBy>
  <cp:revision>18</cp:revision>
  <dcterms:created xsi:type="dcterms:W3CDTF">2022-04-25T07:27:39Z</dcterms:created>
  <dcterms:modified xsi:type="dcterms:W3CDTF">2026-02-07T05:21:55Z</dcterms:modified>
</cp:coreProperties>
</file>