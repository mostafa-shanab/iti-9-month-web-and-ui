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1" r:id="rId1"/>
  </p:sldMasterIdLst>
  <p:notesMasterIdLst>
    <p:notesMasterId r:id="rId71"/>
  </p:notesMasterIdLst>
  <p:sldIdLst>
    <p:sldId id="256" r:id="rId2"/>
    <p:sldId id="260" r:id="rId3"/>
    <p:sldId id="400" r:id="rId4"/>
    <p:sldId id="262" r:id="rId5"/>
    <p:sldId id="327" r:id="rId6"/>
    <p:sldId id="329" r:id="rId7"/>
    <p:sldId id="330" r:id="rId8"/>
    <p:sldId id="331" r:id="rId9"/>
    <p:sldId id="334" r:id="rId10"/>
    <p:sldId id="333" r:id="rId11"/>
    <p:sldId id="332" r:id="rId12"/>
    <p:sldId id="391" r:id="rId13"/>
    <p:sldId id="343" r:id="rId14"/>
    <p:sldId id="336" r:id="rId15"/>
    <p:sldId id="337" r:id="rId16"/>
    <p:sldId id="301" r:id="rId17"/>
    <p:sldId id="339" r:id="rId18"/>
    <p:sldId id="392" r:id="rId19"/>
    <p:sldId id="366" r:id="rId20"/>
    <p:sldId id="297" r:id="rId21"/>
    <p:sldId id="346" r:id="rId22"/>
    <p:sldId id="348" r:id="rId23"/>
    <p:sldId id="349" r:id="rId24"/>
    <p:sldId id="345" r:id="rId25"/>
    <p:sldId id="298" r:id="rId26"/>
    <p:sldId id="393" r:id="rId27"/>
    <p:sldId id="368" r:id="rId28"/>
    <p:sldId id="299" r:id="rId29"/>
    <p:sldId id="369" r:id="rId30"/>
    <p:sldId id="367" r:id="rId31"/>
    <p:sldId id="302" r:id="rId32"/>
    <p:sldId id="370" r:id="rId33"/>
    <p:sldId id="306" r:id="rId34"/>
    <p:sldId id="303" r:id="rId35"/>
    <p:sldId id="351" r:id="rId36"/>
    <p:sldId id="352" r:id="rId37"/>
    <p:sldId id="353" r:id="rId38"/>
    <p:sldId id="356" r:id="rId39"/>
    <p:sldId id="357" r:id="rId40"/>
    <p:sldId id="358" r:id="rId41"/>
    <p:sldId id="359" r:id="rId42"/>
    <p:sldId id="360" r:id="rId43"/>
    <p:sldId id="362" r:id="rId44"/>
    <p:sldId id="395" r:id="rId45"/>
    <p:sldId id="364" r:id="rId46"/>
    <p:sldId id="365" r:id="rId47"/>
    <p:sldId id="371" r:id="rId48"/>
    <p:sldId id="394" r:id="rId49"/>
    <p:sldId id="372" r:id="rId50"/>
    <p:sldId id="373" r:id="rId51"/>
    <p:sldId id="374" r:id="rId52"/>
    <p:sldId id="376" r:id="rId53"/>
    <p:sldId id="377" r:id="rId54"/>
    <p:sldId id="378" r:id="rId55"/>
    <p:sldId id="379" r:id="rId56"/>
    <p:sldId id="380" r:id="rId57"/>
    <p:sldId id="381" r:id="rId58"/>
    <p:sldId id="382" r:id="rId59"/>
    <p:sldId id="399" r:id="rId60"/>
    <p:sldId id="383" r:id="rId61"/>
    <p:sldId id="385" r:id="rId62"/>
    <p:sldId id="387" r:id="rId63"/>
    <p:sldId id="389" r:id="rId64"/>
    <p:sldId id="390" r:id="rId65"/>
    <p:sldId id="396" r:id="rId66"/>
    <p:sldId id="397" r:id="rId67"/>
    <p:sldId id="398" r:id="rId68"/>
    <p:sldId id="275" r:id="rId69"/>
    <p:sldId id="277" r:id="rId70"/>
  </p:sldIdLst>
  <p:sldSz cx="9144000" cy="5143500" type="screen16x9"/>
  <p:notesSz cx="6858000" cy="9144000"/>
  <p:embeddedFontLst>
    <p:embeddedFont>
      <p:font typeface="Darker Grotesque" panose="020B0604020202020204" charset="0"/>
      <p:regular r:id="rId72"/>
      <p:bold r:id="rId73"/>
    </p:embeddedFont>
    <p:embeddedFont>
      <p:font typeface="Darker Grotesque Medium" panose="020B0604020202020204" charset="0"/>
      <p:regular r:id="rId74"/>
      <p:bold r:id="rId75"/>
    </p:embeddedFont>
    <p:embeddedFont>
      <p:font typeface="Montserrat" panose="00000500000000000000" pitchFamily="2" charset="0"/>
      <p:regular r:id="rId76"/>
      <p:bold r:id="rId77"/>
      <p:italic r:id="rId78"/>
      <p:boldItalic r:id="rId79"/>
    </p:embeddedFont>
    <p:embeddedFont>
      <p:font typeface="Open Sans" panose="020B0606030504020204" pitchFamily="34" charset="0"/>
      <p:regular r:id="rId80"/>
      <p:bold r:id="rId81"/>
      <p:italic r:id="rId82"/>
      <p:boldItalic r:id="rId8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1EFBE2C8-3060-474B-AAC7-C5488FA1555E}">
  <a:tblStyle styleId="{1EFBE2C8-3060-474B-AAC7-C5488FA1555E}"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72D9631A-3F85-4705-8B59-A8106608A52F}" styleName="Table_1">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472" autoAdjust="0"/>
    <p:restoredTop sz="94660"/>
  </p:normalViewPr>
  <p:slideViewPr>
    <p:cSldViewPr snapToGrid="0">
      <p:cViewPr varScale="1">
        <p:scale>
          <a:sx n="96" d="100"/>
          <a:sy n="96" d="100"/>
        </p:scale>
        <p:origin x="464"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presProps" Target="presProp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font" Target="fonts/font3.fntdata"/><Relationship Id="rId79" Type="http://schemas.openxmlformats.org/officeDocument/2006/relationships/font" Target="fonts/font8.fntdata"/><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font" Target="fonts/font6.fntdata"/><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font" Target="fonts/font1.fntdata"/><Relationship Id="rId80" Type="http://schemas.openxmlformats.org/officeDocument/2006/relationships/font" Target="fonts/font9.fntdata"/><Relationship Id="rId85"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font" Target="fonts/font4.fntdata"/><Relationship Id="rId83" Type="http://schemas.openxmlformats.org/officeDocument/2006/relationships/font" Target="fonts/font12.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font" Target="fonts/font2.fntdata"/><Relationship Id="rId78" Type="http://schemas.openxmlformats.org/officeDocument/2006/relationships/font" Target="fonts/font7.fntdata"/><Relationship Id="rId81" Type="http://schemas.openxmlformats.org/officeDocument/2006/relationships/font" Target="fonts/font10.fntdata"/><Relationship Id="rId86"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font" Target="fonts/font5.fntdata"/><Relationship Id="rId7" Type="http://schemas.openxmlformats.org/officeDocument/2006/relationships/slide" Target="slides/slide6.xml"/><Relationship Id="rId71" Type="http://schemas.openxmlformats.org/officeDocument/2006/relationships/notesMaster" Target="notesMasters/notesMaster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tableStyles" Target="tableStyles.xml"/><Relationship Id="rId61" Type="http://schemas.openxmlformats.org/officeDocument/2006/relationships/slide" Target="slides/slide60.xml"/><Relationship Id="rId82" Type="http://schemas.openxmlformats.org/officeDocument/2006/relationships/font" Target="fonts/font11.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0"/>
        <p:cNvGrpSpPr/>
        <p:nvPr/>
      </p:nvGrpSpPr>
      <p:grpSpPr>
        <a:xfrm>
          <a:off x="0" y="0"/>
          <a:ext cx="0" cy="0"/>
          <a:chOff x="0" y="0"/>
          <a:chExt cx="0" cy="0"/>
        </a:xfrm>
      </p:grpSpPr>
      <p:sp>
        <p:nvSpPr>
          <p:cNvPr id="401" name="Google Shape;40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2" name="Google Shape;40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8"/>
        <p:cNvGrpSpPr/>
        <p:nvPr/>
      </p:nvGrpSpPr>
      <p:grpSpPr>
        <a:xfrm>
          <a:off x="0" y="0"/>
          <a:ext cx="0" cy="0"/>
          <a:chOff x="0" y="0"/>
          <a:chExt cx="0" cy="0"/>
        </a:xfrm>
      </p:grpSpPr>
      <p:sp>
        <p:nvSpPr>
          <p:cNvPr id="599" name="Google Shape;599;g24f3df8accd_0_39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0" name="Google Shape;600;g24f3df8accd_0_39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p:cNvGrpSpPr/>
        <p:nvPr/>
      </p:nvGrpSpPr>
      <p:grpSpPr>
        <a:xfrm>
          <a:off x="0" y="0"/>
          <a:ext cx="0" cy="0"/>
          <a:chOff x="0" y="0"/>
          <a:chExt cx="0" cy="0"/>
        </a:xfrm>
      </p:grpSpPr>
      <p:sp>
        <p:nvSpPr>
          <p:cNvPr id="70" name="Google Shape;70;g36a7ce96a62_0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1" name="Google Shape;71;g36a7ce96a62_0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0"/>
        <p:cNvGrpSpPr/>
        <p:nvPr/>
      </p:nvGrpSpPr>
      <p:grpSpPr>
        <a:xfrm>
          <a:off x="0" y="0"/>
          <a:ext cx="0" cy="0"/>
          <a:chOff x="0" y="0"/>
          <a:chExt cx="0" cy="0"/>
        </a:xfrm>
      </p:grpSpPr>
      <p:sp>
        <p:nvSpPr>
          <p:cNvPr id="701" name="Google Shape;701;g250225a5c45_0_397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2" name="Google Shape;702;g250225a5c45_0_397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0"/>
        <p:cNvGrpSpPr/>
        <p:nvPr/>
      </p:nvGrpSpPr>
      <p:grpSpPr>
        <a:xfrm>
          <a:off x="0" y="0"/>
          <a:ext cx="0" cy="0"/>
          <a:chOff x="0" y="0"/>
          <a:chExt cx="0" cy="0"/>
        </a:xfrm>
      </p:grpSpPr>
      <p:sp>
        <p:nvSpPr>
          <p:cNvPr id="701" name="Google Shape;701;g250225a5c45_0_397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2" name="Google Shape;702;g250225a5c45_0_397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8364005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0"/>
        <p:cNvGrpSpPr/>
        <p:nvPr/>
      </p:nvGrpSpPr>
      <p:grpSpPr>
        <a:xfrm>
          <a:off x="0" y="0"/>
          <a:ext cx="0" cy="0"/>
          <a:chOff x="0" y="0"/>
          <a:chExt cx="0" cy="0"/>
        </a:xfrm>
      </p:grpSpPr>
      <p:sp>
        <p:nvSpPr>
          <p:cNvPr id="701" name="Google Shape;701;g250225a5c45_0_397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2" name="Google Shape;702;g250225a5c45_0_397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6330360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0"/>
        <p:cNvGrpSpPr/>
        <p:nvPr/>
      </p:nvGrpSpPr>
      <p:grpSpPr>
        <a:xfrm>
          <a:off x="0" y="0"/>
          <a:ext cx="0" cy="0"/>
          <a:chOff x="0" y="0"/>
          <a:chExt cx="0" cy="0"/>
        </a:xfrm>
      </p:grpSpPr>
      <p:sp>
        <p:nvSpPr>
          <p:cNvPr id="701" name="Google Shape;701;g250225a5c45_0_397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2" name="Google Shape;702;g250225a5c45_0_397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3075221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0"/>
        <p:cNvGrpSpPr/>
        <p:nvPr/>
      </p:nvGrpSpPr>
      <p:grpSpPr>
        <a:xfrm>
          <a:off x="0" y="0"/>
          <a:ext cx="0" cy="0"/>
          <a:chOff x="0" y="0"/>
          <a:chExt cx="0" cy="0"/>
        </a:xfrm>
      </p:grpSpPr>
      <p:sp>
        <p:nvSpPr>
          <p:cNvPr id="701" name="Google Shape;701;g250225a5c45_0_397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2" name="Google Shape;702;g250225a5c45_0_397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3515954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0"/>
        <p:cNvGrpSpPr/>
        <p:nvPr/>
      </p:nvGrpSpPr>
      <p:grpSpPr>
        <a:xfrm>
          <a:off x="0" y="0"/>
          <a:ext cx="0" cy="0"/>
          <a:chOff x="0" y="0"/>
          <a:chExt cx="0" cy="0"/>
        </a:xfrm>
      </p:grpSpPr>
      <p:sp>
        <p:nvSpPr>
          <p:cNvPr id="701" name="Google Shape;701;g250225a5c45_0_397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2" name="Google Shape;702;g250225a5c45_0_397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6389504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0"/>
        <p:cNvGrpSpPr/>
        <p:nvPr/>
      </p:nvGrpSpPr>
      <p:grpSpPr>
        <a:xfrm>
          <a:off x="0" y="0"/>
          <a:ext cx="0" cy="0"/>
          <a:chOff x="0" y="0"/>
          <a:chExt cx="0" cy="0"/>
        </a:xfrm>
      </p:grpSpPr>
      <p:sp>
        <p:nvSpPr>
          <p:cNvPr id="701" name="Google Shape;701;g250225a5c45_0_397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2" name="Google Shape;702;g250225a5c45_0_397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1364315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0"/>
        <p:cNvGrpSpPr/>
        <p:nvPr/>
      </p:nvGrpSpPr>
      <p:grpSpPr>
        <a:xfrm>
          <a:off x="0" y="0"/>
          <a:ext cx="0" cy="0"/>
          <a:chOff x="0" y="0"/>
          <a:chExt cx="0" cy="0"/>
        </a:xfrm>
      </p:grpSpPr>
      <p:sp>
        <p:nvSpPr>
          <p:cNvPr id="701" name="Google Shape;701;g250225a5c45_0_397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2" name="Google Shape;702;g250225a5c45_0_397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7199197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0"/>
        <p:cNvGrpSpPr/>
        <p:nvPr/>
      </p:nvGrpSpPr>
      <p:grpSpPr>
        <a:xfrm>
          <a:off x="0" y="0"/>
          <a:ext cx="0" cy="0"/>
          <a:chOff x="0" y="0"/>
          <a:chExt cx="0" cy="0"/>
        </a:xfrm>
      </p:grpSpPr>
      <p:sp>
        <p:nvSpPr>
          <p:cNvPr id="701" name="Google Shape;701;g250225a5c45_0_397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2" name="Google Shape;702;g250225a5c45_0_397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4334727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0"/>
        <p:cNvGrpSpPr/>
        <p:nvPr/>
      </p:nvGrpSpPr>
      <p:grpSpPr>
        <a:xfrm>
          <a:off x="0" y="0"/>
          <a:ext cx="0" cy="0"/>
          <a:chOff x="0" y="0"/>
          <a:chExt cx="0" cy="0"/>
        </a:xfrm>
      </p:grpSpPr>
      <p:sp>
        <p:nvSpPr>
          <p:cNvPr id="701" name="Google Shape;701;g250225a5c45_0_397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2" name="Google Shape;702;g250225a5c45_0_397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1777156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0"/>
        <p:cNvGrpSpPr/>
        <p:nvPr/>
      </p:nvGrpSpPr>
      <p:grpSpPr>
        <a:xfrm>
          <a:off x="0" y="0"/>
          <a:ext cx="0" cy="0"/>
          <a:chOff x="0" y="0"/>
          <a:chExt cx="0" cy="0"/>
        </a:xfrm>
      </p:grpSpPr>
      <p:sp>
        <p:nvSpPr>
          <p:cNvPr id="701" name="Google Shape;701;g250225a5c45_0_397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2" name="Google Shape;702;g250225a5c45_0_397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6740040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0"/>
        <p:cNvGrpSpPr/>
        <p:nvPr/>
      </p:nvGrpSpPr>
      <p:grpSpPr>
        <a:xfrm>
          <a:off x="0" y="0"/>
          <a:ext cx="0" cy="0"/>
          <a:chOff x="0" y="0"/>
          <a:chExt cx="0" cy="0"/>
        </a:xfrm>
      </p:grpSpPr>
      <p:sp>
        <p:nvSpPr>
          <p:cNvPr id="701" name="Google Shape;701;g250225a5c45_0_397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2" name="Google Shape;702;g250225a5c45_0_397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5255728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8"/>
        <p:cNvGrpSpPr/>
        <p:nvPr/>
      </p:nvGrpSpPr>
      <p:grpSpPr>
        <a:xfrm>
          <a:off x="0" y="0"/>
          <a:ext cx="0" cy="0"/>
          <a:chOff x="0" y="0"/>
          <a:chExt cx="0" cy="0"/>
        </a:xfrm>
      </p:grpSpPr>
      <p:sp>
        <p:nvSpPr>
          <p:cNvPr id="999" name="Google Shape;999;g250225a5c45_0_398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0" name="Google Shape;1000;g250225a5c45_0_398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6049177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0"/>
        <p:cNvGrpSpPr/>
        <p:nvPr/>
      </p:nvGrpSpPr>
      <p:grpSpPr>
        <a:xfrm>
          <a:off x="0" y="0"/>
          <a:ext cx="0" cy="0"/>
          <a:chOff x="0" y="0"/>
          <a:chExt cx="0" cy="0"/>
        </a:xfrm>
      </p:grpSpPr>
      <p:sp>
        <p:nvSpPr>
          <p:cNvPr id="701" name="Google Shape;701;g250225a5c45_0_397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2" name="Google Shape;702;g250225a5c45_0_397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2677277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8"/>
        <p:cNvGrpSpPr/>
        <p:nvPr/>
      </p:nvGrpSpPr>
      <p:grpSpPr>
        <a:xfrm>
          <a:off x="0" y="0"/>
          <a:ext cx="0" cy="0"/>
          <a:chOff x="0" y="0"/>
          <a:chExt cx="0" cy="0"/>
        </a:xfrm>
      </p:grpSpPr>
      <p:sp>
        <p:nvSpPr>
          <p:cNvPr id="999" name="Google Shape;999;g250225a5c45_0_398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0" name="Google Shape;1000;g250225a5c45_0_398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5906095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8"/>
        <p:cNvGrpSpPr/>
        <p:nvPr/>
      </p:nvGrpSpPr>
      <p:grpSpPr>
        <a:xfrm>
          <a:off x="0" y="0"/>
          <a:ext cx="0" cy="0"/>
          <a:chOff x="0" y="0"/>
          <a:chExt cx="0" cy="0"/>
        </a:xfrm>
      </p:grpSpPr>
      <p:sp>
        <p:nvSpPr>
          <p:cNvPr id="599" name="Google Shape;599;g24f3df8accd_0_39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0" name="Google Shape;600;g24f3df8accd_0_39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3929127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0"/>
        <p:cNvGrpSpPr/>
        <p:nvPr/>
      </p:nvGrpSpPr>
      <p:grpSpPr>
        <a:xfrm>
          <a:off x="0" y="0"/>
          <a:ext cx="0" cy="0"/>
          <a:chOff x="0" y="0"/>
          <a:chExt cx="0" cy="0"/>
        </a:xfrm>
      </p:grpSpPr>
      <p:sp>
        <p:nvSpPr>
          <p:cNvPr id="701" name="Google Shape;701;g250225a5c45_0_397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2" name="Google Shape;702;g250225a5c45_0_397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6081777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0"/>
        <p:cNvGrpSpPr/>
        <p:nvPr/>
      </p:nvGrpSpPr>
      <p:grpSpPr>
        <a:xfrm>
          <a:off x="0" y="0"/>
          <a:ext cx="0" cy="0"/>
          <a:chOff x="0" y="0"/>
          <a:chExt cx="0" cy="0"/>
        </a:xfrm>
      </p:grpSpPr>
      <p:sp>
        <p:nvSpPr>
          <p:cNvPr id="701" name="Google Shape;701;g250225a5c45_0_397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2" name="Google Shape;702;g250225a5c45_0_397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8412961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0"/>
        <p:cNvGrpSpPr/>
        <p:nvPr/>
      </p:nvGrpSpPr>
      <p:grpSpPr>
        <a:xfrm>
          <a:off x="0" y="0"/>
          <a:ext cx="0" cy="0"/>
          <a:chOff x="0" y="0"/>
          <a:chExt cx="0" cy="0"/>
        </a:xfrm>
      </p:grpSpPr>
      <p:sp>
        <p:nvSpPr>
          <p:cNvPr id="701" name="Google Shape;701;g250225a5c45_0_397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2" name="Google Shape;702;g250225a5c45_0_397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9939614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0"/>
        <p:cNvGrpSpPr/>
        <p:nvPr/>
      </p:nvGrpSpPr>
      <p:grpSpPr>
        <a:xfrm>
          <a:off x="0" y="0"/>
          <a:ext cx="0" cy="0"/>
          <a:chOff x="0" y="0"/>
          <a:chExt cx="0" cy="0"/>
        </a:xfrm>
      </p:grpSpPr>
      <p:sp>
        <p:nvSpPr>
          <p:cNvPr id="701" name="Google Shape;701;g250225a5c45_0_397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2" name="Google Shape;702;g250225a5c45_0_397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6253012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0"/>
        <p:cNvGrpSpPr/>
        <p:nvPr/>
      </p:nvGrpSpPr>
      <p:grpSpPr>
        <a:xfrm>
          <a:off x="0" y="0"/>
          <a:ext cx="0" cy="0"/>
          <a:chOff x="0" y="0"/>
          <a:chExt cx="0" cy="0"/>
        </a:xfrm>
      </p:grpSpPr>
      <p:sp>
        <p:nvSpPr>
          <p:cNvPr id="701" name="Google Shape;701;g250225a5c45_0_397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2" name="Google Shape;702;g250225a5c45_0_397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5043661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0"/>
        <p:cNvGrpSpPr/>
        <p:nvPr/>
      </p:nvGrpSpPr>
      <p:grpSpPr>
        <a:xfrm>
          <a:off x="0" y="0"/>
          <a:ext cx="0" cy="0"/>
          <a:chOff x="0" y="0"/>
          <a:chExt cx="0" cy="0"/>
        </a:xfrm>
      </p:grpSpPr>
      <p:sp>
        <p:nvSpPr>
          <p:cNvPr id="701" name="Google Shape;701;g250225a5c45_0_397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2" name="Google Shape;702;g250225a5c45_0_397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0172203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p:cNvGrpSpPr/>
        <p:nvPr/>
      </p:nvGrpSpPr>
      <p:grpSpPr>
        <a:xfrm>
          <a:off x="0" y="0"/>
          <a:ext cx="0" cy="0"/>
          <a:chOff x="0" y="0"/>
          <a:chExt cx="0" cy="0"/>
        </a:xfrm>
      </p:grpSpPr>
      <p:sp>
        <p:nvSpPr>
          <p:cNvPr id="70" name="Google Shape;70;g36a7ce96a62_0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1" name="Google Shape;71;g36a7ce96a62_0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5013707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0"/>
        <p:cNvGrpSpPr/>
        <p:nvPr/>
      </p:nvGrpSpPr>
      <p:grpSpPr>
        <a:xfrm>
          <a:off x="0" y="0"/>
          <a:ext cx="0" cy="0"/>
          <a:chOff x="0" y="0"/>
          <a:chExt cx="0" cy="0"/>
        </a:xfrm>
      </p:grpSpPr>
      <p:sp>
        <p:nvSpPr>
          <p:cNvPr id="701" name="Google Shape;701;g250225a5c45_0_397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2" name="Google Shape;702;g250225a5c45_0_397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2501762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9"/>
        <p:cNvGrpSpPr/>
        <p:nvPr/>
      </p:nvGrpSpPr>
      <p:grpSpPr>
        <a:xfrm>
          <a:off x="0" y="0"/>
          <a:ext cx="0" cy="0"/>
          <a:chOff x="0" y="0"/>
          <a:chExt cx="0" cy="0"/>
        </a:xfrm>
      </p:grpSpPr>
      <p:sp>
        <p:nvSpPr>
          <p:cNvPr id="650" name="Google Shape;650;g24f3df8accd_0_39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1" name="Google Shape;651;g24f3df8accd_0_3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5514599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9"/>
        <p:cNvGrpSpPr/>
        <p:nvPr/>
      </p:nvGrpSpPr>
      <p:grpSpPr>
        <a:xfrm>
          <a:off x="0" y="0"/>
          <a:ext cx="0" cy="0"/>
          <a:chOff x="0" y="0"/>
          <a:chExt cx="0" cy="0"/>
        </a:xfrm>
      </p:grpSpPr>
      <p:sp>
        <p:nvSpPr>
          <p:cNvPr id="650" name="Google Shape;650;g24f3df8accd_0_39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1" name="Google Shape;651;g24f3df8accd_0_3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5008810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8"/>
        <p:cNvGrpSpPr/>
        <p:nvPr/>
      </p:nvGrpSpPr>
      <p:grpSpPr>
        <a:xfrm>
          <a:off x="0" y="0"/>
          <a:ext cx="0" cy="0"/>
          <a:chOff x="0" y="0"/>
          <a:chExt cx="0" cy="0"/>
        </a:xfrm>
      </p:grpSpPr>
      <p:sp>
        <p:nvSpPr>
          <p:cNvPr id="599" name="Google Shape;599;g24f3df8accd_0_39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0" name="Google Shape;600;g24f3df8accd_0_39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1188850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9"/>
        <p:cNvGrpSpPr/>
        <p:nvPr/>
      </p:nvGrpSpPr>
      <p:grpSpPr>
        <a:xfrm>
          <a:off x="0" y="0"/>
          <a:ext cx="0" cy="0"/>
          <a:chOff x="0" y="0"/>
          <a:chExt cx="0" cy="0"/>
        </a:xfrm>
      </p:grpSpPr>
      <p:sp>
        <p:nvSpPr>
          <p:cNvPr id="650" name="Google Shape;650;g24f3df8accd_0_39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1" name="Google Shape;651;g24f3df8accd_0_3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1414191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9"/>
        <p:cNvGrpSpPr/>
        <p:nvPr/>
      </p:nvGrpSpPr>
      <p:grpSpPr>
        <a:xfrm>
          <a:off x="0" y="0"/>
          <a:ext cx="0" cy="0"/>
          <a:chOff x="0" y="0"/>
          <a:chExt cx="0" cy="0"/>
        </a:xfrm>
      </p:grpSpPr>
      <p:sp>
        <p:nvSpPr>
          <p:cNvPr id="650" name="Google Shape;650;g24f3df8accd_0_39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1" name="Google Shape;651;g24f3df8accd_0_3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4784979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9"/>
        <p:cNvGrpSpPr/>
        <p:nvPr/>
      </p:nvGrpSpPr>
      <p:grpSpPr>
        <a:xfrm>
          <a:off x="0" y="0"/>
          <a:ext cx="0" cy="0"/>
          <a:chOff x="0" y="0"/>
          <a:chExt cx="0" cy="0"/>
        </a:xfrm>
      </p:grpSpPr>
      <p:sp>
        <p:nvSpPr>
          <p:cNvPr id="650" name="Google Shape;650;g24f3df8accd_0_39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1" name="Google Shape;651;g24f3df8accd_0_3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9716865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9"/>
        <p:cNvGrpSpPr/>
        <p:nvPr/>
      </p:nvGrpSpPr>
      <p:grpSpPr>
        <a:xfrm>
          <a:off x="0" y="0"/>
          <a:ext cx="0" cy="0"/>
          <a:chOff x="0" y="0"/>
          <a:chExt cx="0" cy="0"/>
        </a:xfrm>
      </p:grpSpPr>
      <p:sp>
        <p:nvSpPr>
          <p:cNvPr id="650" name="Google Shape;650;g24f3df8accd_0_39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1" name="Google Shape;651;g24f3df8accd_0_3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863746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9"/>
        <p:cNvGrpSpPr/>
        <p:nvPr/>
      </p:nvGrpSpPr>
      <p:grpSpPr>
        <a:xfrm>
          <a:off x="0" y="0"/>
          <a:ext cx="0" cy="0"/>
          <a:chOff x="0" y="0"/>
          <a:chExt cx="0" cy="0"/>
        </a:xfrm>
      </p:grpSpPr>
      <p:sp>
        <p:nvSpPr>
          <p:cNvPr id="650" name="Google Shape;650;g24f3df8accd_0_39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1" name="Google Shape;651;g24f3df8accd_0_3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9709085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9"/>
        <p:cNvGrpSpPr/>
        <p:nvPr/>
      </p:nvGrpSpPr>
      <p:grpSpPr>
        <a:xfrm>
          <a:off x="0" y="0"/>
          <a:ext cx="0" cy="0"/>
          <a:chOff x="0" y="0"/>
          <a:chExt cx="0" cy="0"/>
        </a:xfrm>
      </p:grpSpPr>
      <p:sp>
        <p:nvSpPr>
          <p:cNvPr id="650" name="Google Shape;650;g24f3df8accd_0_39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1" name="Google Shape;651;g24f3df8accd_0_3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5920404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9"/>
        <p:cNvGrpSpPr/>
        <p:nvPr/>
      </p:nvGrpSpPr>
      <p:grpSpPr>
        <a:xfrm>
          <a:off x="0" y="0"/>
          <a:ext cx="0" cy="0"/>
          <a:chOff x="0" y="0"/>
          <a:chExt cx="0" cy="0"/>
        </a:xfrm>
      </p:grpSpPr>
      <p:sp>
        <p:nvSpPr>
          <p:cNvPr id="650" name="Google Shape;650;g24f3df8accd_0_39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1" name="Google Shape;651;g24f3df8accd_0_3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3852938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9"/>
        <p:cNvGrpSpPr/>
        <p:nvPr/>
      </p:nvGrpSpPr>
      <p:grpSpPr>
        <a:xfrm>
          <a:off x="0" y="0"/>
          <a:ext cx="0" cy="0"/>
          <a:chOff x="0" y="0"/>
          <a:chExt cx="0" cy="0"/>
        </a:xfrm>
      </p:grpSpPr>
      <p:sp>
        <p:nvSpPr>
          <p:cNvPr id="650" name="Google Shape;650;g24f3df8accd_0_39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1" name="Google Shape;651;g24f3df8accd_0_3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3075406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9"/>
        <p:cNvGrpSpPr/>
        <p:nvPr/>
      </p:nvGrpSpPr>
      <p:grpSpPr>
        <a:xfrm>
          <a:off x="0" y="0"/>
          <a:ext cx="0" cy="0"/>
          <a:chOff x="0" y="0"/>
          <a:chExt cx="0" cy="0"/>
        </a:xfrm>
      </p:grpSpPr>
      <p:sp>
        <p:nvSpPr>
          <p:cNvPr id="650" name="Google Shape;650;g24f3df8accd_0_39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1" name="Google Shape;651;g24f3df8accd_0_3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0075929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9"/>
        <p:cNvGrpSpPr/>
        <p:nvPr/>
      </p:nvGrpSpPr>
      <p:grpSpPr>
        <a:xfrm>
          <a:off x="0" y="0"/>
          <a:ext cx="0" cy="0"/>
          <a:chOff x="0" y="0"/>
          <a:chExt cx="0" cy="0"/>
        </a:xfrm>
      </p:grpSpPr>
      <p:sp>
        <p:nvSpPr>
          <p:cNvPr id="650" name="Google Shape;650;g24f3df8accd_0_39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1" name="Google Shape;651;g24f3df8accd_0_3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4549088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9"/>
        <p:cNvGrpSpPr/>
        <p:nvPr/>
      </p:nvGrpSpPr>
      <p:grpSpPr>
        <a:xfrm>
          <a:off x="0" y="0"/>
          <a:ext cx="0" cy="0"/>
          <a:chOff x="0" y="0"/>
          <a:chExt cx="0" cy="0"/>
        </a:xfrm>
      </p:grpSpPr>
      <p:sp>
        <p:nvSpPr>
          <p:cNvPr id="650" name="Google Shape;650;g24f3df8accd_0_39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1" name="Google Shape;651;g24f3df8accd_0_3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7358638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9"/>
        <p:cNvGrpSpPr/>
        <p:nvPr/>
      </p:nvGrpSpPr>
      <p:grpSpPr>
        <a:xfrm>
          <a:off x="0" y="0"/>
          <a:ext cx="0" cy="0"/>
          <a:chOff x="0" y="0"/>
          <a:chExt cx="0" cy="0"/>
        </a:xfrm>
      </p:grpSpPr>
      <p:sp>
        <p:nvSpPr>
          <p:cNvPr id="650" name="Google Shape;650;g24f3df8accd_0_39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1" name="Google Shape;651;g24f3df8accd_0_3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40788433"/>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9"/>
        <p:cNvGrpSpPr/>
        <p:nvPr/>
      </p:nvGrpSpPr>
      <p:grpSpPr>
        <a:xfrm>
          <a:off x="0" y="0"/>
          <a:ext cx="0" cy="0"/>
          <a:chOff x="0" y="0"/>
          <a:chExt cx="0" cy="0"/>
        </a:xfrm>
      </p:grpSpPr>
      <p:sp>
        <p:nvSpPr>
          <p:cNvPr id="650" name="Google Shape;650;g24f3df8accd_0_39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1" name="Google Shape;651;g24f3df8accd_0_3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12345580"/>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8"/>
        <p:cNvGrpSpPr/>
        <p:nvPr/>
      </p:nvGrpSpPr>
      <p:grpSpPr>
        <a:xfrm>
          <a:off x="0" y="0"/>
          <a:ext cx="0" cy="0"/>
          <a:chOff x="0" y="0"/>
          <a:chExt cx="0" cy="0"/>
        </a:xfrm>
      </p:grpSpPr>
      <p:sp>
        <p:nvSpPr>
          <p:cNvPr id="999" name="Google Shape;999;g250225a5c45_0_398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0" name="Google Shape;1000;g250225a5c45_0_398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13041434"/>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9"/>
        <p:cNvGrpSpPr/>
        <p:nvPr/>
      </p:nvGrpSpPr>
      <p:grpSpPr>
        <a:xfrm>
          <a:off x="0" y="0"/>
          <a:ext cx="0" cy="0"/>
          <a:chOff x="0" y="0"/>
          <a:chExt cx="0" cy="0"/>
        </a:xfrm>
      </p:grpSpPr>
      <p:sp>
        <p:nvSpPr>
          <p:cNvPr id="650" name="Google Shape;650;g24f3df8accd_0_39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1" name="Google Shape;651;g24f3df8accd_0_3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03964434"/>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9"/>
        <p:cNvGrpSpPr/>
        <p:nvPr/>
      </p:nvGrpSpPr>
      <p:grpSpPr>
        <a:xfrm>
          <a:off x="0" y="0"/>
          <a:ext cx="0" cy="0"/>
          <a:chOff x="0" y="0"/>
          <a:chExt cx="0" cy="0"/>
        </a:xfrm>
      </p:grpSpPr>
      <p:sp>
        <p:nvSpPr>
          <p:cNvPr id="650" name="Google Shape;650;g24f3df8accd_0_39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1" name="Google Shape;651;g24f3df8accd_0_3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78919542"/>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9"/>
        <p:cNvGrpSpPr/>
        <p:nvPr/>
      </p:nvGrpSpPr>
      <p:grpSpPr>
        <a:xfrm>
          <a:off x="0" y="0"/>
          <a:ext cx="0" cy="0"/>
          <a:chOff x="0" y="0"/>
          <a:chExt cx="0" cy="0"/>
        </a:xfrm>
      </p:grpSpPr>
      <p:sp>
        <p:nvSpPr>
          <p:cNvPr id="650" name="Google Shape;650;g24f3df8accd_0_39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1" name="Google Shape;651;g24f3df8accd_0_3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59717336"/>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9"/>
        <p:cNvGrpSpPr/>
        <p:nvPr/>
      </p:nvGrpSpPr>
      <p:grpSpPr>
        <a:xfrm>
          <a:off x="0" y="0"/>
          <a:ext cx="0" cy="0"/>
          <a:chOff x="0" y="0"/>
          <a:chExt cx="0" cy="0"/>
        </a:xfrm>
      </p:grpSpPr>
      <p:sp>
        <p:nvSpPr>
          <p:cNvPr id="650" name="Google Shape;650;g24f3df8accd_0_39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1" name="Google Shape;651;g24f3df8accd_0_3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97374773"/>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9"/>
        <p:cNvGrpSpPr/>
        <p:nvPr/>
      </p:nvGrpSpPr>
      <p:grpSpPr>
        <a:xfrm>
          <a:off x="0" y="0"/>
          <a:ext cx="0" cy="0"/>
          <a:chOff x="0" y="0"/>
          <a:chExt cx="0" cy="0"/>
        </a:xfrm>
      </p:grpSpPr>
      <p:sp>
        <p:nvSpPr>
          <p:cNvPr id="650" name="Google Shape;650;g24f3df8accd_0_39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1" name="Google Shape;651;g24f3df8accd_0_3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58531087"/>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9"/>
        <p:cNvGrpSpPr/>
        <p:nvPr/>
      </p:nvGrpSpPr>
      <p:grpSpPr>
        <a:xfrm>
          <a:off x="0" y="0"/>
          <a:ext cx="0" cy="0"/>
          <a:chOff x="0" y="0"/>
          <a:chExt cx="0" cy="0"/>
        </a:xfrm>
      </p:grpSpPr>
      <p:sp>
        <p:nvSpPr>
          <p:cNvPr id="650" name="Google Shape;650;g24f3df8accd_0_39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1" name="Google Shape;651;g24f3df8accd_0_3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5471230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9"/>
        <p:cNvGrpSpPr/>
        <p:nvPr/>
      </p:nvGrpSpPr>
      <p:grpSpPr>
        <a:xfrm>
          <a:off x="0" y="0"/>
          <a:ext cx="0" cy="0"/>
          <a:chOff x="0" y="0"/>
          <a:chExt cx="0" cy="0"/>
        </a:xfrm>
      </p:grpSpPr>
      <p:sp>
        <p:nvSpPr>
          <p:cNvPr id="650" name="Google Shape;650;g24f3df8accd_0_39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1" name="Google Shape;651;g24f3df8accd_0_3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09186197"/>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9"/>
        <p:cNvGrpSpPr/>
        <p:nvPr/>
      </p:nvGrpSpPr>
      <p:grpSpPr>
        <a:xfrm>
          <a:off x="0" y="0"/>
          <a:ext cx="0" cy="0"/>
          <a:chOff x="0" y="0"/>
          <a:chExt cx="0" cy="0"/>
        </a:xfrm>
      </p:grpSpPr>
      <p:sp>
        <p:nvSpPr>
          <p:cNvPr id="650" name="Google Shape;650;g24f3df8accd_0_39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1" name="Google Shape;651;g24f3df8accd_0_3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94535069"/>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9"/>
        <p:cNvGrpSpPr/>
        <p:nvPr/>
      </p:nvGrpSpPr>
      <p:grpSpPr>
        <a:xfrm>
          <a:off x="0" y="0"/>
          <a:ext cx="0" cy="0"/>
          <a:chOff x="0" y="0"/>
          <a:chExt cx="0" cy="0"/>
        </a:xfrm>
      </p:grpSpPr>
      <p:sp>
        <p:nvSpPr>
          <p:cNvPr id="650" name="Google Shape;650;g24f3df8accd_0_39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1" name="Google Shape;651;g24f3df8accd_0_3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62658682"/>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9"/>
        <p:cNvGrpSpPr/>
        <p:nvPr/>
      </p:nvGrpSpPr>
      <p:grpSpPr>
        <a:xfrm>
          <a:off x="0" y="0"/>
          <a:ext cx="0" cy="0"/>
          <a:chOff x="0" y="0"/>
          <a:chExt cx="0" cy="0"/>
        </a:xfrm>
      </p:grpSpPr>
      <p:sp>
        <p:nvSpPr>
          <p:cNvPr id="650" name="Google Shape;650;g24f3df8accd_0_39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1" name="Google Shape;651;g24f3df8accd_0_3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81594224"/>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9"/>
        <p:cNvGrpSpPr/>
        <p:nvPr/>
      </p:nvGrpSpPr>
      <p:grpSpPr>
        <a:xfrm>
          <a:off x="0" y="0"/>
          <a:ext cx="0" cy="0"/>
          <a:chOff x="0" y="0"/>
          <a:chExt cx="0" cy="0"/>
        </a:xfrm>
      </p:grpSpPr>
      <p:sp>
        <p:nvSpPr>
          <p:cNvPr id="650" name="Google Shape;650;g24f3df8accd_0_39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1" name="Google Shape;651;g24f3df8accd_0_3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29436678"/>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9"/>
        <p:cNvGrpSpPr/>
        <p:nvPr/>
      </p:nvGrpSpPr>
      <p:grpSpPr>
        <a:xfrm>
          <a:off x="0" y="0"/>
          <a:ext cx="0" cy="0"/>
          <a:chOff x="0" y="0"/>
          <a:chExt cx="0" cy="0"/>
        </a:xfrm>
      </p:grpSpPr>
      <p:sp>
        <p:nvSpPr>
          <p:cNvPr id="650" name="Google Shape;650;g24f3df8accd_0_39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1" name="Google Shape;651;g24f3df8accd_0_3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95582680"/>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9"/>
        <p:cNvGrpSpPr/>
        <p:nvPr/>
      </p:nvGrpSpPr>
      <p:grpSpPr>
        <a:xfrm>
          <a:off x="0" y="0"/>
          <a:ext cx="0" cy="0"/>
          <a:chOff x="0" y="0"/>
          <a:chExt cx="0" cy="0"/>
        </a:xfrm>
      </p:grpSpPr>
      <p:sp>
        <p:nvSpPr>
          <p:cNvPr id="650" name="Google Shape;650;g24f3df8accd_0_39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1" name="Google Shape;651;g24f3df8accd_0_3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4663798"/>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9"/>
        <p:cNvGrpSpPr/>
        <p:nvPr/>
      </p:nvGrpSpPr>
      <p:grpSpPr>
        <a:xfrm>
          <a:off x="0" y="0"/>
          <a:ext cx="0" cy="0"/>
          <a:chOff x="0" y="0"/>
          <a:chExt cx="0" cy="0"/>
        </a:xfrm>
      </p:grpSpPr>
      <p:sp>
        <p:nvSpPr>
          <p:cNvPr id="650" name="Google Shape;650;g24f3df8accd_0_39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1" name="Google Shape;651;g24f3df8accd_0_3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40056048"/>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8"/>
        <p:cNvGrpSpPr/>
        <p:nvPr/>
      </p:nvGrpSpPr>
      <p:grpSpPr>
        <a:xfrm>
          <a:off x="0" y="0"/>
          <a:ext cx="0" cy="0"/>
          <a:chOff x="0" y="0"/>
          <a:chExt cx="0" cy="0"/>
        </a:xfrm>
      </p:grpSpPr>
      <p:sp>
        <p:nvSpPr>
          <p:cNvPr id="999" name="Google Shape;999;g250225a5c45_0_398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0" name="Google Shape;1000;g250225a5c45_0_398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16923783"/>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9"/>
        <p:cNvGrpSpPr/>
        <p:nvPr/>
      </p:nvGrpSpPr>
      <p:grpSpPr>
        <a:xfrm>
          <a:off x="0" y="0"/>
          <a:ext cx="0" cy="0"/>
          <a:chOff x="0" y="0"/>
          <a:chExt cx="0" cy="0"/>
        </a:xfrm>
      </p:grpSpPr>
      <p:sp>
        <p:nvSpPr>
          <p:cNvPr id="650" name="Google Shape;650;g24f3df8accd_0_39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1" name="Google Shape;651;g24f3df8accd_0_3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53478508"/>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9"/>
        <p:cNvGrpSpPr/>
        <p:nvPr/>
      </p:nvGrpSpPr>
      <p:grpSpPr>
        <a:xfrm>
          <a:off x="0" y="0"/>
          <a:ext cx="0" cy="0"/>
          <a:chOff x="0" y="0"/>
          <a:chExt cx="0" cy="0"/>
        </a:xfrm>
      </p:grpSpPr>
      <p:sp>
        <p:nvSpPr>
          <p:cNvPr id="650" name="Google Shape;650;g24f3df8accd_0_39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1" name="Google Shape;651;g24f3df8accd_0_3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23435173"/>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9"/>
        <p:cNvGrpSpPr/>
        <p:nvPr/>
      </p:nvGrpSpPr>
      <p:grpSpPr>
        <a:xfrm>
          <a:off x="0" y="0"/>
          <a:ext cx="0" cy="0"/>
          <a:chOff x="0" y="0"/>
          <a:chExt cx="0" cy="0"/>
        </a:xfrm>
      </p:grpSpPr>
      <p:sp>
        <p:nvSpPr>
          <p:cNvPr id="650" name="Google Shape;650;g24f3df8accd_0_39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1" name="Google Shape;651;g24f3df8accd_0_3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5360748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9"/>
        <p:cNvGrpSpPr/>
        <p:nvPr/>
      </p:nvGrpSpPr>
      <p:grpSpPr>
        <a:xfrm>
          <a:off x="0" y="0"/>
          <a:ext cx="0" cy="0"/>
          <a:chOff x="0" y="0"/>
          <a:chExt cx="0" cy="0"/>
        </a:xfrm>
      </p:grpSpPr>
      <p:sp>
        <p:nvSpPr>
          <p:cNvPr id="650" name="Google Shape;650;g24f3df8accd_0_39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1" name="Google Shape;651;g24f3df8accd_0_3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869604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9"/>
        <p:cNvGrpSpPr/>
        <p:nvPr/>
      </p:nvGrpSpPr>
      <p:grpSpPr>
        <a:xfrm>
          <a:off x="0" y="0"/>
          <a:ext cx="0" cy="0"/>
          <a:chOff x="0" y="0"/>
          <a:chExt cx="0" cy="0"/>
        </a:xfrm>
      </p:grpSpPr>
      <p:sp>
        <p:nvSpPr>
          <p:cNvPr id="650" name="Google Shape;650;g24f3df8accd_0_39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1" name="Google Shape;651;g24f3df8accd_0_3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6720764"/>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9"/>
        <p:cNvGrpSpPr/>
        <p:nvPr/>
      </p:nvGrpSpPr>
      <p:grpSpPr>
        <a:xfrm>
          <a:off x="0" y="0"/>
          <a:ext cx="0" cy="0"/>
          <a:chOff x="0" y="0"/>
          <a:chExt cx="0" cy="0"/>
        </a:xfrm>
      </p:grpSpPr>
      <p:sp>
        <p:nvSpPr>
          <p:cNvPr id="650" name="Google Shape;650;g24f3df8accd_0_39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1" name="Google Shape;651;g24f3df8accd_0_3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14744678"/>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8"/>
        <p:cNvGrpSpPr/>
        <p:nvPr/>
      </p:nvGrpSpPr>
      <p:grpSpPr>
        <a:xfrm>
          <a:off x="0" y="0"/>
          <a:ext cx="0" cy="0"/>
          <a:chOff x="0" y="0"/>
          <a:chExt cx="0" cy="0"/>
        </a:xfrm>
      </p:grpSpPr>
      <p:sp>
        <p:nvSpPr>
          <p:cNvPr id="999" name="Google Shape;999;g250225a5c45_0_398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0" name="Google Shape;1000;g250225a5c45_0_398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12990915"/>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8"/>
        <p:cNvGrpSpPr/>
        <p:nvPr/>
      </p:nvGrpSpPr>
      <p:grpSpPr>
        <a:xfrm>
          <a:off x="0" y="0"/>
          <a:ext cx="0" cy="0"/>
          <a:chOff x="0" y="0"/>
          <a:chExt cx="0" cy="0"/>
        </a:xfrm>
      </p:grpSpPr>
      <p:sp>
        <p:nvSpPr>
          <p:cNvPr id="999" name="Google Shape;999;g250225a5c45_0_398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0" name="Google Shape;1000;g250225a5c45_0_398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33896642"/>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8"/>
        <p:cNvGrpSpPr/>
        <p:nvPr/>
      </p:nvGrpSpPr>
      <p:grpSpPr>
        <a:xfrm>
          <a:off x="0" y="0"/>
          <a:ext cx="0" cy="0"/>
          <a:chOff x="0" y="0"/>
          <a:chExt cx="0" cy="0"/>
        </a:xfrm>
      </p:grpSpPr>
      <p:sp>
        <p:nvSpPr>
          <p:cNvPr id="1359" name="Google Shape;1359;g13ce2af5b70_0_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60" name="Google Shape;1360;g13ce2af5b70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6"/>
        <p:cNvGrpSpPr/>
        <p:nvPr/>
      </p:nvGrpSpPr>
      <p:grpSpPr>
        <a:xfrm>
          <a:off x="0" y="0"/>
          <a:ext cx="0" cy="0"/>
          <a:chOff x="0" y="0"/>
          <a:chExt cx="0" cy="0"/>
        </a:xfrm>
      </p:grpSpPr>
      <p:sp>
        <p:nvSpPr>
          <p:cNvPr id="1547" name="Google Shape;1547;g25067223279_0_8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48" name="Google Shape;1548;g25067223279_0_8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hyperlink" Target="http://bit.ly/2TyoMsr" TargetMode="External"/><Relationship Id="rId2" Type="http://schemas.openxmlformats.org/officeDocument/2006/relationships/hyperlink" Target="http://bit.ly/2Tynxth" TargetMode="External"/><Relationship Id="rId1" Type="http://schemas.openxmlformats.org/officeDocument/2006/relationships/slideMaster" Target="../slideMasters/slideMaster1.xml"/><Relationship Id="rId4" Type="http://schemas.openxmlformats.org/officeDocument/2006/relationships/hyperlink" Target="http://bit.ly/2TtBDfr" TargetMode="Externa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4271125" y="1417663"/>
            <a:ext cx="4150500" cy="1829400"/>
          </a:xfrm>
          <a:prstGeom prst="rect">
            <a:avLst/>
          </a:prstGeom>
        </p:spPr>
        <p:txBody>
          <a:bodyPr spcFirstLastPara="1" wrap="square" lIns="91425" tIns="91425" rIns="91425" bIns="91425" anchor="b" anchorCtr="0">
            <a:noAutofit/>
          </a:bodyPr>
          <a:lstStyle>
            <a:lvl1pPr lvl="0">
              <a:spcBef>
                <a:spcPts val="0"/>
              </a:spcBef>
              <a:spcAft>
                <a:spcPts val="0"/>
              </a:spcAft>
              <a:buSzPts val="5200"/>
              <a:buNone/>
              <a:defRPr sz="36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0" name="Google Shape;10;p2"/>
          <p:cNvSpPr txBox="1">
            <a:spLocks noGrp="1"/>
          </p:cNvSpPr>
          <p:nvPr>
            <p:ph type="subTitle" idx="1"/>
          </p:nvPr>
        </p:nvSpPr>
        <p:spPr>
          <a:xfrm>
            <a:off x="4271125" y="3341838"/>
            <a:ext cx="4150500" cy="3840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800"/>
              <a:buNone/>
              <a:defRPr sz="15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grpSp>
        <p:nvGrpSpPr>
          <p:cNvPr id="11" name="Google Shape;11;p2"/>
          <p:cNvGrpSpPr/>
          <p:nvPr/>
        </p:nvGrpSpPr>
        <p:grpSpPr>
          <a:xfrm>
            <a:off x="276425" y="135875"/>
            <a:ext cx="8538875" cy="4740075"/>
            <a:chOff x="276425" y="135875"/>
            <a:chExt cx="8538875" cy="4740075"/>
          </a:xfrm>
        </p:grpSpPr>
        <p:grpSp>
          <p:nvGrpSpPr>
            <p:cNvPr id="12" name="Google Shape;12;p2"/>
            <p:cNvGrpSpPr/>
            <p:nvPr/>
          </p:nvGrpSpPr>
          <p:grpSpPr>
            <a:xfrm>
              <a:off x="8196000" y="135875"/>
              <a:ext cx="619300" cy="330925"/>
              <a:chOff x="5031250" y="135875"/>
              <a:chExt cx="619300" cy="330925"/>
            </a:xfrm>
          </p:grpSpPr>
          <p:sp>
            <p:nvSpPr>
              <p:cNvPr id="13" name="Google Shape;13;p2"/>
              <p:cNvSpPr/>
              <p:nvPr/>
            </p:nvSpPr>
            <p:spPr>
              <a:xfrm>
                <a:off x="5031250" y="135875"/>
                <a:ext cx="120000" cy="1200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p2"/>
              <p:cNvSpPr/>
              <p:nvPr/>
            </p:nvSpPr>
            <p:spPr>
              <a:xfrm>
                <a:off x="5195653" y="346800"/>
                <a:ext cx="120000" cy="120000"/>
              </a:xfrm>
              <a:prstGeom prst="mathPlus">
                <a:avLst>
                  <a:gd name="adj1" fmla="val 0"/>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2"/>
              <p:cNvSpPr/>
              <p:nvPr/>
            </p:nvSpPr>
            <p:spPr>
              <a:xfrm>
                <a:off x="5530550" y="346800"/>
                <a:ext cx="120000" cy="1200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 name="Google Shape;16;p2"/>
            <p:cNvGrpSpPr/>
            <p:nvPr/>
          </p:nvGrpSpPr>
          <p:grpSpPr>
            <a:xfrm>
              <a:off x="276425" y="4185388"/>
              <a:ext cx="284403" cy="690563"/>
              <a:chOff x="276425" y="4185388"/>
              <a:chExt cx="284403" cy="690563"/>
            </a:xfrm>
          </p:grpSpPr>
          <p:sp>
            <p:nvSpPr>
              <p:cNvPr id="17" name="Google Shape;17;p2"/>
              <p:cNvSpPr/>
              <p:nvPr/>
            </p:nvSpPr>
            <p:spPr>
              <a:xfrm>
                <a:off x="276425" y="4545025"/>
                <a:ext cx="120000" cy="1200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8;p2"/>
              <p:cNvSpPr/>
              <p:nvPr/>
            </p:nvSpPr>
            <p:spPr>
              <a:xfrm>
                <a:off x="440828" y="4755950"/>
                <a:ext cx="120000" cy="120000"/>
              </a:xfrm>
              <a:prstGeom prst="mathPlus">
                <a:avLst>
                  <a:gd name="adj1" fmla="val 0"/>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9;p2"/>
              <p:cNvSpPr/>
              <p:nvPr/>
            </p:nvSpPr>
            <p:spPr>
              <a:xfrm>
                <a:off x="440828" y="4185388"/>
                <a:ext cx="120000" cy="120000"/>
              </a:xfrm>
              <a:prstGeom prst="mathPlus">
                <a:avLst>
                  <a:gd name="adj1" fmla="val 0"/>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20" name="Google Shape;20;p2"/>
          <p:cNvGrpSpPr/>
          <p:nvPr/>
        </p:nvGrpSpPr>
        <p:grpSpPr>
          <a:xfrm>
            <a:off x="0" y="307163"/>
            <a:ext cx="9141000" cy="4529150"/>
            <a:chOff x="0" y="307163"/>
            <a:chExt cx="9141000" cy="4529150"/>
          </a:xfrm>
        </p:grpSpPr>
        <p:cxnSp>
          <p:nvCxnSpPr>
            <p:cNvPr id="21" name="Google Shape;21;p2"/>
            <p:cNvCxnSpPr/>
            <p:nvPr/>
          </p:nvCxnSpPr>
          <p:spPr>
            <a:xfrm>
              <a:off x="0" y="307163"/>
              <a:ext cx="4570500" cy="0"/>
            </a:xfrm>
            <a:prstGeom prst="straightConnector1">
              <a:avLst/>
            </a:prstGeom>
            <a:noFill/>
            <a:ln w="9525" cap="flat" cmpd="sng">
              <a:solidFill>
                <a:schemeClr val="dk1"/>
              </a:solidFill>
              <a:prstDash val="solid"/>
              <a:round/>
              <a:headEnd type="none" w="med" len="med"/>
              <a:tailEnd type="none" w="med" len="med"/>
            </a:ln>
          </p:spPr>
        </p:cxnSp>
        <p:cxnSp>
          <p:nvCxnSpPr>
            <p:cNvPr id="22" name="Google Shape;22;p2"/>
            <p:cNvCxnSpPr/>
            <p:nvPr/>
          </p:nvCxnSpPr>
          <p:spPr>
            <a:xfrm>
              <a:off x="4570500" y="4836313"/>
              <a:ext cx="4570500" cy="0"/>
            </a:xfrm>
            <a:prstGeom prst="straightConnector1">
              <a:avLst/>
            </a:prstGeom>
            <a:noFill/>
            <a:ln w="9525" cap="flat" cmpd="sng">
              <a:solidFill>
                <a:schemeClr val="dk1"/>
              </a:solidFill>
              <a:prstDash val="solid"/>
              <a:round/>
              <a:headEnd type="none" w="med" len="med"/>
              <a:tailEnd type="none" w="med" len="med"/>
            </a:ln>
          </p:spPr>
        </p:cxn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3"/>
          <p:cNvSpPr txBox="1">
            <a:spLocks noGrp="1"/>
          </p:cNvSpPr>
          <p:nvPr>
            <p:ph type="title"/>
          </p:nvPr>
        </p:nvSpPr>
        <p:spPr>
          <a:xfrm>
            <a:off x="722375" y="2600850"/>
            <a:ext cx="3473400" cy="783600"/>
          </a:xfrm>
          <a:prstGeom prst="rect">
            <a:avLst/>
          </a:prstGeom>
        </p:spPr>
        <p:txBody>
          <a:bodyPr spcFirstLastPara="1" wrap="square" lIns="91425" tIns="91425" rIns="91425" bIns="91425" anchor="b" anchorCtr="0">
            <a:noAutofit/>
          </a:bodyPr>
          <a:lstStyle>
            <a:lvl1pPr lvl="0" algn="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25" name="Google Shape;25;p3"/>
          <p:cNvSpPr txBox="1">
            <a:spLocks noGrp="1"/>
          </p:cNvSpPr>
          <p:nvPr>
            <p:ph type="title" idx="2" hasCustomPrompt="1"/>
          </p:nvPr>
        </p:nvSpPr>
        <p:spPr>
          <a:xfrm>
            <a:off x="3101075" y="1759050"/>
            <a:ext cx="1094700" cy="841800"/>
          </a:xfrm>
          <a:prstGeom prst="rect">
            <a:avLst/>
          </a:prstGeom>
          <a:ln w="9525" cap="flat" cmpd="sng">
            <a:solidFill>
              <a:schemeClr val="dk1"/>
            </a:solidFill>
            <a:prstDash val="solid"/>
            <a:round/>
            <a:headEnd type="none" w="sm" len="sm"/>
            <a:tailEnd type="none" w="sm" len="sm"/>
          </a:ln>
        </p:spPr>
        <p:txBody>
          <a:bodyPr spcFirstLastPara="1" wrap="square" lIns="91425" tIns="91425" rIns="91425" bIns="91425" anchor="b" anchorCtr="0">
            <a:noAutofit/>
          </a:bodyPr>
          <a:lstStyle>
            <a:lvl1pPr lvl="0" algn="ctr" rtl="0">
              <a:spcBef>
                <a:spcPts val="0"/>
              </a:spcBef>
              <a:spcAft>
                <a:spcPts val="0"/>
              </a:spcAft>
              <a:buSzPts val="12000"/>
              <a:buNone/>
              <a:defRPr sz="4800" b="0"/>
            </a:lvl1pPr>
            <a:lvl2pPr lvl="1" algn="ctr" rtl="0">
              <a:spcBef>
                <a:spcPts val="0"/>
              </a:spcBef>
              <a:spcAft>
                <a:spcPts val="0"/>
              </a:spcAft>
              <a:buSzPts val="12000"/>
              <a:buNone/>
              <a:defRPr sz="12000"/>
            </a:lvl2pPr>
            <a:lvl3pPr lvl="2" algn="ctr" rtl="0">
              <a:spcBef>
                <a:spcPts val="0"/>
              </a:spcBef>
              <a:spcAft>
                <a:spcPts val="0"/>
              </a:spcAft>
              <a:buSzPts val="12000"/>
              <a:buNone/>
              <a:defRPr sz="12000"/>
            </a:lvl3pPr>
            <a:lvl4pPr lvl="3" algn="ctr" rtl="0">
              <a:spcBef>
                <a:spcPts val="0"/>
              </a:spcBef>
              <a:spcAft>
                <a:spcPts val="0"/>
              </a:spcAft>
              <a:buSzPts val="12000"/>
              <a:buNone/>
              <a:defRPr sz="12000"/>
            </a:lvl4pPr>
            <a:lvl5pPr lvl="4" algn="ctr" rtl="0">
              <a:spcBef>
                <a:spcPts val="0"/>
              </a:spcBef>
              <a:spcAft>
                <a:spcPts val="0"/>
              </a:spcAft>
              <a:buSzPts val="12000"/>
              <a:buNone/>
              <a:defRPr sz="12000"/>
            </a:lvl5pPr>
            <a:lvl6pPr lvl="5" algn="ctr" rtl="0">
              <a:spcBef>
                <a:spcPts val="0"/>
              </a:spcBef>
              <a:spcAft>
                <a:spcPts val="0"/>
              </a:spcAft>
              <a:buSzPts val="12000"/>
              <a:buNone/>
              <a:defRPr sz="12000"/>
            </a:lvl6pPr>
            <a:lvl7pPr lvl="6" algn="ctr" rtl="0">
              <a:spcBef>
                <a:spcPts val="0"/>
              </a:spcBef>
              <a:spcAft>
                <a:spcPts val="0"/>
              </a:spcAft>
              <a:buSzPts val="12000"/>
              <a:buNone/>
              <a:defRPr sz="12000"/>
            </a:lvl7pPr>
            <a:lvl8pPr lvl="7" algn="ctr" rtl="0">
              <a:spcBef>
                <a:spcPts val="0"/>
              </a:spcBef>
              <a:spcAft>
                <a:spcPts val="0"/>
              </a:spcAft>
              <a:buSzPts val="12000"/>
              <a:buNone/>
              <a:defRPr sz="12000"/>
            </a:lvl8pPr>
            <a:lvl9pPr lvl="8" algn="ctr" rtl="0">
              <a:spcBef>
                <a:spcPts val="0"/>
              </a:spcBef>
              <a:spcAft>
                <a:spcPts val="0"/>
              </a:spcAft>
              <a:buSzPts val="12000"/>
              <a:buNone/>
              <a:defRPr sz="12000"/>
            </a:lvl9pPr>
          </a:lstStyle>
          <a:p>
            <a:r>
              <a:t>xx%</a:t>
            </a:r>
          </a:p>
        </p:txBody>
      </p:sp>
      <p:grpSp>
        <p:nvGrpSpPr>
          <p:cNvPr id="26" name="Google Shape;26;p3"/>
          <p:cNvGrpSpPr/>
          <p:nvPr/>
        </p:nvGrpSpPr>
        <p:grpSpPr>
          <a:xfrm>
            <a:off x="0" y="307163"/>
            <a:ext cx="9141000" cy="4529150"/>
            <a:chOff x="0" y="307163"/>
            <a:chExt cx="9141000" cy="4529150"/>
          </a:xfrm>
        </p:grpSpPr>
        <p:cxnSp>
          <p:nvCxnSpPr>
            <p:cNvPr id="27" name="Google Shape;27;p3"/>
            <p:cNvCxnSpPr/>
            <p:nvPr/>
          </p:nvCxnSpPr>
          <p:spPr>
            <a:xfrm rot="10800000">
              <a:off x="4570500" y="307163"/>
              <a:ext cx="4570500" cy="0"/>
            </a:xfrm>
            <a:prstGeom prst="straightConnector1">
              <a:avLst/>
            </a:prstGeom>
            <a:noFill/>
            <a:ln w="9525" cap="flat" cmpd="sng">
              <a:solidFill>
                <a:schemeClr val="dk1"/>
              </a:solidFill>
              <a:prstDash val="solid"/>
              <a:round/>
              <a:headEnd type="none" w="med" len="med"/>
              <a:tailEnd type="none" w="med" len="med"/>
            </a:ln>
          </p:spPr>
        </p:cxnSp>
        <p:cxnSp>
          <p:nvCxnSpPr>
            <p:cNvPr id="28" name="Google Shape;28;p3"/>
            <p:cNvCxnSpPr/>
            <p:nvPr/>
          </p:nvCxnSpPr>
          <p:spPr>
            <a:xfrm rot="10800000">
              <a:off x="0" y="4836313"/>
              <a:ext cx="4570500" cy="0"/>
            </a:xfrm>
            <a:prstGeom prst="straightConnector1">
              <a:avLst/>
            </a:prstGeom>
            <a:noFill/>
            <a:ln w="9525" cap="flat" cmpd="sng">
              <a:solidFill>
                <a:schemeClr val="dk1"/>
              </a:solidFill>
              <a:prstDash val="solid"/>
              <a:round/>
              <a:headEnd type="none" w="med" len="med"/>
              <a:tailEnd type="none" w="med" len="med"/>
            </a:ln>
          </p:spPr>
        </p:cxnSp>
      </p:grpSp>
      <p:grpSp>
        <p:nvGrpSpPr>
          <p:cNvPr id="29" name="Google Shape;29;p3"/>
          <p:cNvGrpSpPr/>
          <p:nvPr/>
        </p:nvGrpSpPr>
        <p:grpSpPr>
          <a:xfrm>
            <a:off x="285949" y="264091"/>
            <a:ext cx="8669681" cy="4789793"/>
            <a:chOff x="285949" y="264091"/>
            <a:chExt cx="8669681" cy="4789793"/>
          </a:xfrm>
        </p:grpSpPr>
        <p:grpSp>
          <p:nvGrpSpPr>
            <p:cNvPr id="30" name="Google Shape;30;p3"/>
            <p:cNvGrpSpPr/>
            <p:nvPr/>
          </p:nvGrpSpPr>
          <p:grpSpPr>
            <a:xfrm rot="5071527">
              <a:off x="501012" y="93311"/>
              <a:ext cx="284392" cy="690536"/>
              <a:chOff x="276425" y="4185388"/>
              <a:chExt cx="284403" cy="690563"/>
            </a:xfrm>
          </p:grpSpPr>
          <p:sp>
            <p:nvSpPr>
              <p:cNvPr id="31" name="Google Shape;31;p3"/>
              <p:cNvSpPr/>
              <p:nvPr/>
            </p:nvSpPr>
            <p:spPr>
              <a:xfrm>
                <a:off x="276425" y="4545025"/>
                <a:ext cx="120000" cy="1200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3"/>
              <p:cNvSpPr/>
              <p:nvPr/>
            </p:nvSpPr>
            <p:spPr>
              <a:xfrm>
                <a:off x="440828" y="4755950"/>
                <a:ext cx="120000" cy="120000"/>
              </a:xfrm>
              <a:prstGeom prst="mathPlus">
                <a:avLst>
                  <a:gd name="adj1" fmla="val 0"/>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3"/>
              <p:cNvSpPr/>
              <p:nvPr/>
            </p:nvSpPr>
            <p:spPr>
              <a:xfrm>
                <a:off x="440828" y="4185388"/>
                <a:ext cx="120000" cy="120000"/>
              </a:xfrm>
              <a:prstGeom prst="mathPlus">
                <a:avLst>
                  <a:gd name="adj1" fmla="val 0"/>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4" name="Google Shape;34;p3"/>
            <p:cNvGrpSpPr/>
            <p:nvPr/>
          </p:nvGrpSpPr>
          <p:grpSpPr>
            <a:xfrm rot="-4116747">
              <a:off x="8378950" y="4539720"/>
              <a:ext cx="619343" cy="330948"/>
              <a:chOff x="5031250" y="135875"/>
              <a:chExt cx="619300" cy="330925"/>
            </a:xfrm>
          </p:grpSpPr>
          <p:sp>
            <p:nvSpPr>
              <p:cNvPr id="35" name="Google Shape;35;p3"/>
              <p:cNvSpPr/>
              <p:nvPr/>
            </p:nvSpPr>
            <p:spPr>
              <a:xfrm>
                <a:off x="5031250" y="135875"/>
                <a:ext cx="120000" cy="1200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6;p3"/>
              <p:cNvSpPr/>
              <p:nvPr/>
            </p:nvSpPr>
            <p:spPr>
              <a:xfrm>
                <a:off x="5195653" y="346800"/>
                <a:ext cx="120000" cy="120000"/>
              </a:xfrm>
              <a:prstGeom prst="mathPlus">
                <a:avLst>
                  <a:gd name="adj1" fmla="val 0"/>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3"/>
              <p:cNvSpPr/>
              <p:nvPr/>
            </p:nvSpPr>
            <p:spPr>
              <a:xfrm>
                <a:off x="5530550" y="346800"/>
                <a:ext cx="120000" cy="1200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53"/>
        <p:cNvGrpSpPr/>
        <p:nvPr/>
      </p:nvGrpSpPr>
      <p:grpSpPr>
        <a:xfrm>
          <a:off x="0" y="0"/>
          <a:ext cx="0" cy="0"/>
          <a:chOff x="0" y="0"/>
          <a:chExt cx="0" cy="0"/>
        </a:xfrm>
      </p:grpSpPr>
      <p:sp>
        <p:nvSpPr>
          <p:cNvPr id="54" name="Google Shape;54;p5"/>
          <p:cNvSpPr txBox="1">
            <a:spLocks noGrp="1"/>
          </p:cNvSpPr>
          <p:nvPr>
            <p:ph type="title"/>
          </p:nvPr>
        </p:nvSpPr>
        <p:spPr>
          <a:xfrm>
            <a:off x="722375" y="539500"/>
            <a:ext cx="76992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55" name="Google Shape;55;p5"/>
          <p:cNvSpPr txBox="1">
            <a:spLocks noGrp="1"/>
          </p:cNvSpPr>
          <p:nvPr>
            <p:ph type="subTitle" idx="1"/>
          </p:nvPr>
        </p:nvSpPr>
        <p:spPr>
          <a:xfrm>
            <a:off x="1128763" y="2658898"/>
            <a:ext cx="2928300" cy="1151100"/>
          </a:xfrm>
          <a:prstGeom prst="rect">
            <a:avLst/>
          </a:prstGeom>
        </p:spPr>
        <p:txBody>
          <a:bodyPr spcFirstLastPara="1" wrap="square" lIns="91425" tIns="91425" rIns="91425" bIns="91425" anchor="t" anchorCtr="0">
            <a:noAutofit/>
          </a:bodyPr>
          <a:lstStyle>
            <a:lvl1pPr lvl="0" algn="ctr">
              <a:spcBef>
                <a:spcPts val="0"/>
              </a:spcBef>
              <a:spcAft>
                <a:spcPts val="0"/>
              </a:spcAft>
              <a:buSzPts val="1200"/>
              <a:buNone/>
              <a:defRPr/>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a:endParaRPr/>
          </a:p>
        </p:txBody>
      </p:sp>
      <p:sp>
        <p:nvSpPr>
          <p:cNvPr id="56" name="Google Shape;56;p5"/>
          <p:cNvSpPr txBox="1">
            <a:spLocks noGrp="1"/>
          </p:cNvSpPr>
          <p:nvPr>
            <p:ph type="subTitle" idx="2"/>
          </p:nvPr>
        </p:nvSpPr>
        <p:spPr>
          <a:xfrm>
            <a:off x="5086893" y="2658898"/>
            <a:ext cx="2928300" cy="11511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200"/>
              <a:buNone/>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a:endParaRPr/>
          </a:p>
        </p:txBody>
      </p:sp>
      <p:sp>
        <p:nvSpPr>
          <p:cNvPr id="57" name="Google Shape;57;p5"/>
          <p:cNvSpPr txBox="1">
            <a:spLocks noGrp="1"/>
          </p:cNvSpPr>
          <p:nvPr>
            <p:ph type="subTitle" idx="3"/>
          </p:nvPr>
        </p:nvSpPr>
        <p:spPr>
          <a:xfrm>
            <a:off x="1128762" y="2308800"/>
            <a:ext cx="2928300" cy="4575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200"/>
              <a:buFont typeface="Open Sans"/>
              <a:buNone/>
              <a:defRPr sz="1800" b="1">
                <a:latin typeface="Open Sans"/>
                <a:ea typeface="Open Sans"/>
                <a:cs typeface="Open Sans"/>
                <a:sym typeface="Open Sans"/>
              </a:defRPr>
            </a:lvl1pPr>
            <a:lvl2pPr lvl="1" algn="ctr" rtl="0">
              <a:spcBef>
                <a:spcPts val="0"/>
              </a:spcBef>
              <a:spcAft>
                <a:spcPts val="0"/>
              </a:spcAft>
              <a:buSzPts val="1200"/>
              <a:buFont typeface="Open Sans"/>
              <a:buNone/>
              <a:defRPr b="1">
                <a:latin typeface="Open Sans"/>
                <a:ea typeface="Open Sans"/>
                <a:cs typeface="Open Sans"/>
                <a:sym typeface="Open Sans"/>
              </a:defRPr>
            </a:lvl2pPr>
            <a:lvl3pPr lvl="2" algn="ctr" rtl="0">
              <a:spcBef>
                <a:spcPts val="0"/>
              </a:spcBef>
              <a:spcAft>
                <a:spcPts val="0"/>
              </a:spcAft>
              <a:buSzPts val="1200"/>
              <a:buFont typeface="Open Sans"/>
              <a:buNone/>
              <a:defRPr b="1">
                <a:latin typeface="Open Sans"/>
                <a:ea typeface="Open Sans"/>
                <a:cs typeface="Open Sans"/>
                <a:sym typeface="Open Sans"/>
              </a:defRPr>
            </a:lvl3pPr>
            <a:lvl4pPr lvl="3" algn="ctr" rtl="0">
              <a:spcBef>
                <a:spcPts val="0"/>
              </a:spcBef>
              <a:spcAft>
                <a:spcPts val="0"/>
              </a:spcAft>
              <a:buSzPts val="1200"/>
              <a:buFont typeface="Open Sans"/>
              <a:buNone/>
              <a:defRPr b="1">
                <a:latin typeface="Open Sans"/>
                <a:ea typeface="Open Sans"/>
                <a:cs typeface="Open Sans"/>
                <a:sym typeface="Open Sans"/>
              </a:defRPr>
            </a:lvl4pPr>
            <a:lvl5pPr lvl="4" algn="ctr" rtl="0">
              <a:spcBef>
                <a:spcPts val="0"/>
              </a:spcBef>
              <a:spcAft>
                <a:spcPts val="0"/>
              </a:spcAft>
              <a:buSzPts val="1200"/>
              <a:buFont typeface="Open Sans"/>
              <a:buNone/>
              <a:defRPr b="1">
                <a:latin typeface="Open Sans"/>
                <a:ea typeface="Open Sans"/>
                <a:cs typeface="Open Sans"/>
                <a:sym typeface="Open Sans"/>
              </a:defRPr>
            </a:lvl5pPr>
            <a:lvl6pPr lvl="5" algn="ctr" rtl="0">
              <a:spcBef>
                <a:spcPts val="0"/>
              </a:spcBef>
              <a:spcAft>
                <a:spcPts val="0"/>
              </a:spcAft>
              <a:buSzPts val="1200"/>
              <a:buFont typeface="Open Sans"/>
              <a:buNone/>
              <a:defRPr b="1">
                <a:latin typeface="Open Sans"/>
                <a:ea typeface="Open Sans"/>
                <a:cs typeface="Open Sans"/>
                <a:sym typeface="Open Sans"/>
              </a:defRPr>
            </a:lvl6pPr>
            <a:lvl7pPr lvl="6" algn="ctr" rtl="0">
              <a:spcBef>
                <a:spcPts val="0"/>
              </a:spcBef>
              <a:spcAft>
                <a:spcPts val="0"/>
              </a:spcAft>
              <a:buSzPts val="1200"/>
              <a:buFont typeface="Open Sans"/>
              <a:buNone/>
              <a:defRPr b="1">
                <a:latin typeface="Open Sans"/>
                <a:ea typeface="Open Sans"/>
                <a:cs typeface="Open Sans"/>
                <a:sym typeface="Open Sans"/>
              </a:defRPr>
            </a:lvl7pPr>
            <a:lvl8pPr lvl="7" algn="ctr" rtl="0">
              <a:spcBef>
                <a:spcPts val="0"/>
              </a:spcBef>
              <a:spcAft>
                <a:spcPts val="0"/>
              </a:spcAft>
              <a:buSzPts val="1200"/>
              <a:buFont typeface="Open Sans"/>
              <a:buNone/>
              <a:defRPr b="1">
                <a:latin typeface="Open Sans"/>
                <a:ea typeface="Open Sans"/>
                <a:cs typeface="Open Sans"/>
                <a:sym typeface="Open Sans"/>
              </a:defRPr>
            </a:lvl8pPr>
            <a:lvl9pPr lvl="8" algn="ctr" rtl="0">
              <a:spcBef>
                <a:spcPts val="0"/>
              </a:spcBef>
              <a:spcAft>
                <a:spcPts val="0"/>
              </a:spcAft>
              <a:buSzPts val="1200"/>
              <a:buFont typeface="Open Sans"/>
              <a:buNone/>
              <a:defRPr b="1">
                <a:latin typeface="Open Sans"/>
                <a:ea typeface="Open Sans"/>
                <a:cs typeface="Open Sans"/>
                <a:sym typeface="Open Sans"/>
              </a:defRPr>
            </a:lvl9pPr>
          </a:lstStyle>
          <a:p>
            <a:endParaRPr/>
          </a:p>
        </p:txBody>
      </p:sp>
      <p:sp>
        <p:nvSpPr>
          <p:cNvPr id="58" name="Google Shape;58;p5"/>
          <p:cNvSpPr txBox="1">
            <a:spLocks noGrp="1"/>
          </p:cNvSpPr>
          <p:nvPr>
            <p:ph type="subTitle" idx="4"/>
          </p:nvPr>
        </p:nvSpPr>
        <p:spPr>
          <a:xfrm>
            <a:off x="5086899" y="2308800"/>
            <a:ext cx="2928300" cy="4575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200"/>
              <a:buFont typeface="Open Sans"/>
              <a:buNone/>
              <a:defRPr sz="1800" b="1">
                <a:latin typeface="Open Sans"/>
                <a:ea typeface="Open Sans"/>
                <a:cs typeface="Open Sans"/>
                <a:sym typeface="Open Sans"/>
              </a:defRPr>
            </a:lvl1pPr>
            <a:lvl2pPr lvl="1" algn="ctr" rtl="0">
              <a:spcBef>
                <a:spcPts val="0"/>
              </a:spcBef>
              <a:spcAft>
                <a:spcPts val="0"/>
              </a:spcAft>
              <a:buSzPts val="1200"/>
              <a:buFont typeface="Open Sans"/>
              <a:buNone/>
              <a:defRPr b="1">
                <a:latin typeface="Open Sans"/>
                <a:ea typeface="Open Sans"/>
                <a:cs typeface="Open Sans"/>
                <a:sym typeface="Open Sans"/>
              </a:defRPr>
            </a:lvl2pPr>
            <a:lvl3pPr lvl="2" algn="ctr" rtl="0">
              <a:spcBef>
                <a:spcPts val="0"/>
              </a:spcBef>
              <a:spcAft>
                <a:spcPts val="0"/>
              </a:spcAft>
              <a:buSzPts val="1200"/>
              <a:buFont typeface="Open Sans"/>
              <a:buNone/>
              <a:defRPr b="1">
                <a:latin typeface="Open Sans"/>
                <a:ea typeface="Open Sans"/>
                <a:cs typeface="Open Sans"/>
                <a:sym typeface="Open Sans"/>
              </a:defRPr>
            </a:lvl3pPr>
            <a:lvl4pPr lvl="3" algn="ctr" rtl="0">
              <a:spcBef>
                <a:spcPts val="0"/>
              </a:spcBef>
              <a:spcAft>
                <a:spcPts val="0"/>
              </a:spcAft>
              <a:buSzPts val="1200"/>
              <a:buFont typeface="Open Sans"/>
              <a:buNone/>
              <a:defRPr b="1">
                <a:latin typeface="Open Sans"/>
                <a:ea typeface="Open Sans"/>
                <a:cs typeface="Open Sans"/>
                <a:sym typeface="Open Sans"/>
              </a:defRPr>
            </a:lvl4pPr>
            <a:lvl5pPr lvl="4" algn="ctr" rtl="0">
              <a:spcBef>
                <a:spcPts val="0"/>
              </a:spcBef>
              <a:spcAft>
                <a:spcPts val="0"/>
              </a:spcAft>
              <a:buSzPts val="1200"/>
              <a:buFont typeface="Open Sans"/>
              <a:buNone/>
              <a:defRPr b="1">
                <a:latin typeface="Open Sans"/>
                <a:ea typeface="Open Sans"/>
                <a:cs typeface="Open Sans"/>
                <a:sym typeface="Open Sans"/>
              </a:defRPr>
            </a:lvl5pPr>
            <a:lvl6pPr lvl="5" algn="ctr" rtl="0">
              <a:spcBef>
                <a:spcPts val="0"/>
              </a:spcBef>
              <a:spcAft>
                <a:spcPts val="0"/>
              </a:spcAft>
              <a:buSzPts val="1200"/>
              <a:buFont typeface="Open Sans"/>
              <a:buNone/>
              <a:defRPr b="1">
                <a:latin typeface="Open Sans"/>
                <a:ea typeface="Open Sans"/>
                <a:cs typeface="Open Sans"/>
                <a:sym typeface="Open Sans"/>
              </a:defRPr>
            </a:lvl6pPr>
            <a:lvl7pPr lvl="6" algn="ctr" rtl="0">
              <a:spcBef>
                <a:spcPts val="0"/>
              </a:spcBef>
              <a:spcAft>
                <a:spcPts val="0"/>
              </a:spcAft>
              <a:buSzPts val="1200"/>
              <a:buFont typeface="Open Sans"/>
              <a:buNone/>
              <a:defRPr b="1">
                <a:latin typeface="Open Sans"/>
                <a:ea typeface="Open Sans"/>
                <a:cs typeface="Open Sans"/>
                <a:sym typeface="Open Sans"/>
              </a:defRPr>
            </a:lvl7pPr>
            <a:lvl8pPr lvl="7" algn="ctr" rtl="0">
              <a:spcBef>
                <a:spcPts val="0"/>
              </a:spcBef>
              <a:spcAft>
                <a:spcPts val="0"/>
              </a:spcAft>
              <a:buSzPts val="1200"/>
              <a:buFont typeface="Open Sans"/>
              <a:buNone/>
              <a:defRPr b="1">
                <a:latin typeface="Open Sans"/>
                <a:ea typeface="Open Sans"/>
                <a:cs typeface="Open Sans"/>
                <a:sym typeface="Open Sans"/>
              </a:defRPr>
            </a:lvl8pPr>
            <a:lvl9pPr lvl="8" algn="ctr" rtl="0">
              <a:spcBef>
                <a:spcPts val="0"/>
              </a:spcBef>
              <a:spcAft>
                <a:spcPts val="0"/>
              </a:spcAft>
              <a:buSzPts val="1200"/>
              <a:buFont typeface="Open Sans"/>
              <a:buNone/>
              <a:defRPr b="1">
                <a:latin typeface="Open Sans"/>
                <a:ea typeface="Open Sans"/>
                <a:cs typeface="Open Sans"/>
                <a:sym typeface="Open Sans"/>
              </a:defRPr>
            </a:lvl9pPr>
          </a:lstStyle>
          <a:p>
            <a:endParaRPr/>
          </a:p>
        </p:txBody>
      </p:sp>
      <p:grpSp>
        <p:nvGrpSpPr>
          <p:cNvPr id="59" name="Google Shape;59;p5"/>
          <p:cNvGrpSpPr/>
          <p:nvPr/>
        </p:nvGrpSpPr>
        <p:grpSpPr>
          <a:xfrm rot="-9969249">
            <a:off x="8236724" y="374036"/>
            <a:ext cx="619273" cy="330910"/>
            <a:chOff x="5031250" y="135875"/>
            <a:chExt cx="619300" cy="330925"/>
          </a:xfrm>
        </p:grpSpPr>
        <p:sp>
          <p:nvSpPr>
            <p:cNvPr id="60" name="Google Shape;60;p5"/>
            <p:cNvSpPr/>
            <p:nvPr/>
          </p:nvSpPr>
          <p:spPr>
            <a:xfrm>
              <a:off x="5031250" y="135875"/>
              <a:ext cx="120000" cy="1200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61;p5"/>
            <p:cNvSpPr/>
            <p:nvPr/>
          </p:nvSpPr>
          <p:spPr>
            <a:xfrm>
              <a:off x="5195653" y="346800"/>
              <a:ext cx="120000" cy="120000"/>
            </a:xfrm>
            <a:prstGeom prst="mathPlus">
              <a:avLst>
                <a:gd name="adj1" fmla="val 0"/>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62;p5"/>
            <p:cNvSpPr/>
            <p:nvPr/>
          </p:nvSpPr>
          <p:spPr>
            <a:xfrm>
              <a:off x="5530550" y="346800"/>
              <a:ext cx="120000" cy="1200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3" name="Google Shape;63;p5"/>
          <p:cNvGrpSpPr/>
          <p:nvPr/>
        </p:nvGrpSpPr>
        <p:grpSpPr>
          <a:xfrm rot="-5082576">
            <a:off x="580185" y="4491069"/>
            <a:ext cx="284392" cy="690535"/>
            <a:chOff x="276425" y="4185388"/>
            <a:chExt cx="284403" cy="690563"/>
          </a:xfrm>
        </p:grpSpPr>
        <p:sp>
          <p:nvSpPr>
            <p:cNvPr id="64" name="Google Shape;64;p5"/>
            <p:cNvSpPr/>
            <p:nvPr/>
          </p:nvSpPr>
          <p:spPr>
            <a:xfrm>
              <a:off x="276425" y="4545025"/>
              <a:ext cx="120000" cy="1200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5"/>
            <p:cNvSpPr/>
            <p:nvPr/>
          </p:nvSpPr>
          <p:spPr>
            <a:xfrm>
              <a:off x="440828" y="4755950"/>
              <a:ext cx="120000" cy="120000"/>
            </a:xfrm>
            <a:prstGeom prst="mathPlus">
              <a:avLst>
                <a:gd name="adj1" fmla="val 0"/>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5"/>
            <p:cNvSpPr/>
            <p:nvPr/>
          </p:nvSpPr>
          <p:spPr>
            <a:xfrm>
              <a:off x="440828" y="4185388"/>
              <a:ext cx="120000" cy="120000"/>
            </a:xfrm>
            <a:prstGeom prst="mathPlus">
              <a:avLst>
                <a:gd name="adj1" fmla="val 0"/>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67" name="Google Shape;67;p5"/>
          <p:cNvCxnSpPr/>
          <p:nvPr/>
        </p:nvCxnSpPr>
        <p:spPr>
          <a:xfrm>
            <a:off x="4570500" y="4836313"/>
            <a:ext cx="4570500" cy="0"/>
          </a:xfrm>
          <a:prstGeom prst="straightConnector1">
            <a:avLst/>
          </a:prstGeom>
          <a:noFill/>
          <a:ln w="9525" cap="flat" cmpd="sng">
            <a:solidFill>
              <a:schemeClr val="dk1"/>
            </a:solidFill>
            <a:prstDash val="solid"/>
            <a:round/>
            <a:headEnd type="none" w="med" len="med"/>
            <a:tailEnd type="none" w="med" len="med"/>
          </a:ln>
        </p:spPr>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98"/>
        <p:cNvGrpSpPr/>
        <p:nvPr/>
      </p:nvGrpSpPr>
      <p:grpSpPr>
        <a:xfrm>
          <a:off x="0" y="0"/>
          <a:ext cx="0" cy="0"/>
          <a:chOff x="0" y="0"/>
          <a:chExt cx="0" cy="0"/>
        </a:xfrm>
      </p:grpSpPr>
      <p:sp>
        <p:nvSpPr>
          <p:cNvPr id="99" name="Google Shape;99;p8"/>
          <p:cNvSpPr txBox="1">
            <a:spLocks noGrp="1"/>
          </p:cNvSpPr>
          <p:nvPr>
            <p:ph type="title"/>
          </p:nvPr>
        </p:nvSpPr>
        <p:spPr>
          <a:xfrm>
            <a:off x="1878750" y="1289700"/>
            <a:ext cx="5386500" cy="2564100"/>
          </a:xfrm>
          <a:prstGeom prst="rect">
            <a:avLst/>
          </a:prstGeom>
        </p:spPr>
        <p:txBody>
          <a:bodyPr spcFirstLastPara="1" wrap="square" lIns="91425" tIns="91425" rIns="91425" bIns="91425" anchor="ctr" anchorCtr="0">
            <a:noAutofit/>
          </a:bodyPr>
          <a:lstStyle>
            <a:lvl1pPr lvl="0" algn="ctr">
              <a:spcBef>
                <a:spcPts val="0"/>
              </a:spcBef>
              <a:spcAft>
                <a:spcPts val="0"/>
              </a:spcAft>
              <a:buSzPts val="6000"/>
              <a:buNone/>
              <a:defRPr sz="6000"/>
            </a:lvl1pPr>
            <a:lvl2pPr lvl="1" algn="ctr">
              <a:spcBef>
                <a:spcPts val="0"/>
              </a:spcBef>
              <a:spcAft>
                <a:spcPts val="0"/>
              </a:spcAft>
              <a:buSzPts val="6000"/>
              <a:buNone/>
              <a:defRPr sz="6000"/>
            </a:lvl2pPr>
            <a:lvl3pPr lvl="2" algn="ctr">
              <a:spcBef>
                <a:spcPts val="0"/>
              </a:spcBef>
              <a:spcAft>
                <a:spcPts val="0"/>
              </a:spcAft>
              <a:buSzPts val="6000"/>
              <a:buNone/>
              <a:defRPr sz="6000"/>
            </a:lvl3pPr>
            <a:lvl4pPr lvl="3" algn="ctr">
              <a:spcBef>
                <a:spcPts val="0"/>
              </a:spcBef>
              <a:spcAft>
                <a:spcPts val="0"/>
              </a:spcAft>
              <a:buSzPts val="6000"/>
              <a:buNone/>
              <a:defRPr sz="6000"/>
            </a:lvl4pPr>
            <a:lvl5pPr lvl="4" algn="ctr">
              <a:spcBef>
                <a:spcPts val="0"/>
              </a:spcBef>
              <a:spcAft>
                <a:spcPts val="0"/>
              </a:spcAft>
              <a:buSzPts val="6000"/>
              <a:buNone/>
              <a:defRPr sz="6000"/>
            </a:lvl5pPr>
            <a:lvl6pPr lvl="5" algn="ctr">
              <a:spcBef>
                <a:spcPts val="0"/>
              </a:spcBef>
              <a:spcAft>
                <a:spcPts val="0"/>
              </a:spcAft>
              <a:buSzPts val="6000"/>
              <a:buNone/>
              <a:defRPr sz="6000"/>
            </a:lvl6pPr>
            <a:lvl7pPr lvl="6" algn="ctr">
              <a:spcBef>
                <a:spcPts val="0"/>
              </a:spcBef>
              <a:spcAft>
                <a:spcPts val="0"/>
              </a:spcAft>
              <a:buSzPts val="6000"/>
              <a:buNone/>
              <a:defRPr sz="6000"/>
            </a:lvl7pPr>
            <a:lvl8pPr lvl="7" algn="ctr">
              <a:spcBef>
                <a:spcPts val="0"/>
              </a:spcBef>
              <a:spcAft>
                <a:spcPts val="0"/>
              </a:spcAft>
              <a:buSzPts val="6000"/>
              <a:buNone/>
              <a:defRPr sz="6000"/>
            </a:lvl8pPr>
            <a:lvl9pPr lvl="8" algn="ctr">
              <a:spcBef>
                <a:spcPts val="0"/>
              </a:spcBef>
              <a:spcAft>
                <a:spcPts val="0"/>
              </a:spcAft>
              <a:buSzPts val="6000"/>
              <a:buNone/>
              <a:defRPr sz="6000"/>
            </a:lvl9pPr>
          </a:lstStyle>
          <a:p>
            <a:endParaRPr/>
          </a:p>
        </p:txBody>
      </p:sp>
      <p:grpSp>
        <p:nvGrpSpPr>
          <p:cNvPr id="100" name="Google Shape;100;p8"/>
          <p:cNvGrpSpPr/>
          <p:nvPr/>
        </p:nvGrpSpPr>
        <p:grpSpPr>
          <a:xfrm>
            <a:off x="0" y="307163"/>
            <a:ext cx="9141000" cy="4529150"/>
            <a:chOff x="0" y="307163"/>
            <a:chExt cx="9141000" cy="4529150"/>
          </a:xfrm>
        </p:grpSpPr>
        <p:cxnSp>
          <p:nvCxnSpPr>
            <p:cNvPr id="101" name="Google Shape;101;p8"/>
            <p:cNvCxnSpPr/>
            <p:nvPr/>
          </p:nvCxnSpPr>
          <p:spPr>
            <a:xfrm>
              <a:off x="0" y="307163"/>
              <a:ext cx="4570500" cy="0"/>
            </a:xfrm>
            <a:prstGeom prst="straightConnector1">
              <a:avLst/>
            </a:prstGeom>
            <a:noFill/>
            <a:ln w="9525" cap="flat" cmpd="sng">
              <a:solidFill>
                <a:schemeClr val="dk1"/>
              </a:solidFill>
              <a:prstDash val="solid"/>
              <a:round/>
              <a:headEnd type="none" w="med" len="med"/>
              <a:tailEnd type="none" w="med" len="med"/>
            </a:ln>
          </p:spPr>
        </p:cxnSp>
        <p:cxnSp>
          <p:nvCxnSpPr>
            <p:cNvPr id="102" name="Google Shape;102;p8"/>
            <p:cNvCxnSpPr/>
            <p:nvPr/>
          </p:nvCxnSpPr>
          <p:spPr>
            <a:xfrm>
              <a:off x="4570500" y="4836313"/>
              <a:ext cx="4570500" cy="0"/>
            </a:xfrm>
            <a:prstGeom prst="straightConnector1">
              <a:avLst/>
            </a:prstGeom>
            <a:noFill/>
            <a:ln w="9525" cap="flat" cmpd="sng">
              <a:solidFill>
                <a:schemeClr val="dk1"/>
              </a:solidFill>
              <a:prstDash val="solid"/>
              <a:round/>
              <a:headEnd type="none" w="med" len="med"/>
              <a:tailEnd type="none" w="med" len="med"/>
            </a:ln>
          </p:spPr>
        </p:cxnSp>
      </p:grpSp>
      <p:grpSp>
        <p:nvGrpSpPr>
          <p:cNvPr id="103" name="Google Shape;103;p8"/>
          <p:cNvGrpSpPr/>
          <p:nvPr/>
        </p:nvGrpSpPr>
        <p:grpSpPr>
          <a:xfrm>
            <a:off x="294371" y="141713"/>
            <a:ext cx="8240379" cy="4829479"/>
            <a:chOff x="294371" y="141713"/>
            <a:chExt cx="8240379" cy="4829479"/>
          </a:xfrm>
        </p:grpSpPr>
        <p:grpSp>
          <p:nvGrpSpPr>
            <p:cNvPr id="104" name="Google Shape;104;p8"/>
            <p:cNvGrpSpPr/>
            <p:nvPr/>
          </p:nvGrpSpPr>
          <p:grpSpPr>
            <a:xfrm>
              <a:off x="7915450" y="141713"/>
              <a:ext cx="619300" cy="330925"/>
              <a:chOff x="5031250" y="135875"/>
              <a:chExt cx="619300" cy="330925"/>
            </a:xfrm>
          </p:grpSpPr>
          <p:sp>
            <p:nvSpPr>
              <p:cNvPr id="105" name="Google Shape;105;p8"/>
              <p:cNvSpPr/>
              <p:nvPr/>
            </p:nvSpPr>
            <p:spPr>
              <a:xfrm>
                <a:off x="5031250" y="135875"/>
                <a:ext cx="120000" cy="1200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 name="Google Shape;106;p8"/>
              <p:cNvSpPr/>
              <p:nvPr/>
            </p:nvSpPr>
            <p:spPr>
              <a:xfrm>
                <a:off x="5195653" y="346800"/>
                <a:ext cx="120000" cy="120000"/>
              </a:xfrm>
              <a:prstGeom prst="mathPlus">
                <a:avLst>
                  <a:gd name="adj1" fmla="val 0"/>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 name="Google Shape;107;p8"/>
              <p:cNvSpPr/>
              <p:nvPr/>
            </p:nvSpPr>
            <p:spPr>
              <a:xfrm>
                <a:off x="5530550" y="346800"/>
                <a:ext cx="120000" cy="1200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8" name="Google Shape;108;p8"/>
            <p:cNvGrpSpPr/>
            <p:nvPr/>
          </p:nvGrpSpPr>
          <p:grpSpPr>
            <a:xfrm rot="-1970868">
              <a:off x="458916" y="4258716"/>
              <a:ext cx="284398" cy="690551"/>
              <a:chOff x="276425" y="4185388"/>
              <a:chExt cx="284403" cy="690563"/>
            </a:xfrm>
          </p:grpSpPr>
          <p:sp>
            <p:nvSpPr>
              <p:cNvPr id="109" name="Google Shape;109;p8"/>
              <p:cNvSpPr/>
              <p:nvPr/>
            </p:nvSpPr>
            <p:spPr>
              <a:xfrm>
                <a:off x="276425" y="4545025"/>
                <a:ext cx="120000" cy="1200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110;p8"/>
              <p:cNvSpPr/>
              <p:nvPr/>
            </p:nvSpPr>
            <p:spPr>
              <a:xfrm>
                <a:off x="440828" y="4755950"/>
                <a:ext cx="120000" cy="120000"/>
              </a:xfrm>
              <a:prstGeom prst="mathPlus">
                <a:avLst>
                  <a:gd name="adj1" fmla="val 0"/>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 name="Google Shape;111;p8"/>
              <p:cNvSpPr/>
              <p:nvPr/>
            </p:nvSpPr>
            <p:spPr>
              <a:xfrm>
                <a:off x="440828" y="4185388"/>
                <a:ext cx="120000" cy="120000"/>
              </a:xfrm>
              <a:prstGeom prst="mathPlus">
                <a:avLst>
                  <a:gd name="adj1" fmla="val 0"/>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112"/>
        <p:cNvGrpSpPr/>
        <p:nvPr/>
      </p:nvGrpSpPr>
      <p:grpSpPr>
        <a:xfrm>
          <a:off x="0" y="0"/>
          <a:ext cx="0" cy="0"/>
          <a:chOff x="0" y="0"/>
          <a:chExt cx="0" cy="0"/>
        </a:xfrm>
      </p:grpSpPr>
      <p:sp>
        <p:nvSpPr>
          <p:cNvPr id="113" name="Google Shape;113;p9"/>
          <p:cNvSpPr txBox="1">
            <a:spLocks noGrp="1"/>
          </p:cNvSpPr>
          <p:nvPr>
            <p:ph type="title"/>
          </p:nvPr>
        </p:nvSpPr>
        <p:spPr>
          <a:xfrm>
            <a:off x="2549400" y="1278825"/>
            <a:ext cx="4045200" cy="1482300"/>
          </a:xfrm>
          <a:prstGeom prst="rect">
            <a:avLst/>
          </a:prstGeom>
        </p:spPr>
        <p:txBody>
          <a:bodyPr spcFirstLastPara="1" wrap="square" lIns="91425" tIns="91425" rIns="91425" bIns="91425" anchor="b" anchorCtr="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114" name="Google Shape;114;p9"/>
          <p:cNvSpPr txBox="1">
            <a:spLocks noGrp="1"/>
          </p:cNvSpPr>
          <p:nvPr>
            <p:ph type="subTitle" idx="1"/>
          </p:nvPr>
        </p:nvSpPr>
        <p:spPr>
          <a:xfrm>
            <a:off x="2549400" y="2848725"/>
            <a:ext cx="4045200" cy="12351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1800"/>
              <a:buNone/>
              <a:defRPr sz="18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grpSp>
        <p:nvGrpSpPr>
          <p:cNvPr id="115" name="Google Shape;115;p9"/>
          <p:cNvGrpSpPr/>
          <p:nvPr/>
        </p:nvGrpSpPr>
        <p:grpSpPr>
          <a:xfrm>
            <a:off x="211278" y="220206"/>
            <a:ext cx="8661690" cy="4820732"/>
            <a:chOff x="211278" y="220206"/>
            <a:chExt cx="8661690" cy="4820732"/>
          </a:xfrm>
        </p:grpSpPr>
        <p:grpSp>
          <p:nvGrpSpPr>
            <p:cNvPr id="116" name="Google Shape;116;p9"/>
            <p:cNvGrpSpPr/>
            <p:nvPr/>
          </p:nvGrpSpPr>
          <p:grpSpPr>
            <a:xfrm rot="-4513216">
              <a:off x="8324345" y="4533868"/>
              <a:ext cx="619291" cy="330920"/>
              <a:chOff x="5031250" y="135875"/>
              <a:chExt cx="619300" cy="330925"/>
            </a:xfrm>
          </p:grpSpPr>
          <p:sp>
            <p:nvSpPr>
              <p:cNvPr id="117" name="Google Shape;117;p9"/>
              <p:cNvSpPr/>
              <p:nvPr/>
            </p:nvSpPr>
            <p:spPr>
              <a:xfrm>
                <a:off x="5031250" y="135875"/>
                <a:ext cx="120000" cy="1200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118;p9"/>
              <p:cNvSpPr/>
              <p:nvPr/>
            </p:nvSpPr>
            <p:spPr>
              <a:xfrm>
                <a:off x="5195653" y="346800"/>
                <a:ext cx="120000" cy="120000"/>
              </a:xfrm>
              <a:prstGeom prst="mathPlus">
                <a:avLst>
                  <a:gd name="adj1" fmla="val 0"/>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 name="Google Shape;119;p9"/>
              <p:cNvSpPr/>
              <p:nvPr/>
            </p:nvSpPr>
            <p:spPr>
              <a:xfrm>
                <a:off x="5530550" y="346800"/>
                <a:ext cx="120000" cy="1200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0" name="Google Shape;120;p9"/>
            <p:cNvGrpSpPr/>
            <p:nvPr/>
          </p:nvGrpSpPr>
          <p:grpSpPr>
            <a:xfrm rot="811576">
              <a:off x="288095" y="243890"/>
              <a:ext cx="284414" cy="690589"/>
              <a:chOff x="276425" y="4185388"/>
              <a:chExt cx="284403" cy="690563"/>
            </a:xfrm>
          </p:grpSpPr>
          <p:sp>
            <p:nvSpPr>
              <p:cNvPr id="121" name="Google Shape;121;p9"/>
              <p:cNvSpPr/>
              <p:nvPr/>
            </p:nvSpPr>
            <p:spPr>
              <a:xfrm>
                <a:off x="276425" y="4545025"/>
                <a:ext cx="120000" cy="1200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 name="Google Shape;122;p9"/>
              <p:cNvSpPr/>
              <p:nvPr/>
            </p:nvSpPr>
            <p:spPr>
              <a:xfrm>
                <a:off x="440828" y="4755950"/>
                <a:ext cx="120000" cy="120000"/>
              </a:xfrm>
              <a:prstGeom prst="mathPlus">
                <a:avLst>
                  <a:gd name="adj1" fmla="val 0"/>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123;p9"/>
              <p:cNvSpPr/>
              <p:nvPr/>
            </p:nvSpPr>
            <p:spPr>
              <a:xfrm>
                <a:off x="440828" y="4185388"/>
                <a:ext cx="120000" cy="120000"/>
              </a:xfrm>
              <a:prstGeom prst="mathPlus">
                <a:avLst>
                  <a:gd name="adj1" fmla="val 0"/>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24" name="Google Shape;124;p9"/>
          <p:cNvGrpSpPr/>
          <p:nvPr/>
        </p:nvGrpSpPr>
        <p:grpSpPr>
          <a:xfrm>
            <a:off x="0" y="307163"/>
            <a:ext cx="9141000" cy="4529150"/>
            <a:chOff x="0" y="307163"/>
            <a:chExt cx="9141000" cy="4529150"/>
          </a:xfrm>
        </p:grpSpPr>
        <p:cxnSp>
          <p:nvCxnSpPr>
            <p:cNvPr id="125" name="Google Shape;125;p9"/>
            <p:cNvCxnSpPr/>
            <p:nvPr/>
          </p:nvCxnSpPr>
          <p:spPr>
            <a:xfrm rot="10800000">
              <a:off x="4570500" y="307163"/>
              <a:ext cx="4570500" cy="0"/>
            </a:xfrm>
            <a:prstGeom prst="straightConnector1">
              <a:avLst/>
            </a:prstGeom>
            <a:noFill/>
            <a:ln w="9525" cap="flat" cmpd="sng">
              <a:solidFill>
                <a:schemeClr val="dk1"/>
              </a:solidFill>
              <a:prstDash val="solid"/>
              <a:round/>
              <a:headEnd type="none" w="med" len="med"/>
              <a:tailEnd type="none" w="med" len="med"/>
            </a:ln>
          </p:spPr>
        </p:cxnSp>
        <p:cxnSp>
          <p:nvCxnSpPr>
            <p:cNvPr id="126" name="Google Shape;126;p9"/>
            <p:cNvCxnSpPr/>
            <p:nvPr/>
          </p:nvCxnSpPr>
          <p:spPr>
            <a:xfrm rot="10800000">
              <a:off x="0" y="4836313"/>
              <a:ext cx="4570500" cy="0"/>
            </a:xfrm>
            <a:prstGeom prst="straightConnector1">
              <a:avLst/>
            </a:prstGeom>
            <a:noFill/>
            <a:ln w="9525" cap="flat" cmpd="sng">
              <a:solidFill>
                <a:schemeClr val="dk1"/>
              </a:solidFill>
              <a:prstDash val="solid"/>
              <a:round/>
              <a:headEnd type="none" w="med" len="med"/>
              <a:tailEnd type="none" w="med" len="med"/>
            </a:ln>
          </p:spPr>
        </p:cxn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127"/>
        <p:cNvGrpSpPr/>
        <p:nvPr/>
      </p:nvGrpSpPr>
      <p:grpSpPr>
        <a:xfrm>
          <a:off x="0" y="0"/>
          <a:ext cx="0" cy="0"/>
          <a:chOff x="0" y="0"/>
          <a:chExt cx="0" cy="0"/>
        </a:xfrm>
      </p:grpSpPr>
      <p:sp>
        <p:nvSpPr>
          <p:cNvPr id="128" name="Google Shape;128;p10"/>
          <p:cNvSpPr txBox="1">
            <a:spLocks noGrp="1"/>
          </p:cNvSpPr>
          <p:nvPr>
            <p:ph type="title"/>
          </p:nvPr>
        </p:nvSpPr>
        <p:spPr>
          <a:xfrm>
            <a:off x="722375" y="539500"/>
            <a:ext cx="76992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Clr>
                <a:schemeClr val="dk1"/>
              </a:buClr>
              <a:buSzPts val="2800"/>
              <a:buNone/>
              <a:defRPr sz="2800">
                <a:solidFill>
                  <a:schemeClr val="dk1"/>
                </a:solidFill>
              </a:defRPr>
            </a:lvl1pPr>
            <a:lvl2pPr lvl="1" algn="ctr" rtl="0">
              <a:spcBef>
                <a:spcPts val="0"/>
              </a:spcBef>
              <a:spcAft>
                <a:spcPts val="0"/>
              </a:spcAft>
              <a:buClr>
                <a:schemeClr val="dk1"/>
              </a:buClr>
              <a:buSzPts val="2800"/>
              <a:buNone/>
              <a:defRPr sz="2800">
                <a:solidFill>
                  <a:schemeClr val="dk1"/>
                </a:solidFill>
              </a:defRPr>
            </a:lvl2pPr>
            <a:lvl3pPr lvl="2" algn="ctr" rtl="0">
              <a:spcBef>
                <a:spcPts val="0"/>
              </a:spcBef>
              <a:spcAft>
                <a:spcPts val="0"/>
              </a:spcAft>
              <a:buClr>
                <a:schemeClr val="dk1"/>
              </a:buClr>
              <a:buSzPts val="2800"/>
              <a:buNone/>
              <a:defRPr sz="2800">
                <a:solidFill>
                  <a:schemeClr val="dk1"/>
                </a:solidFill>
              </a:defRPr>
            </a:lvl3pPr>
            <a:lvl4pPr lvl="3" algn="ctr" rtl="0">
              <a:spcBef>
                <a:spcPts val="0"/>
              </a:spcBef>
              <a:spcAft>
                <a:spcPts val="0"/>
              </a:spcAft>
              <a:buClr>
                <a:schemeClr val="dk1"/>
              </a:buClr>
              <a:buSzPts val="2800"/>
              <a:buNone/>
              <a:defRPr sz="2800">
                <a:solidFill>
                  <a:schemeClr val="dk1"/>
                </a:solidFill>
              </a:defRPr>
            </a:lvl4pPr>
            <a:lvl5pPr lvl="4" algn="ctr" rtl="0">
              <a:spcBef>
                <a:spcPts val="0"/>
              </a:spcBef>
              <a:spcAft>
                <a:spcPts val="0"/>
              </a:spcAft>
              <a:buClr>
                <a:schemeClr val="dk1"/>
              </a:buClr>
              <a:buSzPts val="2800"/>
              <a:buNone/>
              <a:defRPr sz="2800">
                <a:solidFill>
                  <a:schemeClr val="dk1"/>
                </a:solidFill>
              </a:defRPr>
            </a:lvl5pPr>
            <a:lvl6pPr lvl="5" algn="ctr" rtl="0">
              <a:spcBef>
                <a:spcPts val="0"/>
              </a:spcBef>
              <a:spcAft>
                <a:spcPts val="0"/>
              </a:spcAft>
              <a:buClr>
                <a:schemeClr val="dk1"/>
              </a:buClr>
              <a:buSzPts val="2800"/>
              <a:buNone/>
              <a:defRPr sz="2800">
                <a:solidFill>
                  <a:schemeClr val="dk1"/>
                </a:solidFill>
              </a:defRPr>
            </a:lvl6pPr>
            <a:lvl7pPr lvl="6" algn="ctr" rtl="0">
              <a:spcBef>
                <a:spcPts val="0"/>
              </a:spcBef>
              <a:spcAft>
                <a:spcPts val="0"/>
              </a:spcAft>
              <a:buClr>
                <a:schemeClr val="dk1"/>
              </a:buClr>
              <a:buSzPts val="2800"/>
              <a:buNone/>
              <a:defRPr sz="2800">
                <a:solidFill>
                  <a:schemeClr val="dk1"/>
                </a:solidFill>
              </a:defRPr>
            </a:lvl7pPr>
            <a:lvl8pPr lvl="7" algn="ctr" rtl="0">
              <a:spcBef>
                <a:spcPts val="0"/>
              </a:spcBef>
              <a:spcAft>
                <a:spcPts val="0"/>
              </a:spcAft>
              <a:buClr>
                <a:schemeClr val="dk1"/>
              </a:buClr>
              <a:buSzPts val="2800"/>
              <a:buNone/>
              <a:defRPr sz="2800">
                <a:solidFill>
                  <a:schemeClr val="dk1"/>
                </a:solidFill>
              </a:defRPr>
            </a:lvl8pPr>
            <a:lvl9pPr lvl="8" algn="ctr" rtl="0">
              <a:spcBef>
                <a:spcPts val="0"/>
              </a:spcBef>
              <a:spcAft>
                <a:spcPts val="0"/>
              </a:spcAft>
              <a:buClr>
                <a:schemeClr val="dk1"/>
              </a:buClr>
              <a:buSzPts val="2800"/>
              <a:buNone/>
              <a:defRPr sz="2800">
                <a:solidFill>
                  <a:schemeClr val="dk1"/>
                </a:solidFill>
              </a:defRPr>
            </a:lvl9pPr>
          </a:lstStyle>
          <a:p>
            <a:endParaRPr/>
          </a:p>
        </p:txBody>
      </p:sp>
      <p:grpSp>
        <p:nvGrpSpPr>
          <p:cNvPr id="129" name="Google Shape;129;p10"/>
          <p:cNvGrpSpPr/>
          <p:nvPr/>
        </p:nvGrpSpPr>
        <p:grpSpPr>
          <a:xfrm>
            <a:off x="0" y="307163"/>
            <a:ext cx="9141000" cy="4529150"/>
            <a:chOff x="0" y="307163"/>
            <a:chExt cx="9141000" cy="4529150"/>
          </a:xfrm>
        </p:grpSpPr>
        <p:cxnSp>
          <p:nvCxnSpPr>
            <p:cNvPr id="130" name="Google Shape;130;p10"/>
            <p:cNvCxnSpPr/>
            <p:nvPr/>
          </p:nvCxnSpPr>
          <p:spPr>
            <a:xfrm>
              <a:off x="0" y="307163"/>
              <a:ext cx="4570500" cy="0"/>
            </a:xfrm>
            <a:prstGeom prst="straightConnector1">
              <a:avLst/>
            </a:prstGeom>
            <a:noFill/>
            <a:ln w="9525" cap="flat" cmpd="sng">
              <a:solidFill>
                <a:schemeClr val="dk1"/>
              </a:solidFill>
              <a:prstDash val="solid"/>
              <a:round/>
              <a:headEnd type="none" w="med" len="med"/>
              <a:tailEnd type="none" w="med" len="med"/>
            </a:ln>
          </p:spPr>
        </p:cxnSp>
        <p:cxnSp>
          <p:nvCxnSpPr>
            <p:cNvPr id="131" name="Google Shape;131;p10"/>
            <p:cNvCxnSpPr/>
            <p:nvPr/>
          </p:nvCxnSpPr>
          <p:spPr>
            <a:xfrm>
              <a:off x="4570500" y="4836313"/>
              <a:ext cx="4570500" cy="0"/>
            </a:xfrm>
            <a:prstGeom prst="straightConnector1">
              <a:avLst/>
            </a:prstGeom>
            <a:noFill/>
            <a:ln w="9525" cap="flat" cmpd="sng">
              <a:solidFill>
                <a:schemeClr val="dk1"/>
              </a:solidFill>
              <a:prstDash val="solid"/>
              <a:round/>
              <a:headEnd type="none" w="med" len="med"/>
              <a:tailEnd type="none" w="med" len="med"/>
            </a:ln>
          </p:spPr>
        </p:cxnSp>
      </p:grpSp>
      <p:grpSp>
        <p:nvGrpSpPr>
          <p:cNvPr id="132" name="Google Shape;132;p10"/>
          <p:cNvGrpSpPr/>
          <p:nvPr/>
        </p:nvGrpSpPr>
        <p:grpSpPr>
          <a:xfrm>
            <a:off x="328075" y="147253"/>
            <a:ext cx="8635431" cy="4787659"/>
            <a:chOff x="328075" y="147253"/>
            <a:chExt cx="8635431" cy="4787659"/>
          </a:xfrm>
        </p:grpSpPr>
        <p:grpSp>
          <p:nvGrpSpPr>
            <p:cNvPr id="133" name="Google Shape;133;p10"/>
            <p:cNvGrpSpPr/>
            <p:nvPr/>
          </p:nvGrpSpPr>
          <p:grpSpPr>
            <a:xfrm>
              <a:off x="328075" y="4603988"/>
              <a:ext cx="619300" cy="330925"/>
              <a:chOff x="5031250" y="135875"/>
              <a:chExt cx="619300" cy="330925"/>
            </a:xfrm>
          </p:grpSpPr>
          <p:sp>
            <p:nvSpPr>
              <p:cNvPr id="134" name="Google Shape;134;p10"/>
              <p:cNvSpPr/>
              <p:nvPr/>
            </p:nvSpPr>
            <p:spPr>
              <a:xfrm>
                <a:off x="5031250" y="135875"/>
                <a:ext cx="120000" cy="1200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 name="Google Shape;135;p10"/>
              <p:cNvSpPr/>
              <p:nvPr/>
            </p:nvSpPr>
            <p:spPr>
              <a:xfrm>
                <a:off x="5195653" y="346800"/>
                <a:ext cx="120000" cy="120000"/>
              </a:xfrm>
              <a:prstGeom prst="mathPlus">
                <a:avLst>
                  <a:gd name="adj1" fmla="val 0"/>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 name="Google Shape;136;p10"/>
              <p:cNvSpPr/>
              <p:nvPr/>
            </p:nvSpPr>
            <p:spPr>
              <a:xfrm>
                <a:off x="5530550" y="346800"/>
                <a:ext cx="120000" cy="1200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7" name="Google Shape;137;p10"/>
            <p:cNvGrpSpPr/>
            <p:nvPr/>
          </p:nvGrpSpPr>
          <p:grpSpPr>
            <a:xfrm rot="-3619827">
              <a:off x="8450899" y="96443"/>
              <a:ext cx="284405" cy="690567"/>
              <a:chOff x="276425" y="4185388"/>
              <a:chExt cx="284403" cy="690563"/>
            </a:xfrm>
          </p:grpSpPr>
          <p:sp>
            <p:nvSpPr>
              <p:cNvPr id="138" name="Google Shape;138;p10"/>
              <p:cNvSpPr/>
              <p:nvPr/>
            </p:nvSpPr>
            <p:spPr>
              <a:xfrm>
                <a:off x="276425" y="4545025"/>
                <a:ext cx="120000" cy="1200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 name="Google Shape;139;p10"/>
              <p:cNvSpPr/>
              <p:nvPr/>
            </p:nvSpPr>
            <p:spPr>
              <a:xfrm>
                <a:off x="440828" y="4755950"/>
                <a:ext cx="120000" cy="120000"/>
              </a:xfrm>
              <a:prstGeom prst="mathPlus">
                <a:avLst>
                  <a:gd name="adj1" fmla="val 0"/>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 name="Google Shape;140;p10"/>
              <p:cNvSpPr/>
              <p:nvPr/>
            </p:nvSpPr>
            <p:spPr>
              <a:xfrm>
                <a:off x="440828" y="4185388"/>
                <a:ext cx="120000" cy="120000"/>
              </a:xfrm>
              <a:prstGeom prst="mathPlus">
                <a:avLst>
                  <a:gd name="adj1" fmla="val 0"/>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141"/>
        <p:cNvGrpSpPr/>
        <p:nvPr/>
      </p:nvGrpSpPr>
      <p:grpSpPr>
        <a:xfrm>
          <a:off x="0" y="0"/>
          <a:ext cx="0" cy="0"/>
          <a:chOff x="0" y="0"/>
          <a:chExt cx="0" cy="0"/>
        </a:xfrm>
      </p:grpSpPr>
      <p:sp>
        <p:nvSpPr>
          <p:cNvPr id="142" name="Google Shape;142;p11"/>
          <p:cNvSpPr txBox="1">
            <a:spLocks noGrp="1"/>
          </p:cNvSpPr>
          <p:nvPr>
            <p:ph type="title" hasCustomPrompt="1"/>
          </p:nvPr>
        </p:nvSpPr>
        <p:spPr>
          <a:xfrm>
            <a:off x="1189390" y="1650050"/>
            <a:ext cx="6765300" cy="1307700"/>
          </a:xfrm>
          <a:prstGeom prst="rect">
            <a:avLst/>
          </a:prstGeom>
        </p:spPr>
        <p:txBody>
          <a:bodyPr spcFirstLastPara="1" wrap="square" lIns="91425" tIns="91425" rIns="91425" bIns="91425" anchor="b" anchorCtr="0">
            <a:noAutofit/>
          </a:bodyPr>
          <a:lstStyle>
            <a:lvl1pPr lvl="0" algn="ctr">
              <a:spcBef>
                <a:spcPts val="0"/>
              </a:spcBef>
              <a:spcAft>
                <a:spcPts val="0"/>
              </a:spcAft>
              <a:buSzPts val="12000"/>
              <a:buNone/>
              <a:defRPr sz="72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143" name="Google Shape;143;p11"/>
          <p:cNvSpPr txBox="1">
            <a:spLocks noGrp="1"/>
          </p:cNvSpPr>
          <p:nvPr>
            <p:ph type="subTitle" idx="1"/>
          </p:nvPr>
        </p:nvSpPr>
        <p:spPr>
          <a:xfrm>
            <a:off x="1189350" y="2957650"/>
            <a:ext cx="6765300" cy="535800"/>
          </a:xfrm>
          <a:prstGeom prst="rect">
            <a:avLst/>
          </a:prstGeom>
        </p:spPr>
        <p:txBody>
          <a:bodyPr spcFirstLastPara="1" wrap="square" lIns="91425" tIns="91425" rIns="91425" bIns="91425" anchor="t" anchorCtr="0">
            <a:noAutofit/>
          </a:bodyPr>
          <a:lstStyle>
            <a:lvl1pPr lvl="0" algn="ctr">
              <a:spcBef>
                <a:spcPts val="0"/>
              </a:spcBef>
              <a:spcAft>
                <a:spcPts val="0"/>
              </a:spcAft>
              <a:buSzPts val="1200"/>
              <a:buNone/>
              <a:defRPr sz="1500"/>
            </a:lvl1pPr>
            <a:lvl2pPr lvl="1" algn="ctr">
              <a:spcBef>
                <a:spcPts val="0"/>
              </a:spcBef>
              <a:spcAft>
                <a:spcPts val="0"/>
              </a:spcAft>
              <a:buSzPts val="1200"/>
              <a:buNone/>
              <a:defRPr/>
            </a:lvl2pPr>
            <a:lvl3pPr lvl="2" algn="ctr">
              <a:spcBef>
                <a:spcPts val="0"/>
              </a:spcBef>
              <a:spcAft>
                <a:spcPts val="0"/>
              </a:spcAft>
              <a:buSzPts val="1200"/>
              <a:buNone/>
              <a:defRPr/>
            </a:lvl3pPr>
            <a:lvl4pPr lvl="3" algn="ctr">
              <a:spcBef>
                <a:spcPts val="0"/>
              </a:spcBef>
              <a:spcAft>
                <a:spcPts val="0"/>
              </a:spcAft>
              <a:buSzPts val="1200"/>
              <a:buNone/>
              <a:defRPr/>
            </a:lvl4pPr>
            <a:lvl5pPr lvl="4" algn="ctr">
              <a:spcBef>
                <a:spcPts val="0"/>
              </a:spcBef>
              <a:spcAft>
                <a:spcPts val="0"/>
              </a:spcAft>
              <a:buSzPts val="1200"/>
              <a:buNone/>
              <a:defRPr/>
            </a:lvl5pPr>
            <a:lvl6pPr lvl="5" algn="ctr">
              <a:spcBef>
                <a:spcPts val="0"/>
              </a:spcBef>
              <a:spcAft>
                <a:spcPts val="0"/>
              </a:spcAft>
              <a:buSzPts val="1200"/>
              <a:buNone/>
              <a:defRPr/>
            </a:lvl6pPr>
            <a:lvl7pPr lvl="6" algn="ctr">
              <a:spcBef>
                <a:spcPts val="0"/>
              </a:spcBef>
              <a:spcAft>
                <a:spcPts val="0"/>
              </a:spcAft>
              <a:buSzPts val="1200"/>
              <a:buNone/>
              <a:defRPr/>
            </a:lvl7pPr>
            <a:lvl8pPr lvl="7" algn="ctr">
              <a:spcBef>
                <a:spcPts val="0"/>
              </a:spcBef>
              <a:spcAft>
                <a:spcPts val="0"/>
              </a:spcAft>
              <a:buSzPts val="1200"/>
              <a:buNone/>
              <a:defRPr/>
            </a:lvl8pPr>
            <a:lvl9pPr lvl="8" algn="ctr">
              <a:spcBef>
                <a:spcPts val="0"/>
              </a:spcBef>
              <a:spcAft>
                <a:spcPts val="0"/>
              </a:spcAft>
              <a:buSzPts val="1200"/>
              <a:buNone/>
              <a:defRPr/>
            </a:lvl9pPr>
          </a:lstStyle>
          <a:p>
            <a:endParaRPr/>
          </a:p>
        </p:txBody>
      </p:sp>
      <p:grpSp>
        <p:nvGrpSpPr>
          <p:cNvPr id="144" name="Google Shape;144;p11"/>
          <p:cNvGrpSpPr/>
          <p:nvPr/>
        </p:nvGrpSpPr>
        <p:grpSpPr>
          <a:xfrm>
            <a:off x="0" y="307163"/>
            <a:ext cx="9141000" cy="4529150"/>
            <a:chOff x="0" y="307163"/>
            <a:chExt cx="9141000" cy="4529150"/>
          </a:xfrm>
        </p:grpSpPr>
        <p:cxnSp>
          <p:nvCxnSpPr>
            <p:cNvPr id="145" name="Google Shape;145;p11"/>
            <p:cNvCxnSpPr/>
            <p:nvPr/>
          </p:nvCxnSpPr>
          <p:spPr>
            <a:xfrm rot="10800000">
              <a:off x="4570500" y="307163"/>
              <a:ext cx="4570500" cy="0"/>
            </a:xfrm>
            <a:prstGeom prst="straightConnector1">
              <a:avLst/>
            </a:prstGeom>
            <a:noFill/>
            <a:ln w="9525" cap="flat" cmpd="sng">
              <a:solidFill>
                <a:schemeClr val="dk1"/>
              </a:solidFill>
              <a:prstDash val="solid"/>
              <a:round/>
              <a:headEnd type="none" w="med" len="med"/>
              <a:tailEnd type="none" w="med" len="med"/>
            </a:ln>
          </p:spPr>
        </p:cxnSp>
        <p:cxnSp>
          <p:nvCxnSpPr>
            <p:cNvPr id="146" name="Google Shape;146;p11"/>
            <p:cNvCxnSpPr/>
            <p:nvPr/>
          </p:nvCxnSpPr>
          <p:spPr>
            <a:xfrm rot="10800000">
              <a:off x="0" y="4836313"/>
              <a:ext cx="4570500" cy="0"/>
            </a:xfrm>
            <a:prstGeom prst="straightConnector1">
              <a:avLst/>
            </a:prstGeom>
            <a:noFill/>
            <a:ln w="9525" cap="flat" cmpd="sng">
              <a:solidFill>
                <a:schemeClr val="dk1"/>
              </a:solidFill>
              <a:prstDash val="solid"/>
              <a:round/>
              <a:headEnd type="none" w="med" len="med"/>
              <a:tailEnd type="none" w="med" len="med"/>
            </a:ln>
          </p:spPr>
        </p:cxnSp>
      </p:grpSp>
      <p:grpSp>
        <p:nvGrpSpPr>
          <p:cNvPr id="147" name="Google Shape;147;p11"/>
          <p:cNvGrpSpPr/>
          <p:nvPr/>
        </p:nvGrpSpPr>
        <p:grpSpPr>
          <a:xfrm>
            <a:off x="32616" y="307167"/>
            <a:ext cx="8926885" cy="4706689"/>
            <a:chOff x="32616" y="307167"/>
            <a:chExt cx="8926885" cy="4706689"/>
          </a:xfrm>
        </p:grpSpPr>
        <p:grpSp>
          <p:nvGrpSpPr>
            <p:cNvPr id="148" name="Google Shape;148;p11"/>
            <p:cNvGrpSpPr/>
            <p:nvPr/>
          </p:nvGrpSpPr>
          <p:grpSpPr>
            <a:xfrm rot="-7457161">
              <a:off x="8451932" y="4356605"/>
              <a:ext cx="284391" cy="690533"/>
              <a:chOff x="276425" y="4185388"/>
              <a:chExt cx="284403" cy="690563"/>
            </a:xfrm>
          </p:grpSpPr>
          <p:sp>
            <p:nvSpPr>
              <p:cNvPr id="149" name="Google Shape;149;p11"/>
              <p:cNvSpPr/>
              <p:nvPr/>
            </p:nvSpPr>
            <p:spPr>
              <a:xfrm>
                <a:off x="276425" y="4545025"/>
                <a:ext cx="120000" cy="1200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 name="Google Shape;150;p11"/>
              <p:cNvSpPr/>
              <p:nvPr/>
            </p:nvSpPr>
            <p:spPr>
              <a:xfrm>
                <a:off x="440828" y="4755950"/>
                <a:ext cx="120000" cy="120000"/>
              </a:xfrm>
              <a:prstGeom prst="mathPlus">
                <a:avLst>
                  <a:gd name="adj1" fmla="val 0"/>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 name="Google Shape;151;p11"/>
              <p:cNvSpPr/>
              <p:nvPr/>
            </p:nvSpPr>
            <p:spPr>
              <a:xfrm>
                <a:off x="440828" y="4185388"/>
                <a:ext cx="120000" cy="120000"/>
              </a:xfrm>
              <a:prstGeom prst="mathPlus">
                <a:avLst>
                  <a:gd name="adj1" fmla="val 0"/>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2" name="Google Shape;152;p11"/>
            <p:cNvGrpSpPr/>
            <p:nvPr/>
          </p:nvGrpSpPr>
          <p:grpSpPr>
            <a:xfrm rot="-7078930">
              <a:off x="14371" y="492790"/>
              <a:ext cx="619304" cy="330927"/>
              <a:chOff x="5031250" y="135875"/>
              <a:chExt cx="619300" cy="330925"/>
            </a:xfrm>
          </p:grpSpPr>
          <p:sp>
            <p:nvSpPr>
              <p:cNvPr id="153" name="Google Shape;153;p11"/>
              <p:cNvSpPr/>
              <p:nvPr/>
            </p:nvSpPr>
            <p:spPr>
              <a:xfrm>
                <a:off x="5031250" y="135875"/>
                <a:ext cx="120000" cy="1200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 name="Google Shape;154;p11"/>
              <p:cNvSpPr/>
              <p:nvPr/>
            </p:nvSpPr>
            <p:spPr>
              <a:xfrm>
                <a:off x="5195653" y="346800"/>
                <a:ext cx="120000" cy="120000"/>
              </a:xfrm>
              <a:prstGeom prst="mathPlus">
                <a:avLst>
                  <a:gd name="adj1" fmla="val 0"/>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 name="Google Shape;155;p11"/>
              <p:cNvSpPr/>
              <p:nvPr/>
            </p:nvSpPr>
            <p:spPr>
              <a:xfrm>
                <a:off x="5530550" y="346800"/>
                <a:ext cx="120000" cy="1200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rgbClr val="FFFFFF"/>
        </a:solidFill>
        <a:effectLst/>
      </p:bgPr>
    </p:bg>
    <p:spTree>
      <p:nvGrpSpPr>
        <p:cNvPr id="1" name="Shape 156"/>
        <p:cNvGrpSpPr/>
        <p:nvPr/>
      </p:nvGrpSpPr>
      <p:grpSpPr>
        <a:xfrm>
          <a:off x="0" y="0"/>
          <a:ext cx="0" cy="0"/>
          <a:chOff x="0" y="0"/>
          <a:chExt cx="0" cy="0"/>
        </a:xfrm>
      </p:grpSpPr>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text">
  <p:cSld name="CUSTOM_4">
    <p:spTree>
      <p:nvGrpSpPr>
        <p:cNvPr id="1" name="Shape 197"/>
        <p:cNvGrpSpPr/>
        <p:nvPr/>
      </p:nvGrpSpPr>
      <p:grpSpPr>
        <a:xfrm>
          <a:off x="0" y="0"/>
          <a:ext cx="0" cy="0"/>
          <a:chOff x="0" y="0"/>
          <a:chExt cx="0" cy="0"/>
        </a:xfrm>
      </p:grpSpPr>
      <p:sp>
        <p:nvSpPr>
          <p:cNvPr id="198" name="Google Shape;198;p15"/>
          <p:cNvSpPr txBox="1">
            <a:spLocks noGrp="1"/>
          </p:cNvSpPr>
          <p:nvPr>
            <p:ph type="title"/>
          </p:nvPr>
        </p:nvSpPr>
        <p:spPr>
          <a:xfrm>
            <a:off x="722375" y="539500"/>
            <a:ext cx="76992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99" name="Google Shape;199;p15"/>
          <p:cNvSpPr txBox="1">
            <a:spLocks noGrp="1"/>
          </p:cNvSpPr>
          <p:nvPr>
            <p:ph type="body" idx="1"/>
          </p:nvPr>
        </p:nvSpPr>
        <p:spPr>
          <a:xfrm>
            <a:off x="722375" y="1187600"/>
            <a:ext cx="7699200" cy="3416400"/>
          </a:xfrm>
          <a:prstGeom prst="rect">
            <a:avLst/>
          </a:prstGeom>
        </p:spPr>
        <p:txBody>
          <a:bodyPr spcFirstLastPara="1" wrap="square" lIns="91425" tIns="91425" rIns="91425" bIns="91425" anchor="t" anchorCtr="0">
            <a:noAutofit/>
          </a:bodyPr>
          <a:lstStyle>
            <a:lvl1pPr marL="457200" lvl="0" indent="-304800" rtl="0">
              <a:spcBef>
                <a:spcPts val="0"/>
              </a:spcBef>
              <a:spcAft>
                <a:spcPts val="0"/>
              </a:spcAft>
              <a:buSzPts val="1200"/>
              <a:buChar char="●"/>
              <a:defRPr/>
            </a:lvl1pPr>
            <a:lvl2pPr marL="914400" lvl="1" indent="-304800" rtl="0">
              <a:spcBef>
                <a:spcPts val="0"/>
              </a:spcBef>
              <a:spcAft>
                <a:spcPts val="0"/>
              </a:spcAft>
              <a:buSzPts val="1200"/>
              <a:buChar char="○"/>
              <a:defRPr/>
            </a:lvl2pPr>
            <a:lvl3pPr marL="1371600" lvl="2" indent="-304800" rtl="0">
              <a:spcBef>
                <a:spcPts val="0"/>
              </a:spcBef>
              <a:spcAft>
                <a:spcPts val="0"/>
              </a:spcAft>
              <a:buSzPts val="1200"/>
              <a:buChar char="■"/>
              <a:defRPr/>
            </a:lvl3pPr>
            <a:lvl4pPr marL="1828800" lvl="3" indent="-304800" rtl="0">
              <a:spcBef>
                <a:spcPts val="0"/>
              </a:spcBef>
              <a:spcAft>
                <a:spcPts val="0"/>
              </a:spcAft>
              <a:buSzPts val="1200"/>
              <a:buChar char="●"/>
              <a:defRPr/>
            </a:lvl4pPr>
            <a:lvl5pPr marL="2286000" lvl="4" indent="-304800" rtl="0">
              <a:spcBef>
                <a:spcPts val="0"/>
              </a:spcBef>
              <a:spcAft>
                <a:spcPts val="0"/>
              </a:spcAft>
              <a:buSzPts val="1200"/>
              <a:buChar char="○"/>
              <a:defRPr/>
            </a:lvl5pPr>
            <a:lvl6pPr marL="2743200" lvl="5" indent="-304800" rtl="0">
              <a:spcBef>
                <a:spcPts val="0"/>
              </a:spcBef>
              <a:spcAft>
                <a:spcPts val="0"/>
              </a:spcAft>
              <a:buSzPts val="1200"/>
              <a:buChar char="■"/>
              <a:defRPr/>
            </a:lvl6pPr>
            <a:lvl7pPr marL="3200400" lvl="6" indent="-304800" rtl="0">
              <a:spcBef>
                <a:spcPts val="0"/>
              </a:spcBef>
              <a:spcAft>
                <a:spcPts val="0"/>
              </a:spcAft>
              <a:buSzPts val="1200"/>
              <a:buChar char="●"/>
              <a:defRPr/>
            </a:lvl7pPr>
            <a:lvl8pPr marL="3657600" lvl="7" indent="-304800" rtl="0">
              <a:spcBef>
                <a:spcPts val="0"/>
              </a:spcBef>
              <a:spcAft>
                <a:spcPts val="0"/>
              </a:spcAft>
              <a:buSzPts val="1200"/>
              <a:buChar char="○"/>
              <a:defRPr/>
            </a:lvl8pPr>
            <a:lvl9pPr marL="4114800" lvl="8" indent="-304800" rtl="0">
              <a:spcBef>
                <a:spcPts val="0"/>
              </a:spcBef>
              <a:spcAft>
                <a:spcPts val="0"/>
              </a:spcAft>
              <a:buSzPts val="1200"/>
              <a:buChar char="■"/>
              <a:defRPr/>
            </a:lvl9pPr>
          </a:lstStyle>
          <a:p>
            <a:endParaRPr/>
          </a:p>
        </p:txBody>
      </p:sp>
      <p:grpSp>
        <p:nvGrpSpPr>
          <p:cNvPr id="200" name="Google Shape;200;p15"/>
          <p:cNvGrpSpPr/>
          <p:nvPr/>
        </p:nvGrpSpPr>
        <p:grpSpPr>
          <a:xfrm>
            <a:off x="201664" y="252339"/>
            <a:ext cx="8700074" cy="4804662"/>
            <a:chOff x="201664" y="252339"/>
            <a:chExt cx="8700074" cy="4804662"/>
          </a:xfrm>
        </p:grpSpPr>
        <p:grpSp>
          <p:nvGrpSpPr>
            <p:cNvPr id="201" name="Google Shape;201;p15"/>
            <p:cNvGrpSpPr/>
            <p:nvPr/>
          </p:nvGrpSpPr>
          <p:grpSpPr>
            <a:xfrm rot="-6063156">
              <a:off x="8370359" y="422495"/>
              <a:ext cx="619267" cy="330908"/>
              <a:chOff x="5031250" y="135875"/>
              <a:chExt cx="619300" cy="330925"/>
            </a:xfrm>
          </p:grpSpPr>
          <p:sp>
            <p:nvSpPr>
              <p:cNvPr id="202" name="Google Shape;202;p15"/>
              <p:cNvSpPr/>
              <p:nvPr/>
            </p:nvSpPr>
            <p:spPr>
              <a:xfrm>
                <a:off x="5031250" y="135875"/>
                <a:ext cx="120000" cy="1200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 name="Google Shape;203;p15"/>
              <p:cNvSpPr/>
              <p:nvPr/>
            </p:nvSpPr>
            <p:spPr>
              <a:xfrm>
                <a:off x="5195653" y="346800"/>
                <a:ext cx="120000" cy="120000"/>
              </a:xfrm>
              <a:prstGeom prst="mathPlus">
                <a:avLst>
                  <a:gd name="adj1" fmla="val 0"/>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 name="Google Shape;204;p15"/>
              <p:cNvSpPr/>
              <p:nvPr/>
            </p:nvSpPr>
            <p:spPr>
              <a:xfrm>
                <a:off x="5530550" y="346800"/>
                <a:ext cx="120000" cy="1200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5" name="Google Shape;205;p15"/>
            <p:cNvGrpSpPr/>
            <p:nvPr/>
          </p:nvGrpSpPr>
          <p:grpSpPr>
            <a:xfrm rot="-2700000">
              <a:off x="404163" y="4367023"/>
              <a:ext cx="284400" cy="690556"/>
              <a:chOff x="276425" y="4185388"/>
              <a:chExt cx="284403" cy="690563"/>
            </a:xfrm>
          </p:grpSpPr>
          <p:sp>
            <p:nvSpPr>
              <p:cNvPr id="206" name="Google Shape;206;p15"/>
              <p:cNvSpPr/>
              <p:nvPr/>
            </p:nvSpPr>
            <p:spPr>
              <a:xfrm>
                <a:off x="276425" y="4545025"/>
                <a:ext cx="120000" cy="1200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207;p15"/>
              <p:cNvSpPr/>
              <p:nvPr/>
            </p:nvSpPr>
            <p:spPr>
              <a:xfrm>
                <a:off x="440828" y="4755950"/>
                <a:ext cx="120000" cy="120000"/>
              </a:xfrm>
              <a:prstGeom prst="mathPlus">
                <a:avLst>
                  <a:gd name="adj1" fmla="val 0"/>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 name="Google Shape;208;p15"/>
              <p:cNvSpPr/>
              <p:nvPr/>
            </p:nvSpPr>
            <p:spPr>
              <a:xfrm>
                <a:off x="440828" y="4185388"/>
                <a:ext cx="120000" cy="120000"/>
              </a:xfrm>
              <a:prstGeom prst="mathPlus">
                <a:avLst>
                  <a:gd name="adj1" fmla="val 0"/>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209" name="Google Shape;209;p15"/>
          <p:cNvGrpSpPr/>
          <p:nvPr/>
        </p:nvGrpSpPr>
        <p:grpSpPr>
          <a:xfrm>
            <a:off x="0" y="307163"/>
            <a:ext cx="9141000" cy="4529150"/>
            <a:chOff x="0" y="307163"/>
            <a:chExt cx="9141000" cy="4529150"/>
          </a:xfrm>
        </p:grpSpPr>
        <p:cxnSp>
          <p:nvCxnSpPr>
            <p:cNvPr id="210" name="Google Shape;210;p15"/>
            <p:cNvCxnSpPr/>
            <p:nvPr/>
          </p:nvCxnSpPr>
          <p:spPr>
            <a:xfrm>
              <a:off x="4570500" y="4836313"/>
              <a:ext cx="4570500" cy="0"/>
            </a:xfrm>
            <a:prstGeom prst="straightConnector1">
              <a:avLst/>
            </a:prstGeom>
            <a:noFill/>
            <a:ln w="9525" cap="flat" cmpd="sng">
              <a:solidFill>
                <a:schemeClr val="dk1"/>
              </a:solidFill>
              <a:prstDash val="solid"/>
              <a:round/>
              <a:headEnd type="none" w="med" len="med"/>
              <a:tailEnd type="none" w="med" len="med"/>
            </a:ln>
          </p:spPr>
        </p:cxnSp>
        <p:cxnSp>
          <p:nvCxnSpPr>
            <p:cNvPr id="211" name="Google Shape;211;p15"/>
            <p:cNvCxnSpPr/>
            <p:nvPr/>
          </p:nvCxnSpPr>
          <p:spPr>
            <a:xfrm>
              <a:off x="0" y="307163"/>
              <a:ext cx="4570500" cy="0"/>
            </a:xfrm>
            <a:prstGeom prst="straightConnector1">
              <a:avLst/>
            </a:prstGeom>
            <a:noFill/>
            <a:ln w="9525" cap="flat" cmpd="sng">
              <a:solidFill>
                <a:schemeClr val="dk1"/>
              </a:solidFill>
              <a:prstDash val="solid"/>
              <a:round/>
              <a:headEnd type="none" w="med" len="med"/>
              <a:tailEnd type="none" w="med" len="med"/>
            </a:ln>
          </p:spPr>
        </p:cxn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three columns">
  <p:cSld name="CUSTOM_1">
    <p:spTree>
      <p:nvGrpSpPr>
        <p:cNvPr id="1" name="Shape 212"/>
        <p:cNvGrpSpPr/>
        <p:nvPr/>
      </p:nvGrpSpPr>
      <p:grpSpPr>
        <a:xfrm>
          <a:off x="0" y="0"/>
          <a:ext cx="0" cy="0"/>
          <a:chOff x="0" y="0"/>
          <a:chExt cx="0" cy="0"/>
        </a:xfrm>
      </p:grpSpPr>
      <p:sp>
        <p:nvSpPr>
          <p:cNvPr id="213" name="Google Shape;213;p16"/>
          <p:cNvSpPr txBox="1">
            <a:spLocks noGrp="1"/>
          </p:cNvSpPr>
          <p:nvPr>
            <p:ph type="title"/>
          </p:nvPr>
        </p:nvSpPr>
        <p:spPr>
          <a:xfrm>
            <a:off x="722375" y="539500"/>
            <a:ext cx="7699200" cy="5727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dk1"/>
              </a:buClr>
              <a:buSzPts val="2800"/>
              <a:buNone/>
              <a:defRPr sz="2800">
                <a:solidFill>
                  <a:schemeClr val="dk1"/>
                </a:solidFill>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a:endParaRPr/>
          </a:p>
        </p:txBody>
      </p:sp>
      <p:sp>
        <p:nvSpPr>
          <p:cNvPr id="214" name="Google Shape;214;p16"/>
          <p:cNvSpPr txBox="1">
            <a:spLocks noGrp="1"/>
          </p:cNvSpPr>
          <p:nvPr>
            <p:ph type="subTitle" idx="1"/>
          </p:nvPr>
        </p:nvSpPr>
        <p:spPr>
          <a:xfrm>
            <a:off x="722375" y="2688425"/>
            <a:ext cx="2241900" cy="12483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200"/>
              <a:buNone/>
              <a:defRPr/>
            </a:lvl1pPr>
            <a:lvl2pPr lvl="1" algn="ctr" rtl="0">
              <a:spcBef>
                <a:spcPts val="0"/>
              </a:spcBef>
              <a:spcAft>
                <a:spcPts val="0"/>
              </a:spcAft>
              <a:buSzPts val="1200"/>
              <a:buNone/>
              <a:defRPr/>
            </a:lvl2pPr>
            <a:lvl3pPr lvl="2" algn="ctr" rtl="0">
              <a:spcBef>
                <a:spcPts val="0"/>
              </a:spcBef>
              <a:spcAft>
                <a:spcPts val="0"/>
              </a:spcAft>
              <a:buSzPts val="1200"/>
              <a:buNone/>
              <a:defRPr/>
            </a:lvl3pPr>
            <a:lvl4pPr lvl="3" algn="ctr" rtl="0">
              <a:spcBef>
                <a:spcPts val="0"/>
              </a:spcBef>
              <a:spcAft>
                <a:spcPts val="0"/>
              </a:spcAft>
              <a:buSzPts val="1200"/>
              <a:buNone/>
              <a:defRPr/>
            </a:lvl4pPr>
            <a:lvl5pPr lvl="4" algn="ctr" rtl="0">
              <a:spcBef>
                <a:spcPts val="0"/>
              </a:spcBef>
              <a:spcAft>
                <a:spcPts val="0"/>
              </a:spcAft>
              <a:buSzPts val="1200"/>
              <a:buNone/>
              <a:defRPr/>
            </a:lvl5pPr>
            <a:lvl6pPr lvl="5" algn="ctr" rtl="0">
              <a:spcBef>
                <a:spcPts val="0"/>
              </a:spcBef>
              <a:spcAft>
                <a:spcPts val="0"/>
              </a:spcAft>
              <a:buSzPts val="1200"/>
              <a:buNone/>
              <a:defRPr/>
            </a:lvl6pPr>
            <a:lvl7pPr lvl="6" algn="ctr" rtl="0">
              <a:spcBef>
                <a:spcPts val="0"/>
              </a:spcBef>
              <a:spcAft>
                <a:spcPts val="0"/>
              </a:spcAft>
              <a:buSzPts val="1200"/>
              <a:buNone/>
              <a:defRPr/>
            </a:lvl7pPr>
            <a:lvl8pPr lvl="7" algn="ctr" rtl="0">
              <a:spcBef>
                <a:spcPts val="0"/>
              </a:spcBef>
              <a:spcAft>
                <a:spcPts val="0"/>
              </a:spcAft>
              <a:buSzPts val="1200"/>
              <a:buNone/>
              <a:defRPr/>
            </a:lvl8pPr>
            <a:lvl9pPr lvl="8" algn="ctr" rtl="0">
              <a:spcBef>
                <a:spcPts val="0"/>
              </a:spcBef>
              <a:spcAft>
                <a:spcPts val="0"/>
              </a:spcAft>
              <a:buSzPts val="1200"/>
              <a:buNone/>
              <a:defRPr/>
            </a:lvl9pPr>
          </a:lstStyle>
          <a:p>
            <a:endParaRPr/>
          </a:p>
        </p:txBody>
      </p:sp>
      <p:sp>
        <p:nvSpPr>
          <p:cNvPr id="215" name="Google Shape;215;p16"/>
          <p:cNvSpPr txBox="1">
            <a:spLocks noGrp="1"/>
          </p:cNvSpPr>
          <p:nvPr>
            <p:ph type="subTitle" idx="2"/>
          </p:nvPr>
        </p:nvSpPr>
        <p:spPr>
          <a:xfrm>
            <a:off x="3451238" y="2688425"/>
            <a:ext cx="2241900" cy="12483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200"/>
              <a:buNone/>
              <a:defRPr/>
            </a:lvl1pPr>
            <a:lvl2pPr lvl="1" algn="ctr" rtl="0">
              <a:spcBef>
                <a:spcPts val="0"/>
              </a:spcBef>
              <a:spcAft>
                <a:spcPts val="0"/>
              </a:spcAft>
              <a:buSzPts val="1200"/>
              <a:buNone/>
              <a:defRPr/>
            </a:lvl2pPr>
            <a:lvl3pPr lvl="2" algn="ctr" rtl="0">
              <a:spcBef>
                <a:spcPts val="0"/>
              </a:spcBef>
              <a:spcAft>
                <a:spcPts val="0"/>
              </a:spcAft>
              <a:buSzPts val="1200"/>
              <a:buNone/>
              <a:defRPr/>
            </a:lvl3pPr>
            <a:lvl4pPr lvl="3" algn="ctr" rtl="0">
              <a:spcBef>
                <a:spcPts val="0"/>
              </a:spcBef>
              <a:spcAft>
                <a:spcPts val="0"/>
              </a:spcAft>
              <a:buSzPts val="1200"/>
              <a:buNone/>
              <a:defRPr/>
            </a:lvl4pPr>
            <a:lvl5pPr lvl="4" algn="ctr" rtl="0">
              <a:spcBef>
                <a:spcPts val="0"/>
              </a:spcBef>
              <a:spcAft>
                <a:spcPts val="0"/>
              </a:spcAft>
              <a:buSzPts val="1200"/>
              <a:buNone/>
              <a:defRPr/>
            </a:lvl5pPr>
            <a:lvl6pPr lvl="5" algn="ctr" rtl="0">
              <a:spcBef>
                <a:spcPts val="0"/>
              </a:spcBef>
              <a:spcAft>
                <a:spcPts val="0"/>
              </a:spcAft>
              <a:buSzPts val="1200"/>
              <a:buNone/>
              <a:defRPr/>
            </a:lvl6pPr>
            <a:lvl7pPr lvl="6" algn="ctr" rtl="0">
              <a:spcBef>
                <a:spcPts val="0"/>
              </a:spcBef>
              <a:spcAft>
                <a:spcPts val="0"/>
              </a:spcAft>
              <a:buSzPts val="1200"/>
              <a:buNone/>
              <a:defRPr/>
            </a:lvl7pPr>
            <a:lvl8pPr lvl="7" algn="ctr" rtl="0">
              <a:spcBef>
                <a:spcPts val="0"/>
              </a:spcBef>
              <a:spcAft>
                <a:spcPts val="0"/>
              </a:spcAft>
              <a:buSzPts val="1200"/>
              <a:buNone/>
              <a:defRPr/>
            </a:lvl8pPr>
            <a:lvl9pPr lvl="8" algn="ctr" rtl="0">
              <a:spcBef>
                <a:spcPts val="0"/>
              </a:spcBef>
              <a:spcAft>
                <a:spcPts val="0"/>
              </a:spcAft>
              <a:buSzPts val="1200"/>
              <a:buNone/>
              <a:defRPr/>
            </a:lvl9pPr>
          </a:lstStyle>
          <a:p>
            <a:endParaRPr/>
          </a:p>
        </p:txBody>
      </p:sp>
      <p:sp>
        <p:nvSpPr>
          <p:cNvPr id="216" name="Google Shape;216;p16"/>
          <p:cNvSpPr txBox="1">
            <a:spLocks noGrp="1"/>
          </p:cNvSpPr>
          <p:nvPr>
            <p:ph type="subTitle" idx="3"/>
          </p:nvPr>
        </p:nvSpPr>
        <p:spPr>
          <a:xfrm>
            <a:off x="6180126" y="2688425"/>
            <a:ext cx="2241900" cy="12483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200"/>
              <a:buNone/>
              <a:defRPr/>
            </a:lvl1pPr>
            <a:lvl2pPr lvl="1" algn="ctr" rtl="0">
              <a:spcBef>
                <a:spcPts val="0"/>
              </a:spcBef>
              <a:spcAft>
                <a:spcPts val="0"/>
              </a:spcAft>
              <a:buSzPts val="1200"/>
              <a:buNone/>
              <a:defRPr/>
            </a:lvl2pPr>
            <a:lvl3pPr lvl="2" algn="ctr" rtl="0">
              <a:spcBef>
                <a:spcPts val="0"/>
              </a:spcBef>
              <a:spcAft>
                <a:spcPts val="0"/>
              </a:spcAft>
              <a:buSzPts val="1200"/>
              <a:buNone/>
              <a:defRPr/>
            </a:lvl3pPr>
            <a:lvl4pPr lvl="3" algn="ctr" rtl="0">
              <a:spcBef>
                <a:spcPts val="0"/>
              </a:spcBef>
              <a:spcAft>
                <a:spcPts val="0"/>
              </a:spcAft>
              <a:buSzPts val="1200"/>
              <a:buNone/>
              <a:defRPr/>
            </a:lvl4pPr>
            <a:lvl5pPr lvl="4" algn="ctr" rtl="0">
              <a:spcBef>
                <a:spcPts val="0"/>
              </a:spcBef>
              <a:spcAft>
                <a:spcPts val="0"/>
              </a:spcAft>
              <a:buSzPts val="1200"/>
              <a:buNone/>
              <a:defRPr/>
            </a:lvl5pPr>
            <a:lvl6pPr lvl="5" algn="ctr" rtl="0">
              <a:spcBef>
                <a:spcPts val="0"/>
              </a:spcBef>
              <a:spcAft>
                <a:spcPts val="0"/>
              </a:spcAft>
              <a:buSzPts val="1200"/>
              <a:buNone/>
              <a:defRPr/>
            </a:lvl6pPr>
            <a:lvl7pPr lvl="6" algn="ctr" rtl="0">
              <a:spcBef>
                <a:spcPts val="0"/>
              </a:spcBef>
              <a:spcAft>
                <a:spcPts val="0"/>
              </a:spcAft>
              <a:buSzPts val="1200"/>
              <a:buNone/>
              <a:defRPr/>
            </a:lvl7pPr>
            <a:lvl8pPr lvl="7" algn="ctr" rtl="0">
              <a:spcBef>
                <a:spcPts val="0"/>
              </a:spcBef>
              <a:spcAft>
                <a:spcPts val="0"/>
              </a:spcAft>
              <a:buSzPts val="1200"/>
              <a:buNone/>
              <a:defRPr/>
            </a:lvl8pPr>
            <a:lvl9pPr lvl="8" algn="ctr" rtl="0">
              <a:spcBef>
                <a:spcPts val="0"/>
              </a:spcBef>
              <a:spcAft>
                <a:spcPts val="0"/>
              </a:spcAft>
              <a:buSzPts val="1200"/>
              <a:buNone/>
              <a:defRPr/>
            </a:lvl9pPr>
          </a:lstStyle>
          <a:p>
            <a:endParaRPr/>
          </a:p>
        </p:txBody>
      </p:sp>
      <p:sp>
        <p:nvSpPr>
          <p:cNvPr id="217" name="Google Shape;217;p16"/>
          <p:cNvSpPr txBox="1">
            <a:spLocks noGrp="1"/>
          </p:cNvSpPr>
          <p:nvPr>
            <p:ph type="subTitle" idx="4"/>
          </p:nvPr>
        </p:nvSpPr>
        <p:spPr>
          <a:xfrm>
            <a:off x="722375" y="2339325"/>
            <a:ext cx="2241900" cy="4575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200"/>
              <a:buFont typeface="Open Sans"/>
              <a:buNone/>
              <a:defRPr sz="1800" b="1">
                <a:latin typeface="Open Sans"/>
                <a:ea typeface="Open Sans"/>
                <a:cs typeface="Open Sans"/>
                <a:sym typeface="Open Sans"/>
              </a:defRPr>
            </a:lvl1pPr>
            <a:lvl2pPr lvl="1" algn="ctr" rtl="0">
              <a:spcBef>
                <a:spcPts val="0"/>
              </a:spcBef>
              <a:spcAft>
                <a:spcPts val="0"/>
              </a:spcAft>
              <a:buSzPts val="1200"/>
              <a:buFont typeface="Open Sans"/>
              <a:buNone/>
              <a:defRPr b="1">
                <a:latin typeface="Open Sans"/>
                <a:ea typeface="Open Sans"/>
                <a:cs typeface="Open Sans"/>
                <a:sym typeface="Open Sans"/>
              </a:defRPr>
            </a:lvl2pPr>
            <a:lvl3pPr lvl="2" algn="ctr" rtl="0">
              <a:spcBef>
                <a:spcPts val="0"/>
              </a:spcBef>
              <a:spcAft>
                <a:spcPts val="0"/>
              </a:spcAft>
              <a:buSzPts val="1200"/>
              <a:buFont typeface="Open Sans"/>
              <a:buNone/>
              <a:defRPr b="1">
                <a:latin typeface="Open Sans"/>
                <a:ea typeface="Open Sans"/>
                <a:cs typeface="Open Sans"/>
                <a:sym typeface="Open Sans"/>
              </a:defRPr>
            </a:lvl3pPr>
            <a:lvl4pPr lvl="3" algn="ctr" rtl="0">
              <a:spcBef>
                <a:spcPts val="0"/>
              </a:spcBef>
              <a:spcAft>
                <a:spcPts val="0"/>
              </a:spcAft>
              <a:buSzPts val="1200"/>
              <a:buFont typeface="Open Sans"/>
              <a:buNone/>
              <a:defRPr b="1">
                <a:latin typeface="Open Sans"/>
                <a:ea typeface="Open Sans"/>
                <a:cs typeface="Open Sans"/>
                <a:sym typeface="Open Sans"/>
              </a:defRPr>
            </a:lvl4pPr>
            <a:lvl5pPr lvl="4" algn="ctr" rtl="0">
              <a:spcBef>
                <a:spcPts val="0"/>
              </a:spcBef>
              <a:spcAft>
                <a:spcPts val="0"/>
              </a:spcAft>
              <a:buSzPts val="1200"/>
              <a:buFont typeface="Open Sans"/>
              <a:buNone/>
              <a:defRPr b="1">
                <a:latin typeface="Open Sans"/>
                <a:ea typeface="Open Sans"/>
                <a:cs typeface="Open Sans"/>
                <a:sym typeface="Open Sans"/>
              </a:defRPr>
            </a:lvl5pPr>
            <a:lvl6pPr lvl="5" algn="ctr" rtl="0">
              <a:spcBef>
                <a:spcPts val="0"/>
              </a:spcBef>
              <a:spcAft>
                <a:spcPts val="0"/>
              </a:spcAft>
              <a:buSzPts val="1200"/>
              <a:buFont typeface="Open Sans"/>
              <a:buNone/>
              <a:defRPr b="1">
                <a:latin typeface="Open Sans"/>
                <a:ea typeface="Open Sans"/>
                <a:cs typeface="Open Sans"/>
                <a:sym typeface="Open Sans"/>
              </a:defRPr>
            </a:lvl6pPr>
            <a:lvl7pPr lvl="6" algn="ctr" rtl="0">
              <a:spcBef>
                <a:spcPts val="0"/>
              </a:spcBef>
              <a:spcAft>
                <a:spcPts val="0"/>
              </a:spcAft>
              <a:buSzPts val="1200"/>
              <a:buFont typeface="Open Sans"/>
              <a:buNone/>
              <a:defRPr b="1">
                <a:latin typeface="Open Sans"/>
                <a:ea typeface="Open Sans"/>
                <a:cs typeface="Open Sans"/>
                <a:sym typeface="Open Sans"/>
              </a:defRPr>
            </a:lvl7pPr>
            <a:lvl8pPr lvl="7" algn="ctr" rtl="0">
              <a:spcBef>
                <a:spcPts val="0"/>
              </a:spcBef>
              <a:spcAft>
                <a:spcPts val="0"/>
              </a:spcAft>
              <a:buSzPts val="1200"/>
              <a:buFont typeface="Open Sans"/>
              <a:buNone/>
              <a:defRPr b="1">
                <a:latin typeface="Open Sans"/>
                <a:ea typeface="Open Sans"/>
                <a:cs typeface="Open Sans"/>
                <a:sym typeface="Open Sans"/>
              </a:defRPr>
            </a:lvl8pPr>
            <a:lvl9pPr lvl="8" algn="ctr" rtl="0">
              <a:spcBef>
                <a:spcPts val="0"/>
              </a:spcBef>
              <a:spcAft>
                <a:spcPts val="0"/>
              </a:spcAft>
              <a:buSzPts val="1200"/>
              <a:buFont typeface="Open Sans"/>
              <a:buNone/>
              <a:defRPr b="1">
                <a:latin typeface="Open Sans"/>
                <a:ea typeface="Open Sans"/>
                <a:cs typeface="Open Sans"/>
                <a:sym typeface="Open Sans"/>
              </a:defRPr>
            </a:lvl9pPr>
          </a:lstStyle>
          <a:p>
            <a:endParaRPr/>
          </a:p>
        </p:txBody>
      </p:sp>
      <p:sp>
        <p:nvSpPr>
          <p:cNvPr id="218" name="Google Shape;218;p16"/>
          <p:cNvSpPr txBox="1">
            <a:spLocks noGrp="1"/>
          </p:cNvSpPr>
          <p:nvPr>
            <p:ph type="subTitle" idx="5"/>
          </p:nvPr>
        </p:nvSpPr>
        <p:spPr>
          <a:xfrm>
            <a:off x="3451247" y="2339325"/>
            <a:ext cx="2241900" cy="4575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200"/>
              <a:buFont typeface="Open Sans"/>
              <a:buNone/>
              <a:defRPr sz="1800" b="1">
                <a:latin typeface="Open Sans"/>
                <a:ea typeface="Open Sans"/>
                <a:cs typeface="Open Sans"/>
                <a:sym typeface="Open Sans"/>
              </a:defRPr>
            </a:lvl1pPr>
            <a:lvl2pPr lvl="1" algn="ctr" rtl="0">
              <a:spcBef>
                <a:spcPts val="0"/>
              </a:spcBef>
              <a:spcAft>
                <a:spcPts val="0"/>
              </a:spcAft>
              <a:buSzPts val="1200"/>
              <a:buFont typeface="Open Sans"/>
              <a:buNone/>
              <a:defRPr b="1">
                <a:latin typeface="Open Sans"/>
                <a:ea typeface="Open Sans"/>
                <a:cs typeface="Open Sans"/>
                <a:sym typeface="Open Sans"/>
              </a:defRPr>
            </a:lvl2pPr>
            <a:lvl3pPr lvl="2" algn="ctr" rtl="0">
              <a:spcBef>
                <a:spcPts val="0"/>
              </a:spcBef>
              <a:spcAft>
                <a:spcPts val="0"/>
              </a:spcAft>
              <a:buSzPts val="1200"/>
              <a:buFont typeface="Open Sans"/>
              <a:buNone/>
              <a:defRPr b="1">
                <a:latin typeface="Open Sans"/>
                <a:ea typeface="Open Sans"/>
                <a:cs typeface="Open Sans"/>
                <a:sym typeface="Open Sans"/>
              </a:defRPr>
            </a:lvl3pPr>
            <a:lvl4pPr lvl="3" algn="ctr" rtl="0">
              <a:spcBef>
                <a:spcPts val="0"/>
              </a:spcBef>
              <a:spcAft>
                <a:spcPts val="0"/>
              </a:spcAft>
              <a:buSzPts val="1200"/>
              <a:buFont typeface="Open Sans"/>
              <a:buNone/>
              <a:defRPr b="1">
                <a:latin typeface="Open Sans"/>
                <a:ea typeface="Open Sans"/>
                <a:cs typeface="Open Sans"/>
                <a:sym typeface="Open Sans"/>
              </a:defRPr>
            </a:lvl4pPr>
            <a:lvl5pPr lvl="4" algn="ctr" rtl="0">
              <a:spcBef>
                <a:spcPts val="0"/>
              </a:spcBef>
              <a:spcAft>
                <a:spcPts val="0"/>
              </a:spcAft>
              <a:buSzPts val="1200"/>
              <a:buFont typeface="Open Sans"/>
              <a:buNone/>
              <a:defRPr b="1">
                <a:latin typeface="Open Sans"/>
                <a:ea typeface="Open Sans"/>
                <a:cs typeface="Open Sans"/>
                <a:sym typeface="Open Sans"/>
              </a:defRPr>
            </a:lvl5pPr>
            <a:lvl6pPr lvl="5" algn="ctr" rtl="0">
              <a:spcBef>
                <a:spcPts val="0"/>
              </a:spcBef>
              <a:spcAft>
                <a:spcPts val="0"/>
              </a:spcAft>
              <a:buSzPts val="1200"/>
              <a:buFont typeface="Open Sans"/>
              <a:buNone/>
              <a:defRPr b="1">
                <a:latin typeface="Open Sans"/>
                <a:ea typeface="Open Sans"/>
                <a:cs typeface="Open Sans"/>
                <a:sym typeface="Open Sans"/>
              </a:defRPr>
            </a:lvl6pPr>
            <a:lvl7pPr lvl="6" algn="ctr" rtl="0">
              <a:spcBef>
                <a:spcPts val="0"/>
              </a:spcBef>
              <a:spcAft>
                <a:spcPts val="0"/>
              </a:spcAft>
              <a:buSzPts val="1200"/>
              <a:buFont typeface="Open Sans"/>
              <a:buNone/>
              <a:defRPr b="1">
                <a:latin typeface="Open Sans"/>
                <a:ea typeface="Open Sans"/>
                <a:cs typeface="Open Sans"/>
                <a:sym typeface="Open Sans"/>
              </a:defRPr>
            </a:lvl7pPr>
            <a:lvl8pPr lvl="7" algn="ctr" rtl="0">
              <a:spcBef>
                <a:spcPts val="0"/>
              </a:spcBef>
              <a:spcAft>
                <a:spcPts val="0"/>
              </a:spcAft>
              <a:buSzPts val="1200"/>
              <a:buFont typeface="Open Sans"/>
              <a:buNone/>
              <a:defRPr b="1">
                <a:latin typeface="Open Sans"/>
                <a:ea typeface="Open Sans"/>
                <a:cs typeface="Open Sans"/>
                <a:sym typeface="Open Sans"/>
              </a:defRPr>
            </a:lvl8pPr>
            <a:lvl9pPr lvl="8" algn="ctr" rtl="0">
              <a:spcBef>
                <a:spcPts val="0"/>
              </a:spcBef>
              <a:spcAft>
                <a:spcPts val="0"/>
              </a:spcAft>
              <a:buSzPts val="1200"/>
              <a:buFont typeface="Open Sans"/>
              <a:buNone/>
              <a:defRPr b="1">
                <a:latin typeface="Open Sans"/>
                <a:ea typeface="Open Sans"/>
                <a:cs typeface="Open Sans"/>
                <a:sym typeface="Open Sans"/>
              </a:defRPr>
            </a:lvl9pPr>
          </a:lstStyle>
          <a:p>
            <a:endParaRPr/>
          </a:p>
        </p:txBody>
      </p:sp>
      <p:sp>
        <p:nvSpPr>
          <p:cNvPr id="219" name="Google Shape;219;p16"/>
          <p:cNvSpPr txBox="1">
            <a:spLocks noGrp="1"/>
          </p:cNvSpPr>
          <p:nvPr>
            <p:ph type="subTitle" idx="6"/>
          </p:nvPr>
        </p:nvSpPr>
        <p:spPr>
          <a:xfrm>
            <a:off x="6180122" y="2339325"/>
            <a:ext cx="2241900" cy="4575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200"/>
              <a:buFont typeface="Open Sans"/>
              <a:buNone/>
              <a:defRPr sz="1800" b="1">
                <a:latin typeface="Open Sans"/>
                <a:ea typeface="Open Sans"/>
                <a:cs typeface="Open Sans"/>
                <a:sym typeface="Open Sans"/>
              </a:defRPr>
            </a:lvl1pPr>
            <a:lvl2pPr lvl="1" algn="ctr" rtl="0">
              <a:spcBef>
                <a:spcPts val="0"/>
              </a:spcBef>
              <a:spcAft>
                <a:spcPts val="0"/>
              </a:spcAft>
              <a:buSzPts val="1200"/>
              <a:buFont typeface="Open Sans"/>
              <a:buNone/>
              <a:defRPr b="1">
                <a:latin typeface="Open Sans"/>
                <a:ea typeface="Open Sans"/>
                <a:cs typeface="Open Sans"/>
                <a:sym typeface="Open Sans"/>
              </a:defRPr>
            </a:lvl2pPr>
            <a:lvl3pPr lvl="2" algn="ctr" rtl="0">
              <a:spcBef>
                <a:spcPts val="0"/>
              </a:spcBef>
              <a:spcAft>
                <a:spcPts val="0"/>
              </a:spcAft>
              <a:buSzPts val="1200"/>
              <a:buFont typeface="Open Sans"/>
              <a:buNone/>
              <a:defRPr b="1">
                <a:latin typeface="Open Sans"/>
                <a:ea typeface="Open Sans"/>
                <a:cs typeface="Open Sans"/>
                <a:sym typeface="Open Sans"/>
              </a:defRPr>
            </a:lvl3pPr>
            <a:lvl4pPr lvl="3" algn="ctr" rtl="0">
              <a:spcBef>
                <a:spcPts val="0"/>
              </a:spcBef>
              <a:spcAft>
                <a:spcPts val="0"/>
              </a:spcAft>
              <a:buSzPts val="1200"/>
              <a:buFont typeface="Open Sans"/>
              <a:buNone/>
              <a:defRPr b="1">
                <a:latin typeface="Open Sans"/>
                <a:ea typeface="Open Sans"/>
                <a:cs typeface="Open Sans"/>
                <a:sym typeface="Open Sans"/>
              </a:defRPr>
            </a:lvl4pPr>
            <a:lvl5pPr lvl="4" algn="ctr" rtl="0">
              <a:spcBef>
                <a:spcPts val="0"/>
              </a:spcBef>
              <a:spcAft>
                <a:spcPts val="0"/>
              </a:spcAft>
              <a:buSzPts val="1200"/>
              <a:buFont typeface="Open Sans"/>
              <a:buNone/>
              <a:defRPr b="1">
                <a:latin typeface="Open Sans"/>
                <a:ea typeface="Open Sans"/>
                <a:cs typeface="Open Sans"/>
                <a:sym typeface="Open Sans"/>
              </a:defRPr>
            </a:lvl5pPr>
            <a:lvl6pPr lvl="5" algn="ctr" rtl="0">
              <a:spcBef>
                <a:spcPts val="0"/>
              </a:spcBef>
              <a:spcAft>
                <a:spcPts val="0"/>
              </a:spcAft>
              <a:buSzPts val="1200"/>
              <a:buFont typeface="Open Sans"/>
              <a:buNone/>
              <a:defRPr b="1">
                <a:latin typeface="Open Sans"/>
                <a:ea typeface="Open Sans"/>
                <a:cs typeface="Open Sans"/>
                <a:sym typeface="Open Sans"/>
              </a:defRPr>
            </a:lvl6pPr>
            <a:lvl7pPr lvl="6" algn="ctr" rtl="0">
              <a:spcBef>
                <a:spcPts val="0"/>
              </a:spcBef>
              <a:spcAft>
                <a:spcPts val="0"/>
              </a:spcAft>
              <a:buSzPts val="1200"/>
              <a:buFont typeface="Open Sans"/>
              <a:buNone/>
              <a:defRPr b="1">
                <a:latin typeface="Open Sans"/>
                <a:ea typeface="Open Sans"/>
                <a:cs typeface="Open Sans"/>
                <a:sym typeface="Open Sans"/>
              </a:defRPr>
            </a:lvl7pPr>
            <a:lvl8pPr lvl="7" algn="ctr" rtl="0">
              <a:spcBef>
                <a:spcPts val="0"/>
              </a:spcBef>
              <a:spcAft>
                <a:spcPts val="0"/>
              </a:spcAft>
              <a:buSzPts val="1200"/>
              <a:buFont typeface="Open Sans"/>
              <a:buNone/>
              <a:defRPr b="1">
                <a:latin typeface="Open Sans"/>
                <a:ea typeface="Open Sans"/>
                <a:cs typeface="Open Sans"/>
                <a:sym typeface="Open Sans"/>
              </a:defRPr>
            </a:lvl8pPr>
            <a:lvl9pPr lvl="8" algn="ctr" rtl="0">
              <a:spcBef>
                <a:spcPts val="0"/>
              </a:spcBef>
              <a:spcAft>
                <a:spcPts val="0"/>
              </a:spcAft>
              <a:buSzPts val="1200"/>
              <a:buFont typeface="Open Sans"/>
              <a:buNone/>
              <a:defRPr b="1">
                <a:latin typeface="Open Sans"/>
                <a:ea typeface="Open Sans"/>
                <a:cs typeface="Open Sans"/>
                <a:sym typeface="Open Sans"/>
              </a:defRPr>
            </a:lvl9pPr>
          </a:lstStyle>
          <a:p>
            <a:endParaRPr/>
          </a:p>
        </p:txBody>
      </p:sp>
      <p:grpSp>
        <p:nvGrpSpPr>
          <p:cNvPr id="220" name="Google Shape;220;p16"/>
          <p:cNvGrpSpPr/>
          <p:nvPr/>
        </p:nvGrpSpPr>
        <p:grpSpPr>
          <a:xfrm>
            <a:off x="0" y="307163"/>
            <a:ext cx="9141000" cy="4529150"/>
            <a:chOff x="0" y="307163"/>
            <a:chExt cx="9141000" cy="4529150"/>
          </a:xfrm>
        </p:grpSpPr>
        <p:cxnSp>
          <p:nvCxnSpPr>
            <p:cNvPr id="221" name="Google Shape;221;p16"/>
            <p:cNvCxnSpPr/>
            <p:nvPr/>
          </p:nvCxnSpPr>
          <p:spPr>
            <a:xfrm rot="10800000">
              <a:off x="4570500" y="307163"/>
              <a:ext cx="4570500" cy="0"/>
            </a:xfrm>
            <a:prstGeom prst="straightConnector1">
              <a:avLst/>
            </a:prstGeom>
            <a:noFill/>
            <a:ln w="9525" cap="flat" cmpd="sng">
              <a:solidFill>
                <a:schemeClr val="dk1"/>
              </a:solidFill>
              <a:prstDash val="solid"/>
              <a:round/>
              <a:headEnd type="none" w="med" len="med"/>
              <a:tailEnd type="none" w="med" len="med"/>
            </a:ln>
          </p:spPr>
        </p:cxnSp>
        <p:cxnSp>
          <p:nvCxnSpPr>
            <p:cNvPr id="222" name="Google Shape;222;p16"/>
            <p:cNvCxnSpPr/>
            <p:nvPr/>
          </p:nvCxnSpPr>
          <p:spPr>
            <a:xfrm rot="10800000">
              <a:off x="0" y="4836313"/>
              <a:ext cx="4570500" cy="0"/>
            </a:xfrm>
            <a:prstGeom prst="straightConnector1">
              <a:avLst/>
            </a:prstGeom>
            <a:noFill/>
            <a:ln w="9525" cap="flat" cmpd="sng">
              <a:solidFill>
                <a:schemeClr val="dk1"/>
              </a:solidFill>
              <a:prstDash val="solid"/>
              <a:round/>
              <a:headEnd type="none" w="med" len="med"/>
              <a:tailEnd type="none" w="med" len="med"/>
            </a:ln>
          </p:spPr>
        </p:cxnSp>
      </p:grpSp>
      <p:grpSp>
        <p:nvGrpSpPr>
          <p:cNvPr id="223" name="Google Shape;223;p16"/>
          <p:cNvGrpSpPr/>
          <p:nvPr/>
        </p:nvGrpSpPr>
        <p:grpSpPr>
          <a:xfrm>
            <a:off x="273135" y="173920"/>
            <a:ext cx="7622917" cy="4923204"/>
            <a:chOff x="273135" y="173920"/>
            <a:chExt cx="7622917" cy="4923204"/>
          </a:xfrm>
        </p:grpSpPr>
        <p:grpSp>
          <p:nvGrpSpPr>
            <p:cNvPr id="224" name="Google Shape;224;p16"/>
            <p:cNvGrpSpPr/>
            <p:nvPr/>
          </p:nvGrpSpPr>
          <p:grpSpPr>
            <a:xfrm rot="2048007">
              <a:off x="442377" y="194231"/>
              <a:ext cx="284392" cy="690535"/>
              <a:chOff x="276425" y="4185388"/>
              <a:chExt cx="284403" cy="690563"/>
            </a:xfrm>
          </p:grpSpPr>
          <p:sp>
            <p:nvSpPr>
              <p:cNvPr id="225" name="Google Shape;225;p16"/>
              <p:cNvSpPr/>
              <p:nvPr/>
            </p:nvSpPr>
            <p:spPr>
              <a:xfrm>
                <a:off x="276425" y="4545025"/>
                <a:ext cx="120000" cy="1200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 name="Google Shape;226;p16"/>
              <p:cNvSpPr/>
              <p:nvPr/>
            </p:nvSpPr>
            <p:spPr>
              <a:xfrm>
                <a:off x="440828" y="4755950"/>
                <a:ext cx="120000" cy="120000"/>
              </a:xfrm>
              <a:prstGeom prst="mathPlus">
                <a:avLst>
                  <a:gd name="adj1" fmla="val 0"/>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 name="Google Shape;227;p16"/>
              <p:cNvSpPr/>
              <p:nvPr/>
            </p:nvSpPr>
            <p:spPr>
              <a:xfrm>
                <a:off x="440828" y="4185388"/>
                <a:ext cx="120000" cy="120000"/>
              </a:xfrm>
              <a:prstGeom prst="mathPlus">
                <a:avLst>
                  <a:gd name="adj1" fmla="val 0"/>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8" name="Google Shape;228;p16"/>
            <p:cNvGrpSpPr/>
            <p:nvPr/>
          </p:nvGrpSpPr>
          <p:grpSpPr>
            <a:xfrm rot="-1724611">
              <a:off x="7235323" y="4637670"/>
              <a:ext cx="619313" cy="330932"/>
              <a:chOff x="5031250" y="135875"/>
              <a:chExt cx="619300" cy="330925"/>
            </a:xfrm>
          </p:grpSpPr>
          <p:sp>
            <p:nvSpPr>
              <p:cNvPr id="229" name="Google Shape;229;p16"/>
              <p:cNvSpPr/>
              <p:nvPr/>
            </p:nvSpPr>
            <p:spPr>
              <a:xfrm>
                <a:off x="5031250" y="135875"/>
                <a:ext cx="120000" cy="1200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 name="Google Shape;230;p16"/>
              <p:cNvSpPr/>
              <p:nvPr/>
            </p:nvSpPr>
            <p:spPr>
              <a:xfrm>
                <a:off x="5195653" y="346800"/>
                <a:ext cx="120000" cy="120000"/>
              </a:xfrm>
              <a:prstGeom prst="mathPlus">
                <a:avLst>
                  <a:gd name="adj1" fmla="val 0"/>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 name="Google Shape;231;p16"/>
              <p:cNvSpPr/>
              <p:nvPr/>
            </p:nvSpPr>
            <p:spPr>
              <a:xfrm>
                <a:off x="5530550" y="346800"/>
                <a:ext cx="120000" cy="1200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hanks">
  <p:cSld name="CUSTOM_2">
    <p:spTree>
      <p:nvGrpSpPr>
        <p:cNvPr id="1" name="Shape 297"/>
        <p:cNvGrpSpPr/>
        <p:nvPr/>
      </p:nvGrpSpPr>
      <p:grpSpPr>
        <a:xfrm>
          <a:off x="0" y="0"/>
          <a:ext cx="0" cy="0"/>
          <a:chOff x="0" y="0"/>
          <a:chExt cx="0" cy="0"/>
        </a:xfrm>
      </p:grpSpPr>
      <p:sp>
        <p:nvSpPr>
          <p:cNvPr id="298" name="Google Shape;298;p20"/>
          <p:cNvSpPr txBox="1">
            <a:spLocks noGrp="1"/>
          </p:cNvSpPr>
          <p:nvPr>
            <p:ph type="ctrTitle"/>
          </p:nvPr>
        </p:nvSpPr>
        <p:spPr>
          <a:xfrm>
            <a:off x="4910550" y="849513"/>
            <a:ext cx="3070200" cy="898500"/>
          </a:xfrm>
          <a:prstGeom prst="rect">
            <a:avLst/>
          </a:prstGeom>
        </p:spPr>
        <p:txBody>
          <a:bodyPr spcFirstLastPara="1" wrap="square" lIns="91425" tIns="91425" rIns="91425" bIns="91425" anchor="b" anchorCtr="0">
            <a:noAutofit/>
          </a:bodyPr>
          <a:lstStyle>
            <a:lvl1pPr lvl="0" rtl="0">
              <a:spcBef>
                <a:spcPts val="0"/>
              </a:spcBef>
              <a:spcAft>
                <a:spcPts val="0"/>
              </a:spcAft>
              <a:buSzPts val="5200"/>
              <a:buNone/>
              <a:defRPr sz="5200"/>
            </a:lvl1pPr>
            <a:lvl2pPr lvl="1" algn="ctr" rtl="0">
              <a:spcBef>
                <a:spcPts val="0"/>
              </a:spcBef>
              <a:spcAft>
                <a:spcPts val="0"/>
              </a:spcAft>
              <a:buSzPts val="5200"/>
              <a:buNone/>
              <a:defRPr sz="5200"/>
            </a:lvl2pPr>
            <a:lvl3pPr lvl="2" algn="ctr" rtl="0">
              <a:spcBef>
                <a:spcPts val="0"/>
              </a:spcBef>
              <a:spcAft>
                <a:spcPts val="0"/>
              </a:spcAft>
              <a:buSzPts val="5200"/>
              <a:buNone/>
              <a:defRPr sz="5200"/>
            </a:lvl3pPr>
            <a:lvl4pPr lvl="3" algn="ctr" rtl="0">
              <a:spcBef>
                <a:spcPts val="0"/>
              </a:spcBef>
              <a:spcAft>
                <a:spcPts val="0"/>
              </a:spcAft>
              <a:buSzPts val="5200"/>
              <a:buNone/>
              <a:defRPr sz="5200"/>
            </a:lvl4pPr>
            <a:lvl5pPr lvl="4" algn="ctr" rtl="0">
              <a:spcBef>
                <a:spcPts val="0"/>
              </a:spcBef>
              <a:spcAft>
                <a:spcPts val="0"/>
              </a:spcAft>
              <a:buSzPts val="5200"/>
              <a:buNone/>
              <a:defRPr sz="5200"/>
            </a:lvl5pPr>
            <a:lvl6pPr lvl="5" algn="ctr" rtl="0">
              <a:spcBef>
                <a:spcPts val="0"/>
              </a:spcBef>
              <a:spcAft>
                <a:spcPts val="0"/>
              </a:spcAft>
              <a:buSzPts val="5200"/>
              <a:buNone/>
              <a:defRPr sz="5200"/>
            </a:lvl6pPr>
            <a:lvl7pPr lvl="6" algn="ctr" rtl="0">
              <a:spcBef>
                <a:spcPts val="0"/>
              </a:spcBef>
              <a:spcAft>
                <a:spcPts val="0"/>
              </a:spcAft>
              <a:buSzPts val="5200"/>
              <a:buNone/>
              <a:defRPr sz="5200"/>
            </a:lvl7pPr>
            <a:lvl8pPr lvl="7" algn="ctr" rtl="0">
              <a:spcBef>
                <a:spcPts val="0"/>
              </a:spcBef>
              <a:spcAft>
                <a:spcPts val="0"/>
              </a:spcAft>
              <a:buSzPts val="5200"/>
              <a:buNone/>
              <a:defRPr sz="5200"/>
            </a:lvl8pPr>
            <a:lvl9pPr lvl="8" algn="ctr" rtl="0">
              <a:spcBef>
                <a:spcPts val="0"/>
              </a:spcBef>
              <a:spcAft>
                <a:spcPts val="0"/>
              </a:spcAft>
              <a:buSzPts val="5200"/>
              <a:buNone/>
              <a:defRPr sz="5200"/>
            </a:lvl9pPr>
          </a:lstStyle>
          <a:p>
            <a:endParaRPr/>
          </a:p>
        </p:txBody>
      </p:sp>
      <p:sp>
        <p:nvSpPr>
          <p:cNvPr id="299" name="Google Shape;299;p20"/>
          <p:cNvSpPr txBox="1">
            <a:spLocks noGrp="1"/>
          </p:cNvSpPr>
          <p:nvPr>
            <p:ph type="subTitle" idx="1"/>
          </p:nvPr>
        </p:nvSpPr>
        <p:spPr>
          <a:xfrm>
            <a:off x="4910550" y="1632463"/>
            <a:ext cx="3070200" cy="1077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sz="150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300" name="Google Shape;300;p20"/>
          <p:cNvSpPr txBox="1"/>
          <p:nvPr/>
        </p:nvSpPr>
        <p:spPr>
          <a:xfrm>
            <a:off x="4910649" y="3334349"/>
            <a:ext cx="2529000" cy="6156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None/>
            </a:pPr>
            <a:r>
              <a:rPr lang="en" sz="1000">
                <a:solidFill>
                  <a:schemeClr val="dk1"/>
                </a:solidFill>
                <a:latin typeface="Darker Grotesque Medium"/>
                <a:ea typeface="Darker Grotesque Medium"/>
                <a:cs typeface="Darker Grotesque Medium"/>
                <a:sym typeface="Darker Grotesque Medium"/>
              </a:rPr>
              <a:t>CREDITS: This presentation template was created by </a:t>
            </a:r>
            <a:r>
              <a:rPr lang="en" sz="1000" b="1">
                <a:solidFill>
                  <a:schemeClr val="dk1"/>
                </a:solidFill>
                <a:uFill>
                  <a:noFill/>
                </a:uFill>
                <a:latin typeface="Darker Grotesque"/>
                <a:ea typeface="Darker Grotesque"/>
                <a:cs typeface="Darker Grotesque"/>
                <a:sym typeface="Darker Grotesque"/>
                <a:hlinkClick r:id="rId2">
                  <a:extLst>
                    <a:ext uri="{A12FA001-AC4F-418D-AE19-62706E023703}">
                      <ahyp:hlinkClr xmlns:ahyp="http://schemas.microsoft.com/office/drawing/2018/hyperlinkcolor" val="tx"/>
                    </a:ext>
                  </a:extLst>
                </a:hlinkClick>
              </a:rPr>
              <a:t>Slidesgo</a:t>
            </a:r>
            <a:r>
              <a:rPr lang="en" sz="1000">
                <a:solidFill>
                  <a:schemeClr val="dk1"/>
                </a:solidFill>
                <a:latin typeface="Darker Grotesque Medium"/>
                <a:ea typeface="Darker Grotesque Medium"/>
                <a:cs typeface="Darker Grotesque Medium"/>
                <a:sym typeface="Darker Grotesque Medium"/>
              </a:rPr>
              <a:t>, including icons by </a:t>
            </a:r>
            <a:r>
              <a:rPr lang="en" sz="1000" b="1">
                <a:solidFill>
                  <a:schemeClr val="dk1"/>
                </a:solidFill>
                <a:uFill>
                  <a:noFill/>
                </a:uFill>
                <a:latin typeface="Darker Grotesque"/>
                <a:ea typeface="Darker Grotesque"/>
                <a:cs typeface="Darker Grotesque"/>
                <a:sym typeface="Darker Grotesque"/>
                <a:hlinkClick r:id="rId3">
                  <a:extLst>
                    <a:ext uri="{A12FA001-AC4F-418D-AE19-62706E023703}">
                      <ahyp:hlinkClr xmlns:ahyp="http://schemas.microsoft.com/office/drawing/2018/hyperlinkcolor" val="tx"/>
                    </a:ext>
                  </a:extLst>
                </a:hlinkClick>
              </a:rPr>
              <a:t>Flaticon</a:t>
            </a:r>
            <a:r>
              <a:rPr lang="en" sz="1000">
                <a:solidFill>
                  <a:schemeClr val="dk1"/>
                </a:solidFill>
                <a:latin typeface="Darker Grotesque Medium"/>
                <a:ea typeface="Darker Grotesque Medium"/>
                <a:cs typeface="Darker Grotesque Medium"/>
                <a:sym typeface="Darker Grotesque Medium"/>
              </a:rPr>
              <a:t> and infographics &amp; images by </a:t>
            </a:r>
            <a:r>
              <a:rPr lang="en" sz="1000" b="1">
                <a:solidFill>
                  <a:schemeClr val="dk1"/>
                </a:solidFill>
                <a:uFill>
                  <a:noFill/>
                </a:uFill>
                <a:latin typeface="Darker Grotesque"/>
                <a:ea typeface="Darker Grotesque"/>
                <a:cs typeface="Darker Grotesque"/>
                <a:sym typeface="Darker Grotesque"/>
                <a:hlinkClick r:id="rId4">
                  <a:extLst>
                    <a:ext uri="{A12FA001-AC4F-418D-AE19-62706E023703}">
                      <ahyp:hlinkClr xmlns:ahyp="http://schemas.microsoft.com/office/drawing/2018/hyperlinkcolor" val="tx"/>
                    </a:ext>
                  </a:extLst>
                </a:hlinkClick>
              </a:rPr>
              <a:t>Freepik</a:t>
            </a:r>
            <a:endParaRPr sz="1000" b="1">
              <a:solidFill>
                <a:schemeClr val="dk1"/>
              </a:solidFill>
              <a:latin typeface="Darker Grotesque"/>
              <a:ea typeface="Darker Grotesque"/>
              <a:cs typeface="Darker Grotesque"/>
              <a:sym typeface="Darker Grotesque"/>
            </a:endParaRPr>
          </a:p>
        </p:txBody>
      </p:sp>
      <p:grpSp>
        <p:nvGrpSpPr>
          <p:cNvPr id="301" name="Google Shape;301;p20"/>
          <p:cNvGrpSpPr/>
          <p:nvPr/>
        </p:nvGrpSpPr>
        <p:grpSpPr>
          <a:xfrm>
            <a:off x="201664" y="252339"/>
            <a:ext cx="8700074" cy="4804662"/>
            <a:chOff x="201664" y="252339"/>
            <a:chExt cx="8700074" cy="4804662"/>
          </a:xfrm>
        </p:grpSpPr>
        <p:grpSp>
          <p:nvGrpSpPr>
            <p:cNvPr id="302" name="Google Shape;302;p20"/>
            <p:cNvGrpSpPr/>
            <p:nvPr/>
          </p:nvGrpSpPr>
          <p:grpSpPr>
            <a:xfrm rot="-6063156">
              <a:off x="8370359" y="422495"/>
              <a:ext cx="619267" cy="330908"/>
              <a:chOff x="5031250" y="135875"/>
              <a:chExt cx="619300" cy="330925"/>
            </a:xfrm>
          </p:grpSpPr>
          <p:sp>
            <p:nvSpPr>
              <p:cNvPr id="303" name="Google Shape;303;p20"/>
              <p:cNvSpPr/>
              <p:nvPr/>
            </p:nvSpPr>
            <p:spPr>
              <a:xfrm>
                <a:off x="5031250" y="135875"/>
                <a:ext cx="120000" cy="1200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 name="Google Shape;304;p20"/>
              <p:cNvSpPr/>
              <p:nvPr/>
            </p:nvSpPr>
            <p:spPr>
              <a:xfrm>
                <a:off x="5195653" y="346800"/>
                <a:ext cx="120000" cy="120000"/>
              </a:xfrm>
              <a:prstGeom prst="mathPlus">
                <a:avLst>
                  <a:gd name="adj1" fmla="val 0"/>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 name="Google Shape;305;p20"/>
              <p:cNvSpPr/>
              <p:nvPr/>
            </p:nvSpPr>
            <p:spPr>
              <a:xfrm>
                <a:off x="5530550" y="346800"/>
                <a:ext cx="120000" cy="1200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6" name="Google Shape;306;p20"/>
            <p:cNvGrpSpPr/>
            <p:nvPr/>
          </p:nvGrpSpPr>
          <p:grpSpPr>
            <a:xfrm rot="-2700000">
              <a:off x="404163" y="4367023"/>
              <a:ext cx="284400" cy="690556"/>
              <a:chOff x="276425" y="4185388"/>
              <a:chExt cx="284403" cy="690563"/>
            </a:xfrm>
          </p:grpSpPr>
          <p:sp>
            <p:nvSpPr>
              <p:cNvPr id="307" name="Google Shape;307;p20"/>
              <p:cNvSpPr/>
              <p:nvPr/>
            </p:nvSpPr>
            <p:spPr>
              <a:xfrm>
                <a:off x="276425" y="4545025"/>
                <a:ext cx="120000" cy="1200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 name="Google Shape;308;p20"/>
              <p:cNvSpPr/>
              <p:nvPr/>
            </p:nvSpPr>
            <p:spPr>
              <a:xfrm>
                <a:off x="440828" y="4755950"/>
                <a:ext cx="120000" cy="120000"/>
              </a:xfrm>
              <a:prstGeom prst="mathPlus">
                <a:avLst>
                  <a:gd name="adj1" fmla="val 0"/>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 name="Google Shape;309;p20"/>
              <p:cNvSpPr/>
              <p:nvPr/>
            </p:nvSpPr>
            <p:spPr>
              <a:xfrm>
                <a:off x="440828" y="4185388"/>
                <a:ext cx="120000" cy="120000"/>
              </a:xfrm>
              <a:prstGeom prst="mathPlus">
                <a:avLst>
                  <a:gd name="adj1" fmla="val 0"/>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310" name="Google Shape;310;p20"/>
          <p:cNvGrpSpPr/>
          <p:nvPr/>
        </p:nvGrpSpPr>
        <p:grpSpPr>
          <a:xfrm>
            <a:off x="0" y="307163"/>
            <a:ext cx="9141000" cy="4529150"/>
            <a:chOff x="0" y="307163"/>
            <a:chExt cx="9141000" cy="4529150"/>
          </a:xfrm>
        </p:grpSpPr>
        <p:cxnSp>
          <p:nvCxnSpPr>
            <p:cNvPr id="311" name="Google Shape;311;p20"/>
            <p:cNvCxnSpPr/>
            <p:nvPr/>
          </p:nvCxnSpPr>
          <p:spPr>
            <a:xfrm>
              <a:off x="0" y="307163"/>
              <a:ext cx="4570500" cy="0"/>
            </a:xfrm>
            <a:prstGeom prst="straightConnector1">
              <a:avLst/>
            </a:prstGeom>
            <a:noFill/>
            <a:ln w="9525" cap="flat" cmpd="sng">
              <a:solidFill>
                <a:schemeClr val="dk1"/>
              </a:solidFill>
              <a:prstDash val="solid"/>
              <a:round/>
              <a:headEnd type="none" w="med" len="med"/>
              <a:tailEnd type="none" w="med" len="med"/>
            </a:ln>
          </p:spPr>
        </p:cxnSp>
        <p:cxnSp>
          <p:nvCxnSpPr>
            <p:cNvPr id="312" name="Google Shape;312;p20"/>
            <p:cNvCxnSpPr/>
            <p:nvPr/>
          </p:nvCxnSpPr>
          <p:spPr>
            <a:xfrm>
              <a:off x="4570500" y="4836313"/>
              <a:ext cx="4570500" cy="0"/>
            </a:xfrm>
            <a:prstGeom prst="straightConnector1">
              <a:avLst/>
            </a:prstGeom>
            <a:noFill/>
            <a:ln w="9525" cap="flat" cmpd="sng">
              <a:solidFill>
                <a:schemeClr val="dk1"/>
              </a:solidFill>
              <a:prstDash val="solid"/>
              <a:round/>
              <a:headEnd type="none" w="med" len="med"/>
              <a:tailEnd type="none" w="med" len="med"/>
            </a:ln>
          </p:spPr>
        </p:cxn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ackground">
  <p:cSld name="CUSTOM_7_1">
    <p:spTree>
      <p:nvGrpSpPr>
        <p:cNvPr id="1" name="Shape 313"/>
        <p:cNvGrpSpPr/>
        <p:nvPr/>
      </p:nvGrpSpPr>
      <p:grpSpPr>
        <a:xfrm>
          <a:off x="0" y="0"/>
          <a:ext cx="0" cy="0"/>
          <a:chOff x="0" y="0"/>
          <a:chExt cx="0" cy="0"/>
        </a:xfrm>
      </p:grpSpPr>
      <p:grpSp>
        <p:nvGrpSpPr>
          <p:cNvPr id="314" name="Google Shape;314;p21"/>
          <p:cNvGrpSpPr/>
          <p:nvPr/>
        </p:nvGrpSpPr>
        <p:grpSpPr>
          <a:xfrm rot="-6063156">
            <a:off x="8370359" y="422495"/>
            <a:ext cx="619267" cy="330908"/>
            <a:chOff x="5031250" y="135875"/>
            <a:chExt cx="619300" cy="330925"/>
          </a:xfrm>
        </p:grpSpPr>
        <p:sp>
          <p:nvSpPr>
            <p:cNvPr id="315" name="Google Shape;315;p21"/>
            <p:cNvSpPr/>
            <p:nvPr/>
          </p:nvSpPr>
          <p:spPr>
            <a:xfrm>
              <a:off x="5031250" y="135875"/>
              <a:ext cx="120000" cy="1200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 name="Google Shape;316;p21"/>
            <p:cNvSpPr/>
            <p:nvPr/>
          </p:nvSpPr>
          <p:spPr>
            <a:xfrm>
              <a:off x="5195653" y="346800"/>
              <a:ext cx="120000" cy="120000"/>
            </a:xfrm>
            <a:prstGeom prst="mathPlus">
              <a:avLst>
                <a:gd name="adj1" fmla="val 0"/>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 name="Google Shape;317;p21"/>
            <p:cNvSpPr/>
            <p:nvPr/>
          </p:nvSpPr>
          <p:spPr>
            <a:xfrm>
              <a:off x="5530550" y="346800"/>
              <a:ext cx="120000" cy="1200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18" name="Google Shape;318;p21"/>
          <p:cNvGrpSpPr/>
          <p:nvPr/>
        </p:nvGrpSpPr>
        <p:grpSpPr>
          <a:xfrm rot="-2700000">
            <a:off x="404163" y="4367023"/>
            <a:ext cx="284400" cy="690556"/>
            <a:chOff x="276425" y="4185388"/>
            <a:chExt cx="284403" cy="690563"/>
          </a:xfrm>
        </p:grpSpPr>
        <p:sp>
          <p:nvSpPr>
            <p:cNvPr id="319" name="Google Shape;319;p21"/>
            <p:cNvSpPr/>
            <p:nvPr/>
          </p:nvSpPr>
          <p:spPr>
            <a:xfrm>
              <a:off x="276425" y="4545025"/>
              <a:ext cx="120000" cy="1200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 name="Google Shape;320;p21"/>
            <p:cNvSpPr/>
            <p:nvPr/>
          </p:nvSpPr>
          <p:spPr>
            <a:xfrm>
              <a:off x="440828" y="4755950"/>
              <a:ext cx="120000" cy="120000"/>
            </a:xfrm>
            <a:prstGeom prst="mathPlus">
              <a:avLst>
                <a:gd name="adj1" fmla="val 0"/>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 name="Google Shape;321;p21"/>
            <p:cNvSpPr/>
            <p:nvPr/>
          </p:nvSpPr>
          <p:spPr>
            <a:xfrm>
              <a:off x="440828" y="4185388"/>
              <a:ext cx="120000" cy="120000"/>
            </a:xfrm>
            <a:prstGeom prst="mathPlus">
              <a:avLst>
                <a:gd name="adj1" fmla="val 0"/>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22" name="Google Shape;322;p21"/>
          <p:cNvGrpSpPr/>
          <p:nvPr/>
        </p:nvGrpSpPr>
        <p:grpSpPr>
          <a:xfrm>
            <a:off x="0" y="307163"/>
            <a:ext cx="9141000" cy="4529150"/>
            <a:chOff x="0" y="307163"/>
            <a:chExt cx="9141000" cy="4529150"/>
          </a:xfrm>
        </p:grpSpPr>
        <p:cxnSp>
          <p:nvCxnSpPr>
            <p:cNvPr id="323" name="Google Shape;323;p21"/>
            <p:cNvCxnSpPr/>
            <p:nvPr/>
          </p:nvCxnSpPr>
          <p:spPr>
            <a:xfrm>
              <a:off x="0" y="307163"/>
              <a:ext cx="4570500" cy="0"/>
            </a:xfrm>
            <a:prstGeom prst="straightConnector1">
              <a:avLst/>
            </a:prstGeom>
            <a:noFill/>
            <a:ln w="9525" cap="flat" cmpd="sng">
              <a:solidFill>
                <a:schemeClr val="dk1"/>
              </a:solidFill>
              <a:prstDash val="solid"/>
              <a:round/>
              <a:headEnd type="none" w="med" len="med"/>
              <a:tailEnd type="none" w="med" len="med"/>
            </a:ln>
          </p:spPr>
        </p:cxnSp>
        <p:cxnSp>
          <p:nvCxnSpPr>
            <p:cNvPr id="324" name="Google Shape;324;p21"/>
            <p:cNvCxnSpPr/>
            <p:nvPr/>
          </p:nvCxnSpPr>
          <p:spPr>
            <a:xfrm>
              <a:off x="4570500" y="4836313"/>
              <a:ext cx="4570500" cy="0"/>
            </a:xfrm>
            <a:prstGeom prst="straightConnector1">
              <a:avLst/>
            </a:prstGeom>
            <a:noFill/>
            <a:ln w="9525" cap="flat" cmpd="sng">
              <a:solidFill>
                <a:schemeClr val="dk1"/>
              </a:solidFill>
              <a:prstDash val="solid"/>
              <a:round/>
              <a:headEnd type="none" w="med" len="med"/>
              <a:tailEnd type="none" w="med" len="med"/>
            </a:ln>
          </p:spPr>
        </p:cxnSp>
      </p:grpSp>
      <p:grpSp>
        <p:nvGrpSpPr>
          <p:cNvPr id="325" name="Google Shape;325;p21"/>
          <p:cNvGrpSpPr/>
          <p:nvPr/>
        </p:nvGrpSpPr>
        <p:grpSpPr>
          <a:xfrm>
            <a:off x="7399488" y="128932"/>
            <a:ext cx="794694" cy="794618"/>
            <a:chOff x="276382" y="1174752"/>
            <a:chExt cx="895027" cy="894940"/>
          </a:xfrm>
        </p:grpSpPr>
        <p:grpSp>
          <p:nvGrpSpPr>
            <p:cNvPr id="326" name="Google Shape;326;p21"/>
            <p:cNvGrpSpPr/>
            <p:nvPr/>
          </p:nvGrpSpPr>
          <p:grpSpPr>
            <a:xfrm>
              <a:off x="276382" y="1174752"/>
              <a:ext cx="895027" cy="894940"/>
              <a:chOff x="2861096" y="3889198"/>
              <a:chExt cx="397772" cy="397716"/>
            </a:xfrm>
          </p:grpSpPr>
          <p:sp>
            <p:nvSpPr>
              <p:cNvPr id="327" name="Google Shape;327;p21"/>
              <p:cNvSpPr/>
              <p:nvPr/>
            </p:nvSpPr>
            <p:spPr>
              <a:xfrm>
                <a:off x="2861096" y="3889198"/>
                <a:ext cx="397772" cy="397716"/>
              </a:xfrm>
              <a:custGeom>
                <a:avLst/>
                <a:gdLst/>
                <a:ahLst/>
                <a:cxnLst/>
                <a:rect l="l" t="t" r="r" b="b"/>
                <a:pathLst>
                  <a:path w="7080" h="7079" extrusionOk="0">
                    <a:moveTo>
                      <a:pt x="3545" y="0"/>
                    </a:moveTo>
                    <a:cubicBezTo>
                      <a:pt x="1588" y="0"/>
                      <a:pt x="1" y="1588"/>
                      <a:pt x="1" y="3535"/>
                    </a:cubicBezTo>
                    <a:cubicBezTo>
                      <a:pt x="1" y="5491"/>
                      <a:pt x="1588" y="7079"/>
                      <a:pt x="3545" y="7079"/>
                    </a:cubicBezTo>
                    <a:cubicBezTo>
                      <a:pt x="5501" y="7079"/>
                      <a:pt x="7079" y="5491"/>
                      <a:pt x="7079" y="3535"/>
                    </a:cubicBezTo>
                    <a:cubicBezTo>
                      <a:pt x="7079" y="1588"/>
                      <a:pt x="5501" y="0"/>
                      <a:pt x="3545" y="0"/>
                    </a:cubicBezTo>
                    <a:close/>
                  </a:path>
                </a:pathLst>
              </a:custGeom>
              <a:solidFill>
                <a:schemeClr val="dk2"/>
              </a:solidFill>
              <a:ln w="9525" cap="flat" cmpd="sng">
                <a:solidFill>
                  <a:schemeClr val="dk1"/>
                </a:solidFill>
                <a:prstDash val="solid"/>
                <a:miter lim="945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 name="Google Shape;328;p21"/>
              <p:cNvSpPr/>
              <p:nvPr/>
            </p:nvSpPr>
            <p:spPr>
              <a:xfrm>
                <a:off x="2907821" y="3931467"/>
                <a:ext cx="304332" cy="313132"/>
              </a:xfrm>
              <a:custGeom>
                <a:avLst/>
                <a:gdLst/>
                <a:ahLst/>
                <a:cxnLst/>
                <a:rect l="l" t="t" r="r" b="b"/>
                <a:pathLst>
                  <a:path w="4282" h="4282" extrusionOk="0">
                    <a:moveTo>
                      <a:pt x="2146" y="1"/>
                    </a:moveTo>
                    <a:cubicBezTo>
                      <a:pt x="964" y="1"/>
                      <a:pt x="0" y="955"/>
                      <a:pt x="0" y="2137"/>
                    </a:cubicBezTo>
                    <a:cubicBezTo>
                      <a:pt x="0" y="3327"/>
                      <a:pt x="964" y="4282"/>
                      <a:pt x="2146" y="4282"/>
                    </a:cubicBezTo>
                    <a:cubicBezTo>
                      <a:pt x="3327" y="4282"/>
                      <a:pt x="4281" y="3327"/>
                      <a:pt x="4281" y="2137"/>
                    </a:cubicBezTo>
                    <a:cubicBezTo>
                      <a:pt x="4281" y="955"/>
                      <a:pt x="3327" y="1"/>
                      <a:pt x="2146" y="1"/>
                    </a:cubicBezTo>
                    <a:close/>
                  </a:path>
                </a:pathLst>
              </a:custGeom>
              <a:solidFill>
                <a:schemeClr val="accent3"/>
              </a:solidFill>
              <a:ln w="9525" cap="flat" cmpd="sng">
                <a:solidFill>
                  <a:schemeClr val="dk1"/>
                </a:solidFill>
                <a:prstDash val="solid"/>
                <a:miter lim="945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29" name="Google Shape;329;p21"/>
            <p:cNvSpPr/>
            <p:nvPr/>
          </p:nvSpPr>
          <p:spPr>
            <a:xfrm>
              <a:off x="698100" y="1366625"/>
              <a:ext cx="195250" cy="467375"/>
            </a:xfrm>
            <a:custGeom>
              <a:avLst/>
              <a:gdLst/>
              <a:ahLst/>
              <a:cxnLst/>
              <a:rect l="l" t="t" r="r" b="b"/>
              <a:pathLst>
                <a:path w="7810" h="18695" extrusionOk="0">
                  <a:moveTo>
                    <a:pt x="5916" y="0"/>
                  </a:moveTo>
                  <a:lnTo>
                    <a:pt x="0" y="9939"/>
                  </a:lnTo>
                  <a:lnTo>
                    <a:pt x="7810" y="18695"/>
                  </a:lnTo>
                </a:path>
              </a:pathLst>
            </a:custGeom>
            <a:noFill/>
            <a:ln w="9525" cap="flat" cmpd="sng">
              <a:solidFill>
                <a:schemeClr val="dk1"/>
              </a:solidFill>
              <a:prstDash val="solid"/>
              <a:round/>
              <a:headEnd type="none" w="med" len="med"/>
              <a:tailEnd type="none" w="med" len="med"/>
            </a:ln>
          </p:spPr>
        </p:sp>
      </p:grpSp>
      <p:grpSp>
        <p:nvGrpSpPr>
          <p:cNvPr id="330" name="Google Shape;330;p21"/>
          <p:cNvGrpSpPr/>
          <p:nvPr/>
        </p:nvGrpSpPr>
        <p:grpSpPr>
          <a:xfrm>
            <a:off x="129253" y="3079528"/>
            <a:ext cx="834200" cy="794609"/>
            <a:chOff x="5694450" y="929325"/>
            <a:chExt cx="607000" cy="578150"/>
          </a:xfrm>
        </p:grpSpPr>
        <p:sp>
          <p:nvSpPr>
            <p:cNvPr id="331" name="Google Shape;331;p21"/>
            <p:cNvSpPr/>
            <p:nvPr/>
          </p:nvSpPr>
          <p:spPr>
            <a:xfrm>
              <a:off x="5694450" y="929325"/>
              <a:ext cx="607000" cy="354825"/>
            </a:xfrm>
            <a:custGeom>
              <a:avLst/>
              <a:gdLst/>
              <a:ahLst/>
              <a:cxnLst/>
              <a:rect l="l" t="t" r="r" b="b"/>
              <a:pathLst>
                <a:path w="24280" h="14193" extrusionOk="0">
                  <a:moveTo>
                    <a:pt x="11171" y="0"/>
                  </a:moveTo>
                  <a:cubicBezTo>
                    <a:pt x="8128" y="0"/>
                    <a:pt x="5661" y="2457"/>
                    <a:pt x="5642" y="5491"/>
                  </a:cubicBezTo>
                  <a:cubicBezTo>
                    <a:pt x="5255" y="5387"/>
                    <a:pt x="4858" y="5321"/>
                    <a:pt x="4442" y="5321"/>
                  </a:cubicBezTo>
                  <a:cubicBezTo>
                    <a:pt x="1985" y="5321"/>
                    <a:pt x="0" y="7305"/>
                    <a:pt x="0" y="9763"/>
                  </a:cubicBezTo>
                  <a:cubicBezTo>
                    <a:pt x="0" y="12210"/>
                    <a:pt x="1853" y="14053"/>
                    <a:pt x="4178" y="14185"/>
                  </a:cubicBezTo>
                  <a:cubicBezTo>
                    <a:pt x="4220" y="14190"/>
                    <a:pt x="8376" y="14193"/>
                    <a:pt x="12532" y="14193"/>
                  </a:cubicBezTo>
                  <a:cubicBezTo>
                    <a:pt x="16688" y="14193"/>
                    <a:pt x="20844" y="14190"/>
                    <a:pt x="20886" y="14185"/>
                  </a:cubicBezTo>
                  <a:lnTo>
                    <a:pt x="20990" y="14185"/>
                  </a:lnTo>
                  <a:lnTo>
                    <a:pt x="20990" y="14176"/>
                  </a:lnTo>
                  <a:cubicBezTo>
                    <a:pt x="22833" y="13996"/>
                    <a:pt x="24279" y="12437"/>
                    <a:pt x="24279" y="10547"/>
                  </a:cubicBezTo>
                  <a:cubicBezTo>
                    <a:pt x="24279" y="8865"/>
                    <a:pt x="23145" y="7457"/>
                    <a:pt x="21614" y="7031"/>
                  </a:cubicBezTo>
                  <a:cubicBezTo>
                    <a:pt x="21614" y="6994"/>
                    <a:pt x="21614" y="6965"/>
                    <a:pt x="21614" y="6937"/>
                  </a:cubicBezTo>
                  <a:cubicBezTo>
                    <a:pt x="21614" y="4924"/>
                    <a:pt x="19979" y="3289"/>
                    <a:pt x="17957" y="3289"/>
                  </a:cubicBezTo>
                  <a:cubicBezTo>
                    <a:pt x="17390" y="3289"/>
                    <a:pt x="16860" y="3421"/>
                    <a:pt x="16378" y="3648"/>
                  </a:cubicBezTo>
                  <a:cubicBezTo>
                    <a:pt x="15613" y="1522"/>
                    <a:pt x="13572" y="0"/>
                    <a:pt x="11171" y="0"/>
                  </a:cubicBezTo>
                  <a:close/>
                </a:path>
              </a:pathLst>
            </a:custGeom>
            <a:solidFill>
              <a:schemeClr val="accent2"/>
            </a:solidFill>
            <a:ln w="9525" cap="flat" cmpd="sng">
              <a:solidFill>
                <a:schemeClr val="dk1"/>
              </a:solidFill>
              <a:prstDash val="solid"/>
              <a:miter lim="945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 name="Google Shape;332;p21"/>
            <p:cNvSpPr/>
            <p:nvPr/>
          </p:nvSpPr>
          <p:spPr>
            <a:xfrm>
              <a:off x="5862675" y="1216625"/>
              <a:ext cx="199675" cy="290850"/>
            </a:xfrm>
            <a:custGeom>
              <a:avLst/>
              <a:gdLst/>
              <a:ahLst/>
              <a:cxnLst/>
              <a:rect l="l" t="t" r="r" b="b"/>
              <a:pathLst>
                <a:path w="7987" h="11634" extrusionOk="0">
                  <a:moveTo>
                    <a:pt x="2552" y="0"/>
                  </a:moveTo>
                  <a:lnTo>
                    <a:pt x="2552" y="6398"/>
                  </a:lnTo>
                  <a:lnTo>
                    <a:pt x="0" y="6398"/>
                  </a:lnTo>
                  <a:lnTo>
                    <a:pt x="1994" y="9016"/>
                  </a:lnTo>
                  <a:lnTo>
                    <a:pt x="3998" y="11634"/>
                  </a:lnTo>
                  <a:lnTo>
                    <a:pt x="5992" y="9016"/>
                  </a:lnTo>
                  <a:lnTo>
                    <a:pt x="7986" y="6398"/>
                  </a:lnTo>
                  <a:lnTo>
                    <a:pt x="5434" y="6398"/>
                  </a:lnTo>
                  <a:lnTo>
                    <a:pt x="5434" y="0"/>
                  </a:lnTo>
                  <a:close/>
                </a:path>
              </a:pathLst>
            </a:custGeom>
            <a:solidFill>
              <a:schemeClr val="accent1"/>
            </a:solidFill>
            <a:ln w="9525" cap="flat" cmpd="sng">
              <a:solidFill>
                <a:schemeClr val="dk1"/>
              </a:solidFill>
              <a:prstDash val="solid"/>
              <a:miter lim="945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 name="Google Shape;333;p21"/>
            <p:cNvSpPr/>
            <p:nvPr/>
          </p:nvSpPr>
          <p:spPr>
            <a:xfrm>
              <a:off x="5933325" y="1085250"/>
              <a:ext cx="199900" cy="290875"/>
            </a:xfrm>
            <a:custGeom>
              <a:avLst/>
              <a:gdLst/>
              <a:ahLst/>
              <a:cxnLst/>
              <a:rect l="l" t="t" r="r" b="b"/>
              <a:pathLst>
                <a:path w="7996" h="11635" extrusionOk="0">
                  <a:moveTo>
                    <a:pt x="3998" y="0"/>
                  </a:moveTo>
                  <a:lnTo>
                    <a:pt x="2004" y="2618"/>
                  </a:lnTo>
                  <a:lnTo>
                    <a:pt x="0" y="5236"/>
                  </a:lnTo>
                  <a:lnTo>
                    <a:pt x="2561" y="5236"/>
                  </a:lnTo>
                  <a:lnTo>
                    <a:pt x="2561" y="11634"/>
                  </a:lnTo>
                  <a:lnTo>
                    <a:pt x="5434" y="11634"/>
                  </a:lnTo>
                  <a:lnTo>
                    <a:pt x="5434" y="5236"/>
                  </a:lnTo>
                  <a:lnTo>
                    <a:pt x="7995" y="5236"/>
                  </a:lnTo>
                  <a:lnTo>
                    <a:pt x="5992" y="2618"/>
                  </a:lnTo>
                  <a:lnTo>
                    <a:pt x="3998" y="0"/>
                  </a:lnTo>
                  <a:close/>
                </a:path>
              </a:pathLst>
            </a:custGeom>
            <a:solidFill>
              <a:schemeClr val="lt2"/>
            </a:solidFill>
            <a:ln w="9525" cap="flat" cmpd="sng">
              <a:solidFill>
                <a:schemeClr val="dk1"/>
              </a:solidFill>
              <a:prstDash val="solid"/>
              <a:miter lim="945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Background 1">
  <p:cSld name="CUSTOM_7_1_1">
    <p:spTree>
      <p:nvGrpSpPr>
        <p:cNvPr id="1" name="Shape 334"/>
        <p:cNvGrpSpPr/>
        <p:nvPr/>
      </p:nvGrpSpPr>
      <p:grpSpPr>
        <a:xfrm>
          <a:off x="0" y="0"/>
          <a:ext cx="0" cy="0"/>
          <a:chOff x="0" y="0"/>
          <a:chExt cx="0" cy="0"/>
        </a:xfrm>
      </p:grpSpPr>
      <p:grpSp>
        <p:nvGrpSpPr>
          <p:cNvPr id="335" name="Google Shape;335;p22"/>
          <p:cNvGrpSpPr/>
          <p:nvPr/>
        </p:nvGrpSpPr>
        <p:grpSpPr>
          <a:xfrm>
            <a:off x="0" y="307163"/>
            <a:ext cx="9141000" cy="4529150"/>
            <a:chOff x="0" y="307163"/>
            <a:chExt cx="9141000" cy="4529150"/>
          </a:xfrm>
        </p:grpSpPr>
        <p:cxnSp>
          <p:nvCxnSpPr>
            <p:cNvPr id="336" name="Google Shape;336;p22"/>
            <p:cNvCxnSpPr/>
            <p:nvPr/>
          </p:nvCxnSpPr>
          <p:spPr>
            <a:xfrm rot="10800000">
              <a:off x="4570500" y="307163"/>
              <a:ext cx="4570500" cy="0"/>
            </a:xfrm>
            <a:prstGeom prst="straightConnector1">
              <a:avLst/>
            </a:prstGeom>
            <a:noFill/>
            <a:ln w="9525" cap="flat" cmpd="sng">
              <a:solidFill>
                <a:schemeClr val="dk1"/>
              </a:solidFill>
              <a:prstDash val="solid"/>
              <a:round/>
              <a:headEnd type="none" w="med" len="med"/>
              <a:tailEnd type="none" w="med" len="med"/>
            </a:ln>
          </p:spPr>
        </p:cxnSp>
        <p:cxnSp>
          <p:nvCxnSpPr>
            <p:cNvPr id="337" name="Google Shape;337;p22"/>
            <p:cNvCxnSpPr/>
            <p:nvPr/>
          </p:nvCxnSpPr>
          <p:spPr>
            <a:xfrm rot="10800000">
              <a:off x="0" y="4836313"/>
              <a:ext cx="4570500" cy="0"/>
            </a:xfrm>
            <a:prstGeom prst="straightConnector1">
              <a:avLst/>
            </a:prstGeom>
            <a:noFill/>
            <a:ln w="9525" cap="flat" cmpd="sng">
              <a:solidFill>
                <a:schemeClr val="dk1"/>
              </a:solidFill>
              <a:prstDash val="solid"/>
              <a:round/>
              <a:headEnd type="none" w="med" len="med"/>
              <a:tailEnd type="none" w="med" len="med"/>
            </a:ln>
          </p:spPr>
        </p:cxnSp>
      </p:grpSp>
      <p:grpSp>
        <p:nvGrpSpPr>
          <p:cNvPr id="338" name="Google Shape;338;p22"/>
          <p:cNvGrpSpPr/>
          <p:nvPr/>
        </p:nvGrpSpPr>
        <p:grpSpPr>
          <a:xfrm rot="-7078930">
            <a:off x="14371" y="492790"/>
            <a:ext cx="619304" cy="330927"/>
            <a:chOff x="5031250" y="135875"/>
            <a:chExt cx="619300" cy="330925"/>
          </a:xfrm>
        </p:grpSpPr>
        <p:sp>
          <p:nvSpPr>
            <p:cNvPr id="339" name="Google Shape;339;p22"/>
            <p:cNvSpPr/>
            <p:nvPr/>
          </p:nvSpPr>
          <p:spPr>
            <a:xfrm>
              <a:off x="5031250" y="135875"/>
              <a:ext cx="120000" cy="1200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 name="Google Shape;340;p22"/>
            <p:cNvSpPr/>
            <p:nvPr/>
          </p:nvSpPr>
          <p:spPr>
            <a:xfrm>
              <a:off x="5195653" y="346800"/>
              <a:ext cx="120000" cy="120000"/>
            </a:xfrm>
            <a:prstGeom prst="mathPlus">
              <a:avLst>
                <a:gd name="adj1" fmla="val 0"/>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 name="Google Shape;341;p22"/>
            <p:cNvSpPr/>
            <p:nvPr/>
          </p:nvSpPr>
          <p:spPr>
            <a:xfrm>
              <a:off x="5530550" y="346800"/>
              <a:ext cx="120000" cy="1200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42" name="Google Shape;342;p22"/>
          <p:cNvGrpSpPr/>
          <p:nvPr/>
        </p:nvGrpSpPr>
        <p:grpSpPr>
          <a:xfrm rot="9796004">
            <a:off x="8647557" y="2986565"/>
            <a:ext cx="284387" cy="690523"/>
            <a:chOff x="276425" y="4185388"/>
            <a:chExt cx="284403" cy="690563"/>
          </a:xfrm>
        </p:grpSpPr>
        <p:sp>
          <p:nvSpPr>
            <p:cNvPr id="343" name="Google Shape;343;p22"/>
            <p:cNvSpPr/>
            <p:nvPr/>
          </p:nvSpPr>
          <p:spPr>
            <a:xfrm>
              <a:off x="276425" y="4545025"/>
              <a:ext cx="120000" cy="1200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 name="Google Shape;344;p22"/>
            <p:cNvSpPr/>
            <p:nvPr/>
          </p:nvSpPr>
          <p:spPr>
            <a:xfrm>
              <a:off x="440828" y="4755950"/>
              <a:ext cx="120000" cy="120000"/>
            </a:xfrm>
            <a:prstGeom prst="mathPlus">
              <a:avLst>
                <a:gd name="adj1" fmla="val 0"/>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 name="Google Shape;345;p22"/>
            <p:cNvSpPr/>
            <p:nvPr/>
          </p:nvSpPr>
          <p:spPr>
            <a:xfrm>
              <a:off x="440828" y="4185388"/>
              <a:ext cx="120000" cy="120000"/>
            </a:xfrm>
            <a:prstGeom prst="mathPlus">
              <a:avLst>
                <a:gd name="adj1" fmla="val 0"/>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46" name="Google Shape;346;p22"/>
          <p:cNvGrpSpPr/>
          <p:nvPr/>
        </p:nvGrpSpPr>
        <p:grpSpPr>
          <a:xfrm>
            <a:off x="1070645" y="248146"/>
            <a:ext cx="869658" cy="820223"/>
            <a:chOff x="283800" y="1696800"/>
            <a:chExt cx="1158000" cy="1092175"/>
          </a:xfrm>
        </p:grpSpPr>
        <p:sp>
          <p:nvSpPr>
            <p:cNvPr id="347" name="Google Shape;347;p22"/>
            <p:cNvSpPr/>
            <p:nvPr/>
          </p:nvSpPr>
          <p:spPr>
            <a:xfrm>
              <a:off x="283800" y="1799275"/>
              <a:ext cx="1158000" cy="989700"/>
            </a:xfrm>
            <a:prstGeom prst="rect">
              <a:avLst/>
            </a:prstGeom>
            <a:solidFill>
              <a:schemeClr val="lt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 name="Google Shape;348;p22"/>
            <p:cNvSpPr/>
            <p:nvPr/>
          </p:nvSpPr>
          <p:spPr>
            <a:xfrm>
              <a:off x="424775" y="1696800"/>
              <a:ext cx="46200" cy="158700"/>
            </a:xfrm>
            <a:prstGeom prst="roundRect">
              <a:avLst>
                <a:gd name="adj" fmla="val 16667"/>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 name="Google Shape;349;p22"/>
            <p:cNvSpPr/>
            <p:nvPr/>
          </p:nvSpPr>
          <p:spPr>
            <a:xfrm>
              <a:off x="1254627" y="1696800"/>
              <a:ext cx="46200" cy="158700"/>
            </a:xfrm>
            <a:prstGeom prst="roundRect">
              <a:avLst>
                <a:gd name="adj" fmla="val 16667"/>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 name="Google Shape;350;p22"/>
            <p:cNvSpPr/>
            <p:nvPr/>
          </p:nvSpPr>
          <p:spPr>
            <a:xfrm>
              <a:off x="1101901" y="1937513"/>
              <a:ext cx="135600" cy="135600"/>
            </a:xfrm>
            <a:prstGeom prst="rect">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 name="Google Shape;351;p22"/>
            <p:cNvSpPr/>
            <p:nvPr/>
          </p:nvSpPr>
          <p:spPr>
            <a:xfrm>
              <a:off x="1255353" y="1937513"/>
              <a:ext cx="135600" cy="135600"/>
            </a:xfrm>
            <a:prstGeom prst="rect">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 name="Google Shape;352;p22"/>
            <p:cNvSpPr/>
            <p:nvPr/>
          </p:nvSpPr>
          <p:spPr>
            <a:xfrm>
              <a:off x="334638" y="2107138"/>
              <a:ext cx="135600" cy="135600"/>
            </a:xfrm>
            <a:prstGeom prst="rect">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 name="Google Shape;353;p22"/>
            <p:cNvSpPr/>
            <p:nvPr/>
          </p:nvSpPr>
          <p:spPr>
            <a:xfrm>
              <a:off x="488090" y="2107138"/>
              <a:ext cx="135600" cy="135600"/>
            </a:xfrm>
            <a:prstGeom prst="rect">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 name="Google Shape;354;p22"/>
            <p:cNvSpPr/>
            <p:nvPr/>
          </p:nvSpPr>
          <p:spPr>
            <a:xfrm>
              <a:off x="641543" y="2107138"/>
              <a:ext cx="135600" cy="135600"/>
            </a:xfrm>
            <a:prstGeom prst="rect">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 name="Google Shape;355;p22"/>
            <p:cNvSpPr/>
            <p:nvPr/>
          </p:nvSpPr>
          <p:spPr>
            <a:xfrm>
              <a:off x="794995" y="2107138"/>
              <a:ext cx="135600" cy="135600"/>
            </a:xfrm>
            <a:prstGeom prst="rect">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 name="Google Shape;356;p22"/>
            <p:cNvSpPr/>
            <p:nvPr/>
          </p:nvSpPr>
          <p:spPr>
            <a:xfrm>
              <a:off x="948448" y="2107138"/>
              <a:ext cx="135600" cy="135600"/>
            </a:xfrm>
            <a:prstGeom prst="rect">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 name="Google Shape;357;p22"/>
            <p:cNvSpPr/>
            <p:nvPr/>
          </p:nvSpPr>
          <p:spPr>
            <a:xfrm>
              <a:off x="1101901" y="2107138"/>
              <a:ext cx="135600" cy="135600"/>
            </a:xfrm>
            <a:prstGeom prst="rect">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 name="Google Shape;358;p22"/>
            <p:cNvSpPr/>
            <p:nvPr/>
          </p:nvSpPr>
          <p:spPr>
            <a:xfrm>
              <a:off x="1255353" y="2107138"/>
              <a:ext cx="135600" cy="135600"/>
            </a:xfrm>
            <a:prstGeom prst="rect">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 name="Google Shape;359;p22"/>
            <p:cNvSpPr/>
            <p:nvPr/>
          </p:nvSpPr>
          <p:spPr>
            <a:xfrm>
              <a:off x="334638" y="2273163"/>
              <a:ext cx="135600" cy="135600"/>
            </a:xfrm>
            <a:prstGeom prst="rect">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 name="Google Shape;360;p22"/>
            <p:cNvSpPr/>
            <p:nvPr/>
          </p:nvSpPr>
          <p:spPr>
            <a:xfrm>
              <a:off x="488090" y="2273163"/>
              <a:ext cx="135600" cy="135600"/>
            </a:xfrm>
            <a:prstGeom prst="rect">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 name="Google Shape;361;p22"/>
            <p:cNvSpPr/>
            <p:nvPr/>
          </p:nvSpPr>
          <p:spPr>
            <a:xfrm>
              <a:off x="641543" y="2273163"/>
              <a:ext cx="135600" cy="135600"/>
            </a:xfrm>
            <a:prstGeom prst="rect">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 name="Google Shape;362;p22"/>
            <p:cNvSpPr/>
            <p:nvPr/>
          </p:nvSpPr>
          <p:spPr>
            <a:xfrm>
              <a:off x="794995" y="2273163"/>
              <a:ext cx="135600" cy="135600"/>
            </a:xfrm>
            <a:prstGeom prst="rect">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 name="Google Shape;363;p22"/>
            <p:cNvSpPr/>
            <p:nvPr/>
          </p:nvSpPr>
          <p:spPr>
            <a:xfrm>
              <a:off x="948448" y="2273163"/>
              <a:ext cx="135600" cy="135600"/>
            </a:xfrm>
            <a:prstGeom prst="rect">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 name="Google Shape;364;p22"/>
            <p:cNvSpPr/>
            <p:nvPr/>
          </p:nvSpPr>
          <p:spPr>
            <a:xfrm>
              <a:off x="1101901" y="2273163"/>
              <a:ext cx="135600" cy="135600"/>
            </a:xfrm>
            <a:prstGeom prst="rect">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 name="Google Shape;365;p22"/>
            <p:cNvSpPr/>
            <p:nvPr/>
          </p:nvSpPr>
          <p:spPr>
            <a:xfrm>
              <a:off x="1255353" y="2273163"/>
              <a:ext cx="135600" cy="135600"/>
            </a:xfrm>
            <a:prstGeom prst="rect">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 name="Google Shape;366;p22"/>
            <p:cNvSpPr/>
            <p:nvPr/>
          </p:nvSpPr>
          <p:spPr>
            <a:xfrm>
              <a:off x="334638" y="2439200"/>
              <a:ext cx="135600" cy="135600"/>
            </a:xfrm>
            <a:prstGeom prst="rect">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 name="Google Shape;367;p22"/>
            <p:cNvSpPr/>
            <p:nvPr/>
          </p:nvSpPr>
          <p:spPr>
            <a:xfrm>
              <a:off x="488090" y="2439200"/>
              <a:ext cx="135600" cy="135600"/>
            </a:xfrm>
            <a:prstGeom prst="rect">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 name="Google Shape;368;p22"/>
            <p:cNvSpPr/>
            <p:nvPr/>
          </p:nvSpPr>
          <p:spPr>
            <a:xfrm>
              <a:off x="641543" y="2439200"/>
              <a:ext cx="135600" cy="135600"/>
            </a:xfrm>
            <a:prstGeom prst="rect">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 name="Google Shape;369;p22"/>
            <p:cNvSpPr/>
            <p:nvPr/>
          </p:nvSpPr>
          <p:spPr>
            <a:xfrm>
              <a:off x="794995" y="2439200"/>
              <a:ext cx="135600" cy="135600"/>
            </a:xfrm>
            <a:prstGeom prst="rect">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 name="Google Shape;370;p22"/>
            <p:cNvSpPr/>
            <p:nvPr/>
          </p:nvSpPr>
          <p:spPr>
            <a:xfrm>
              <a:off x="948448" y="2439200"/>
              <a:ext cx="135600" cy="135600"/>
            </a:xfrm>
            <a:prstGeom prst="rect">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 name="Google Shape;371;p22"/>
            <p:cNvSpPr/>
            <p:nvPr/>
          </p:nvSpPr>
          <p:spPr>
            <a:xfrm>
              <a:off x="1101901" y="2439200"/>
              <a:ext cx="135600" cy="135600"/>
            </a:xfrm>
            <a:prstGeom prst="rect">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 name="Google Shape;372;p22"/>
            <p:cNvSpPr/>
            <p:nvPr/>
          </p:nvSpPr>
          <p:spPr>
            <a:xfrm>
              <a:off x="1255353" y="2439200"/>
              <a:ext cx="135600" cy="135600"/>
            </a:xfrm>
            <a:prstGeom prst="rect">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 name="Google Shape;373;p22"/>
            <p:cNvSpPr/>
            <p:nvPr/>
          </p:nvSpPr>
          <p:spPr>
            <a:xfrm>
              <a:off x="334638" y="2601650"/>
              <a:ext cx="135600" cy="135600"/>
            </a:xfrm>
            <a:prstGeom prst="rect">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 name="Google Shape;374;p22"/>
            <p:cNvSpPr/>
            <p:nvPr/>
          </p:nvSpPr>
          <p:spPr>
            <a:xfrm>
              <a:off x="488090" y="2601650"/>
              <a:ext cx="135600" cy="135600"/>
            </a:xfrm>
            <a:prstGeom prst="rect">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 name="Google Shape;375;p22"/>
            <p:cNvSpPr/>
            <p:nvPr/>
          </p:nvSpPr>
          <p:spPr>
            <a:xfrm>
              <a:off x="641543" y="2601650"/>
              <a:ext cx="135600" cy="135600"/>
            </a:xfrm>
            <a:prstGeom prst="rect">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 name="Google Shape;376;p22"/>
            <p:cNvSpPr/>
            <p:nvPr/>
          </p:nvSpPr>
          <p:spPr>
            <a:xfrm>
              <a:off x="794995" y="2601650"/>
              <a:ext cx="135600" cy="135600"/>
            </a:xfrm>
            <a:prstGeom prst="rect">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 name="Google Shape;377;p22"/>
            <p:cNvSpPr/>
            <p:nvPr/>
          </p:nvSpPr>
          <p:spPr>
            <a:xfrm rot="-8100000">
              <a:off x="1143617" y="1955656"/>
              <a:ext cx="52184" cy="71276"/>
            </a:xfrm>
            <a:prstGeom prst="halfFrame">
              <a:avLst>
                <a:gd name="adj1" fmla="val 0"/>
                <a:gd name="adj2" fmla="val 0"/>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 name="Google Shape;378;p22"/>
            <p:cNvSpPr/>
            <p:nvPr/>
          </p:nvSpPr>
          <p:spPr>
            <a:xfrm rot="-8100000">
              <a:off x="1297067" y="1955656"/>
              <a:ext cx="52184" cy="71276"/>
            </a:xfrm>
            <a:prstGeom prst="halfFrame">
              <a:avLst>
                <a:gd name="adj1" fmla="val 0"/>
                <a:gd name="adj2" fmla="val 0"/>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 name="Google Shape;379;p22"/>
            <p:cNvSpPr/>
            <p:nvPr/>
          </p:nvSpPr>
          <p:spPr>
            <a:xfrm rot="-8100000">
              <a:off x="1143617" y="2137506"/>
              <a:ext cx="52184" cy="71276"/>
            </a:xfrm>
            <a:prstGeom prst="halfFrame">
              <a:avLst>
                <a:gd name="adj1" fmla="val 0"/>
                <a:gd name="adj2" fmla="val 0"/>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 name="Google Shape;380;p22"/>
            <p:cNvSpPr/>
            <p:nvPr/>
          </p:nvSpPr>
          <p:spPr>
            <a:xfrm rot="-8100000">
              <a:off x="1297067" y="2137506"/>
              <a:ext cx="52184" cy="71276"/>
            </a:xfrm>
            <a:prstGeom prst="halfFrame">
              <a:avLst>
                <a:gd name="adj1" fmla="val 0"/>
                <a:gd name="adj2" fmla="val 0"/>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 name="Google Shape;381;p22"/>
            <p:cNvSpPr/>
            <p:nvPr/>
          </p:nvSpPr>
          <p:spPr>
            <a:xfrm rot="-8100000">
              <a:off x="836717" y="2137506"/>
              <a:ext cx="52184" cy="71276"/>
            </a:xfrm>
            <a:prstGeom prst="halfFrame">
              <a:avLst>
                <a:gd name="adj1" fmla="val 0"/>
                <a:gd name="adj2" fmla="val 0"/>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 name="Google Shape;382;p22"/>
            <p:cNvSpPr/>
            <p:nvPr/>
          </p:nvSpPr>
          <p:spPr>
            <a:xfrm rot="-8100000">
              <a:off x="990167" y="2137506"/>
              <a:ext cx="52184" cy="71276"/>
            </a:xfrm>
            <a:prstGeom prst="halfFrame">
              <a:avLst>
                <a:gd name="adj1" fmla="val 0"/>
                <a:gd name="adj2" fmla="val 0"/>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 name="Google Shape;383;p22"/>
            <p:cNvSpPr/>
            <p:nvPr/>
          </p:nvSpPr>
          <p:spPr>
            <a:xfrm rot="-8100000">
              <a:off x="529817" y="2137506"/>
              <a:ext cx="52184" cy="71276"/>
            </a:xfrm>
            <a:prstGeom prst="halfFrame">
              <a:avLst>
                <a:gd name="adj1" fmla="val 0"/>
                <a:gd name="adj2" fmla="val 0"/>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 name="Google Shape;384;p22"/>
            <p:cNvSpPr/>
            <p:nvPr/>
          </p:nvSpPr>
          <p:spPr>
            <a:xfrm rot="-8100000">
              <a:off x="683267" y="2137506"/>
              <a:ext cx="52184" cy="71276"/>
            </a:xfrm>
            <a:prstGeom prst="halfFrame">
              <a:avLst>
                <a:gd name="adj1" fmla="val 0"/>
                <a:gd name="adj2" fmla="val 0"/>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 name="Google Shape;385;p22"/>
            <p:cNvSpPr/>
            <p:nvPr/>
          </p:nvSpPr>
          <p:spPr>
            <a:xfrm rot="-8100000">
              <a:off x="376367" y="2137506"/>
              <a:ext cx="52184" cy="71276"/>
            </a:xfrm>
            <a:prstGeom prst="halfFrame">
              <a:avLst>
                <a:gd name="adj1" fmla="val 0"/>
                <a:gd name="adj2" fmla="val 0"/>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86" name="Google Shape;386;p22"/>
          <p:cNvGrpSpPr/>
          <p:nvPr/>
        </p:nvGrpSpPr>
        <p:grpSpPr>
          <a:xfrm>
            <a:off x="7753797" y="4204390"/>
            <a:ext cx="519461" cy="799222"/>
            <a:chOff x="3334313" y="1341356"/>
            <a:chExt cx="798434" cy="1228438"/>
          </a:xfrm>
        </p:grpSpPr>
        <p:sp>
          <p:nvSpPr>
            <p:cNvPr id="387" name="Google Shape;387;p22"/>
            <p:cNvSpPr/>
            <p:nvPr/>
          </p:nvSpPr>
          <p:spPr>
            <a:xfrm>
              <a:off x="3334313" y="1341356"/>
              <a:ext cx="798434" cy="999971"/>
            </a:xfrm>
            <a:custGeom>
              <a:avLst/>
              <a:gdLst/>
              <a:ahLst/>
              <a:cxnLst/>
              <a:rect l="l" t="t" r="r" b="b"/>
              <a:pathLst>
                <a:path w="16152" h="20228" extrusionOk="0">
                  <a:moveTo>
                    <a:pt x="8144" y="1"/>
                  </a:moveTo>
                  <a:cubicBezTo>
                    <a:pt x="8069" y="1"/>
                    <a:pt x="7995" y="2"/>
                    <a:pt x="7920" y="4"/>
                  </a:cubicBezTo>
                  <a:cubicBezTo>
                    <a:pt x="3791" y="117"/>
                    <a:pt x="379" y="3444"/>
                    <a:pt x="152" y="7564"/>
                  </a:cubicBezTo>
                  <a:cubicBezTo>
                    <a:pt x="1" y="10305"/>
                    <a:pt x="1239" y="12762"/>
                    <a:pt x="3214" y="14312"/>
                  </a:cubicBezTo>
                  <a:cubicBezTo>
                    <a:pt x="3791" y="14765"/>
                    <a:pt x="4291" y="15323"/>
                    <a:pt x="4641" y="15966"/>
                  </a:cubicBezTo>
                  <a:cubicBezTo>
                    <a:pt x="4991" y="16589"/>
                    <a:pt x="5274" y="17393"/>
                    <a:pt x="5340" y="18357"/>
                  </a:cubicBezTo>
                  <a:lnTo>
                    <a:pt x="5340" y="20228"/>
                  </a:lnTo>
                  <a:lnTo>
                    <a:pt x="10945" y="20228"/>
                  </a:lnTo>
                  <a:lnTo>
                    <a:pt x="10954" y="18347"/>
                  </a:lnTo>
                  <a:cubicBezTo>
                    <a:pt x="11020" y="17383"/>
                    <a:pt x="11304" y="16599"/>
                    <a:pt x="11644" y="15966"/>
                  </a:cubicBezTo>
                  <a:cubicBezTo>
                    <a:pt x="12003" y="15314"/>
                    <a:pt x="12513" y="14756"/>
                    <a:pt x="13099" y="14293"/>
                  </a:cubicBezTo>
                  <a:cubicBezTo>
                    <a:pt x="14961" y="12828"/>
                    <a:pt x="16152" y="10560"/>
                    <a:pt x="16152" y="8008"/>
                  </a:cubicBezTo>
                  <a:cubicBezTo>
                    <a:pt x="16152" y="3584"/>
                    <a:pt x="12568" y="1"/>
                    <a:pt x="8144" y="1"/>
                  </a:cubicBezTo>
                  <a:close/>
                </a:path>
              </a:pathLst>
            </a:custGeom>
            <a:solidFill>
              <a:schemeClr val="dk2"/>
            </a:solidFill>
            <a:ln w="9525" cap="flat" cmpd="sng">
              <a:solidFill>
                <a:schemeClr val="dk1"/>
              </a:solidFill>
              <a:prstDash val="solid"/>
              <a:miter lim="945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 name="Google Shape;388;p22"/>
            <p:cNvSpPr/>
            <p:nvPr/>
          </p:nvSpPr>
          <p:spPr>
            <a:xfrm>
              <a:off x="3625368" y="2491686"/>
              <a:ext cx="222891" cy="78107"/>
            </a:xfrm>
            <a:custGeom>
              <a:avLst/>
              <a:gdLst/>
              <a:ahLst/>
              <a:cxnLst/>
              <a:rect l="l" t="t" r="r" b="b"/>
              <a:pathLst>
                <a:path w="4509" h="1580" extrusionOk="0">
                  <a:moveTo>
                    <a:pt x="1" y="1"/>
                  </a:moveTo>
                  <a:lnTo>
                    <a:pt x="1" y="1579"/>
                  </a:lnTo>
                  <a:lnTo>
                    <a:pt x="4509" y="1579"/>
                  </a:lnTo>
                  <a:lnTo>
                    <a:pt x="4509" y="1"/>
                  </a:lnTo>
                  <a:close/>
                </a:path>
              </a:pathLst>
            </a:custGeom>
            <a:solidFill>
              <a:schemeClr val="accent1"/>
            </a:solidFill>
            <a:ln w="9525" cap="flat" cmpd="sng">
              <a:solidFill>
                <a:schemeClr val="dk1"/>
              </a:solidFill>
              <a:prstDash val="solid"/>
              <a:miter lim="945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 name="Google Shape;389;p22"/>
            <p:cNvSpPr/>
            <p:nvPr/>
          </p:nvSpPr>
          <p:spPr>
            <a:xfrm>
              <a:off x="3560415" y="2332410"/>
              <a:ext cx="353245" cy="177126"/>
            </a:xfrm>
            <a:custGeom>
              <a:avLst/>
              <a:gdLst/>
              <a:ahLst/>
              <a:cxnLst/>
              <a:rect l="l" t="t" r="r" b="b"/>
              <a:pathLst>
                <a:path w="7146" h="3583" extrusionOk="0">
                  <a:moveTo>
                    <a:pt x="1" y="0"/>
                  </a:moveTo>
                  <a:lnTo>
                    <a:pt x="1" y="3582"/>
                  </a:lnTo>
                  <a:lnTo>
                    <a:pt x="7146" y="3582"/>
                  </a:lnTo>
                  <a:lnTo>
                    <a:pt x="7146" y="0"/>
                  </a:lnTo>
                  <a:close/>
                </a:path>
              </a:pathLst>
            </a:custGeom>
            <a:solidFill>
              <a:schemeClr val="accent3"/>
            </a:solidFill>
            <a:ln w="9525" cap="flat" cmpd="sng">
              <a:solidFill>
                <a:schemeClr val="dk1"/>
              </a:solidFill>
              <a:prstDash val="solid"/>
              <a:miter lim="945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 name="Google Shape;390;p22"/>
            <p:cNvSpPr/>
            <p:nvPr/>
          </p:nvSpPr>
          <p:spPr>
            <a:xfrm>
              <a:off x="3546425" y="2360884"/>
              <a:ext cx="381273" cy="27634"/>
            </a:xfrm>
            <a:custGeom>
              <a:avLst/>
              <a:gdLst/>
              <a:ahLst/>
              <a:cxnLst/>
              <a:rect l="l" t="t" r="r" b="b"/>
              <a:pathLst>
                <a:path w="7713" h="559" extrusionOk="0">
                  <a:moveTo>
                    <a:pt x="0" y="1"/>
                  </a:moveTo>
                  <a:lnTo>
                    <a:pt x="0" y="558"/>
                  </a:lnTo>
                  <a:lnTo>
                    <a:pt x="7712" y="558"/>
                  </a:lnTo>
                  <a:lnTo>
                    <a:pt x="771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 name="Google Shape;391;p22"/>
            <p:cNvSpPr/>
            <p:nvPr/>
          </p:nvSpPr>
          <p:spPr>
            <a:xfrm>
              <a:off x="3546425" y="2407154"/>
              <a:ext cx="381273" cy="27585"/>
            </a:xfrm>
            <a:custGeom>
              <a:avLst/>
              <a:gdLst/>
              <a:ahLst/>
              <a:cxnLst/>
              <a:rect l="l" t="t" r="r" b="b"/>
              <a:pathLst>
                <a:path w="7713" h="558" extrusionOk="0">
                  <a:moveTo>
                    <a:pt x="0" y="0"/>
                  </a:moveTo>
                  <a:lnTo>
                    <a:pt x="0" y="558"/>
                  </a:lnTo>
                  <a:lnTo>
                    <a:pt x="7712" y="558"/>
                  </a:lnTo>
                  <a:lnTo>
                    <a:pt x="771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 name="Google Shape;392;p22"/>
            <p:cNvSpPr/>
            <p:nvPr/>
          </p:nvSpPr>
          <p:spPr>
            <a:xfrm>
              <a:off x="3546425" y="2453424"/>
              <a:ext cx="381273" cy="27585"/>
            </a:xfrm>
            <a:custGeom>
              <a:avLst/>
              <a:gdLst/>
              <a:ahLst/>
              <a:cxnLst/>
              <a:rect l="l" t="t" r="r" b="b"/>
              <a:pathLst>
                <a:path w="7713" h="558" extrusionOk="0">
                  <a:moveTo>
                    <a:pt x="0" y="0"/>
                  </a:moveTo>
                  <a:lnTo>
                    <a:pt x="0" y="558"/>
                  </a:lnTo>
                  <a:lnTo>
                    <a:pt x="7712" y="558"/>
                  </a:lnTo>
                  <a:lnTo>
                    <a:pt x="771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 name="Google Shape;393;p22"/>
            <p:cNvSpPr/>
            <p:nvPr/>
          </p:nvSpPr>
          <p:spPr>
            <a:xfrm>
              <a:off x="3502530" y="1574141"/>
              <a:ext cx="488195" cy="377090"/>
            </a:xfrm>
            <a:custGeom>
              <a:avLst/>
              <a:gdLst/>
              <a:ahLst/>
              <a:cxnLst/>
              <a:rect l="l" t="t" r="r" b="b"/>
              <a:pathLst>
                <a:path w="9876" h="7628" fill="none" extrusionOk="0">
                  <a:moveTo>
                    <a:pt x="0" y="5435"/>
                  </a:moveTo>
                  <a:lnTo>
                    <a:pt x="1777" y="29"/>
                  </a:lnTo>
                  <a:lnTo>
                    <a:pt x="2826" y="7628"/>
                  </a:lnTo>
                  <a:lnTo>
                    <a:pt x="4801" y="1"/>
                  </a:lnTo>
                  <a:lnTo>
                    <a:pt x="6578" y="6333"/>
                  </a:lnTo>
                  <a:lnTo>
                    <a:pt x="8288" y="332"/>
                  </a:lnTo>
                  <a:lnTo>
                    <a:pt x="9876" y="5227"/>
                  </a:lnTo>
                </a:path>
              </a:pathLst>
            </a:custGeom>
            <a:solidFill>
              <a:schemeClr val="dk2"/>
            </a:solidFill>
            <a:ln w="9525" cap="flat" cmpd="sng">
              <a:solidFill>
                <a:schemeClr val="dk1"/>
              </a:solidFill>
              <a:prstDash val="solid"/>
              <a:miter lim="945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68"/>
        <p:cNvGrpSpPr/>
        <p:nvPr/>
      </p:nvGrpSpPr>
      <p:grpSpPr>
        <a:xfrm>
          <a:off x="0" y="0"/>
          <a:ext cx="0" cy="0"/>
          <a:chOff x="0" y="0"/>
          <a:chExt cx="0" cy="0"/>
        </a:xfrm>
      </p:grpSpPr>
      <p:sp>
        <p:nvSpPr>
          <p:cNvPr id="69" name="Google Shape;69;p6"/>
          <p:cNvSpPr txBox="1">
            <a:spLocks noGrp="1"/>
          </p:cNvSpPr>
          <p:nvPr>
            <p:ph type="title"/>
          </p:nvPr>
        </p:nvSpPr>
        <p:spPr>
          <a:xfrm>
            <a:off x="722375" y="539500"/>
            <a:ext cx="76992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grpSp>
        <p:nvGrpSpPr>
          <p:cNvPr id="70" name="Google Shape;70;p6"/>
          <p:cNvGrpSpPr/>
          <p:nvPr/>
        </p:nvGrpSpPr>
        <p:grpSpPr>
          <a:xfrm>
            <a:off x="150145" y="211917"/>
            <a:ext cx="8695880" cy="4789870"/>
            <a:chOff x="150145" y="211917"/>
            <a:chExt cx="8695880" cy="4789870"/>
          </a:xfrm>
        </p:grpSpPr>
        <p:grpSp>
          <p:nvGrpSpPr>
            <p:cNvPr id="71" name="Google Shape;71;p6"/>
            <p:cNvGrpSpPr/>
            <p:nvPr/>
          </p:nvGrpSpPr>
          <p:grpSpPr>
            <a:xfrm>
              <a:off x="8226725" y="4670863"/>
              <a:ext cx="619300" cy="330925"/>
              <a:chOff x="5031250" y="135875"/>
              <a:chExt cx="619300" cy="330925"/>
            </a:xfrm>
          </p:grpSpPr>
          <p:sp>
            <p:nvSpPr>
              <p:cNvPr id="72" name="Google Shape;72;p6"/>
              <p:cNvSpPr/>
              <p:nvPr/>
            </p:nvSpPr>
            <p:spPr>
              <a:xfrm>
                <a:off x="5031250" y="135875"/>
                <a:ext cx="120000" cy="1200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6"/>
              <p:cNvSpPr/>
              <p:nvPr/>
            </p:nvSpPr>
            <p:spPr>
              <a:xfrm>
                <a:off x="5195653" y="346800"/>
                <a:ext cx="120000" cy="120000"/>
              </a:xfrm>
              <a:prstGeom prst="mathPlus">
                <a:avLst>
                  <a:gd name="adj1" fmla="val 0"/>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6"/>
              <p:cNvSpPr/>
              <p:nvPr/>
            </p:nvSpPr>
            <p:spPr>
              <a:xfrm>
                <a:off x="5530550" y="346800"/>
                <a:ext cx="120000" cy="1200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5" name="Google Shape;75;p6"/>
            <p:cNvGrpSpPr/>
            <p:nvPr/>
          </p:nvGrpSpPr>
          <p:grpSpPr>
            <a:xfrm rot="5400000">
              <a:off x="353225" y="8838"/>
              <a:ext cx="284403" cy="690563"/>
              <a:chOff x="276425" y="4185388"/>
              <a:chExt cx="284403" cy="690563"/>
            </a:xfrm>
          </p:grpSpPr>
          <p:sp>
            <p:nvSpPr>
              <p:cNvPr id="76" name="Google Shape;76;p6"/>
              <p:cNvSpPr/>
              <p:nvPr/>
            </p:nvSpPr>
            <p:spPr>
              <a:xfrm>
                <a:off x="276425" y="4545025"/>
                <a:ext cx="120000" cy="1200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77;p6"/>
              <p:cNvSpPr/>
              <p:nvPr/>
            </p:nvSpPr>
            <p:spPr>
              <a:xfrm>
                <a:off x="440828" y="4755950"/>
                <a:ext cx="120000" cy="120000"/>
              </a:xfrm>
              <a:prstGeom prst="mathPlus">
                <a:avLst>
                  <a:gd name="adj1" fmla="val 0"/>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78;p6"/>
              <p:cNvSpPr/>
              <p:nvPr/>
            </p:nvSpPr>
            <p:spPr>
              <a:xfrm>
                <a:off x="440828" y="4185388"/>
                <a:ext cx="120000" cy="120000"/>
              </a:xfrm>
              <a:prstGeom prst="mathPlus">
                <a:avLst>
                  <a:gd name="adj1" fmla="val 0"/>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79" name="Google Shape;79;p6"/>
          <p:cNvGrpSpPr/>
          <p:nvPr/>
        </p:nvGrpSpPr>
        <p:grpSpPr>
          <a:xfrm>
            <a:off x="0" y="307163"/>
            <a:ext cx="9141000" cy="4529150"/>
            <a:chOff x="0" y="307163"/>
            <a:chExt cx="9141000" cy="4529150"/>
          </a:xfrm>
        </p:grpSpPr>
        <p:cxnSp>
          <p:nvCxnSpPr>
            <p:cNvPr id="80" name="Google Shape;80;p6"/>
            <p:cNvCxnSpPr/>
            <p:nvPr/>
          </p:nvCxnSpPr>
          <p:spPr>
            <a:xfrm rot="10800000">
              <a:off x="4570500" y="307163"/>
              <a:ext cx="4570500" cy="0"/>
            </a:xfrm>
            <a:prstGeom prst="straightConnector1">
              <a:avLst/>
            </a:prstGeom>
            <a:noFill/>
            <a:ln w="9525" cap="flat" cmpd="sng">
              <a:solidFill>
                <a:schemeClr val="dk1"/>
              </a:solidFill>
              <a:prstDash val="solid"/>
              <a:round/>
              <a:headEnd type="none" w="med" len="med"/>
              <a:tailEnd type="none" w="med" len="med"/>
            </a:ln>
          </p:spPr>
        </p:cxnSp>
        <p:cxnSp>
          <p:nvCxnSpPr>
            <p:cNvPr id="81" name="Google Shape;81;p6"/>
            <p:cNvCxnSpPr/>
            <p:nvPr/>
          </p:nvCxnSpPr>
          <p:spPr>
            <a:xfrm rot="10800000">
              <a:off x="0" y="4836313"/>
              <a:ext cx="4570500" cy="0"/>
            </a:xfrm>
            <a:prstGeom prst="straightConnector1">
              <a:avLst/>
            </a:prstGeom>
            <a:noFill/>
            <a:ln w="9525" cap="flat" cmpd="sng">
              <a:solidFill>
                <a:schemeClr val="dk1"/>
              </a:solidFill>
              <a:prstDash val="solid"/>
              <a:round/>
              <a:headEnd type="none" w="med" len="med"/>
              <a:tailEnd type="none" w="med" len="med"/>
            </a:ln>
          </p:spPr>
        </p:cxnSp>
      </p:grpSp>
    </p:spTree>
    <p:extLst>
      <p:ext uri="{BB962C8B-B14F-4D97-AF65-F5344CB8AC3E}">
        <p14:creationId xmlns:p14="http://schemas.microsoft.com/office/powerpoint/2010/main" val="39470402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22375" y="539500"/>
            <a:ext cx="76992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2800"/>
              <a:buFont typeface="Open Sans"/>
              <a:buNone/>
              <a:defRPr sz="2800" b="1">
                <a:solidFill>
                  <a:schemeClr val="dk1"/>
                </a:solidFill>
                <a:latin typeface="Open Sans"/>
                <a:ea typeface="Open Sans"/>
                <a:cs typeface="Open Sans"/>
                <a:sym typeface="Open Sans"/>
              </a:defRPr>
            </a:lvl1pPr>
            <a:lvl2pPr lvl="1">
              <a:spcBef>
                <a:spcPts val="0"/>
              </a:spcBef>
              <a:spcAft>
                <a:spcPts val="0"/>
              </a:spcAft>
              <a:buClr>
                <a:schemeClr val="dk1"/>
              </a:buClr>
              <a:buSzPts val="2800"/>
              <a:buFont typeface="Open Sans"/>
              <a:buNone/>
              <a:defRPr sz="2800" b="1">
                <a:solidFill>
                  <a:schemeClr val="dk1"/>
                </a:solidFill>
                <a:latin typeface="Open Sans"/>
                <a:ea typeface="Open Sans"/>
                <a:cs typeface="Open Sans"/>
                <a:sym typeface="Open Sans"/>
              </a:defRPr>
            </a:lvl2pPr>
            <a:lvl3pPr lvl="2">
              <a:spcBef>
                <a:spcPts val="0"/>
              </a:spcBef>
              <a:spcAft>
                <a:spcPts val="0"/>
              </a:spcAft>
              <a:buClr>
                <a:schemeClr val="dk1"/>
              </a:buClr>
              <a:buSzPts val="2800"/>
              <a:buFont typeface="Open Sans"/>
              <a:buNone/>
              <a:defRPr sz="2800" b="1">
                <a:solidFill>
                  <a:schemeClr val="dk1"/>
                </a:solidFill>
                <a:latin typeface="Open Sans"/>
                <a:ea typeface="Open Sans"/>
                <a:cs typeface="Open Sans"/>
                <a:sym typeface="Open Sans"/>
              </a:defRPr>
            </a:lvl3pPr>
            <a:lvl4pPr lvl="3">
              <a:spcBef>
                <a:spcPts val="0"/>
              </a:spcBef>
              <a:spcAft>
                <a:spcPts val="0"/>
              </a:spcAft>
              <a:buClr>
                <a:schemeClr val="dk1"/>
              </a:buClr>
              <a:buSzPts val="2800"/>
              <a:buFont typeface="Open Sans"/>
              <a:buNone/>
              <a:defRPr sz="2800" b="1">
                <a:solidFill>
                  <a:schemeClr val="dk1"/>
                </a:solidFill>
                <a:latin typeface="Open Sans"/>
                <a:ea typeface="Open Sans"/>
                <a:cs typeface="Open Sans"/>
                <a:sym typeface="Open Sans"/>
              </a:defRPr>
            </a:lvl4pPr>
            <a:lvl5pPr lvl="4">
              <a:spcBef>
                <a:spcPts val="0"/>
              </a:spcBef>
              <a:spcAft>
                <a:spcPts val="0"/>
              </a:spcAft>
              <a:buClr>
                <a:schemeClr val="dk1"/>
              </a:buClr>
              <a:buSzPts val="2800"/>
              <a:buFont typeface="Open Sans"/>
              <a:buNone/>
              <a:defRPr sz="2800" b="1">
                <a:solidFill>
                  <a:schemeClr val="dk1"/>
                </a:solidFill>
                <a:latin typeface="Open Sans"/>
                <a:ea typeface="Open Sans"/>
                <a:cs typeface="Open Sans"/>
                <a:sym typeface="Open Sans"/>
              </a:defRPr>
            </a:lvl5pPr>
            <a:lvl6pPr lvl="5">
              <a:spcBef>
                <a:spcPts val="0"/>
              </a:spcBef>
              <a:spcAft>
                <a:spcPts val="0"/>
              </a:spcAft>
              <a:buClr>
                <a:schemeClr val="dk1"/>
              </a:buClr>
              <a:buSzPts val="2800"/>
              <a:buFont typeface="Open Sans"/>
              <a:buNone/>
              <a:defRPr sz="2800" b="1">
                <a:solidFill>
                  <a:schemeClr val="dk1"/>
                </a:solidFill>
                <a:latin typeface="Open Sans"/>
                <a:ea typeface="Open Sans"/>
                <a:cs typeface="Open Sans"/>
                <a:sym typeface="Open Sans"/>
              </a:defRPr>
            </a:lvl6pPr>
            <a:lvl7pPr lvl="6">
              <a:spcBef>
                <a:spcPts val="0"/>
              </a:spcBef>
              <a:spcAft>
                <a:spcPts val="0"/>
              </a:spcAft>
              <a:buClr>
                <a:schemeClr val="dk1"/>
              </a:buClr>
              <a:buSzPts val="2800"/>
              <a:buFont typeface="Open Sans"/>
              <a:buNone/>
              <a:defRPr sz="2800" b="1">
                <a:solidFill>
                  <a:schemeClr val="dk1"/>
                </a:solidFill>
                <a:latin typeface="Open Sans"/>
                <a:ea typeface="Open Sans"/>
                <a:cs typeface="Open Sans"/>
                <a:sym typeface="Open Sans"/>
              </a:defRPr>
            </a:lvl7pPr>
            <a:lvl8pPr lvl="7">
              <a:spcBef>
                <a:spcPts val="0"/>
              </a:spcBef>
              <a:spcAft>
                <a:spcPts val="0"/>
              </a:spcAft>
              <a:buClr>
                <a:schemeClr val="dk1"/>
              </a:buClr>
              <a:buSzPts val="2800"/>
              <a:buFont typeface="Open Sans"/>
              <a:buNone/>
              <a:defRPr sz="2800" b="1">
                <a:solidFill>
                  <a:schemeClr val="dk1"/>
                </a:solidFill>
                <a:latin typeface="Open Sans"/>
                <a:ea typeface="Open Sans"/>
                <a:cs typeface="Open Sans"/>
                <a:sym typeface="Open Sans"/>
              </a:defRPr>
            </a:lvl8pPr>
            <a:lvl9pPr lvl="8">
              <a:spcBef>
                <a:spcPts val="0"/>
              </a:spcBef>
              <a:spcAft>
                <a:spcPts val="0"/>
              </a:spcAft>
              <a:buClr>
                <a:schemeClr val="dk1"/>
              </a:buClr>
              <a:buSzPts val="2800"/>
              <a:buFont typeface="Open Sans"/>
              <a:buNone/>
              <a:defRPr sz="2800" b="1">
                <a:solidFill>
                  <a:schemeClr val="dk1"/>
                </a:solidFill>
                <a:latin typeface="Open Sans"/>
                <a:ea typeface="Open Sans"/>
                <a:cs typeface="Open Sans"/>
                <a:sym typeface="Open Sans"/>
              </a:defRPr>
            </a:lvl9pPr>
          </a:lstStyle>
          <a:p>
            <a:endParaRPr/>
          </a:p>
        </p:txBody>
      </p:sp>
      <p:sp>
        <p:nvSpPr>
          <p:cNvPr id="7" name="Google Shape;7;p1"/>
          <p:cNvSpPr txBox="1">
            <a:spLocks noGrp="1"/>
          </p:cNvSpPr>
          <p:nvPr>
            <p:ph type="body" idx="1"/>
          </p:nvPr>
        </p:nvSpPr>
        <p:spPr>
          <a:xfrm>
            <a:off x="722375" y="1187600"/>
            <a:ext cx="7699200" cy="3416400"/>
          </a:xfrm>
          <a:prstGeom prst="rect">
            <a:avLst/>
          </a:prstGeom>
          <a:noFill/>
          <a:ln>
            <a:noFill/>
          </a:ln>
        </p:spPr>
        <p:txBody>
          <a:bodyPr spcFirstLastPara="1" wrap="square" lIns="91425" tIns="91425" rIns="91425" bIns="91425" anchor="t" anchorCtr="0">
            <a:noAutofit/>
          </a:bodyPr>
          <a:lstStyle>
            <a:lvl1pPr marL="457200" lvl="0" indent="-304800">
              <a:lnSpc>
                <a:spcPct val="100000"/>
              </a:lnSpc>
              <a:spcBef>
                <a:spcPts val="0"/>
              </a:spcBef>
              <a:spcAft>
                <a:spcPts val="0"/>
              </a:spcAft>
              <a:buClr>
                <a:schemeClr val="dk1"/>
              </a:buClr>
              <a:buSzPts val="1200"/>
              <a:buFont typeface="Darker Grotesque Medium"/>
              <a:buChar char="●"/>
              <a:defRPr sz="1200">
                <a:solidFill>
                  <a:schemeClr val="dk1"/>
                </a:solidFill>
                <a:latin typeface="Darker Grotesque Medium"/>
                <a:ea typeface="Darker Grotesque Medium"/>
                <a:cs typeface="Darker Grotesque Medium"/>
                <a:sym typeface="Darker Grotesque Medium"/>
              </a:defRPr>
            </a:lvl1pPr>
            <a:lvl2pPr marL="914400" lvl="1" indent="-304800">
              <a:lnSpc>
                <a:spcPct val="100000"/>
              </a:lnSpc>
              <a:spcBef>
                <a:spcPts val="0"/>
              </a:spcBef>
              <a:spcAft>
                <a:spcPts val="0"/>
              </a:spcAft>
              <a:buClr>
                <a:schemeClr val="dk1"/>
              </a:buClr>
              <a:buSzPts val="1200"/>
              <a:buFont typeface="Darker Grotesque Medium"/>
              <a:buChar char="○"/>
              <a:defRPr sz="1200">
                <a:solidFill>
                  <a:schemeClr val="dk1"/>
                </a:solidFill>
                <a:latin typeface="Darker Grotesque Medium"/>
                <a:ea typeface="Darker Grotesque Medium"/>
                <a:cs typeface="Darker Grotesque Medium"/>
                <a:sym typeface="Darker Grotesque Medium"/>
              </a:defRPr>
            </a:lvl2pPr>
            <a:lvl3pPr marL="1371600" lvl="2" indent="-304800">
              <a:lnSpc>
                <a:spcPct val="100000"/>
              </a:lnSpc>
              <a:spcBef>
                <a:spcPts val="0"/>
              </a:spcBef>
              <a:spcAft>
                <a:spcPts val="0"/>
              </a:spcAft>
              <a:buClr>
                <a:schemeClr val="dk1"/>
              </a:buClr>
              <a:buSzPts val="1200"/>
              <a:buFont typeface="Darker Grotesque Medium"/>
              <a:buChar char="■"/>
              <a:defRPr sz="1200">
                <a:solidFill>
                  <a:schemeClr val="dk1"/>
                </a:solidFill>
                <a:latin typeface="Darker Grotesque Medium"/>
                <a:ea typeface="Darker Grotesque Medium"/>
                <a:cs typeface="Darker Grotesque Medium"/>
                <a:sym typeface="Darker Grotesque Medium"/>
              </a:defRPr>
            </a:lvl3pPr>
            <a:lvl4pPr marL="1828800" lvl="3" indent="-304800">
              <a:lnSpc>
                <a:spcPct val="100000"/>
              </a:lnSpc>
              <a:spcBef>
                <a:spcPts val="0"/>
              </a:spcBef>
              <a:spcAft>
                <a:spcPts val="0"/>
              </a:spcAft>
              <a:buClr>
                <a:schemeClr val="dk1"/>
              </a:buClr>
              <a:buSzPts val="1200"/>
              <a:buFont typeface="Darker Grotesque Medium"/>
              <a:buChar char="●"/>
              <a:defRPr sz="1200">
                <a:solidFill>
                  <a:schemeClr val="dk1"/>
                </a:solidFill>
                <a:latin typeface="Darker Grotesque Medium"/>
                <a:ea typeface="Darker Grotesque Medium"/>
                <a:cs typeface="Darker Grotesque Medium"/>
                <a:sym typeface="Darker Grotesque Medium"/>
              </a:defRPr>
            </a:lvl4pPr>
            <a:lvl5pPr marL="2286000" lvl="4" indent="-304800">
              <a:lnSpc>
                <a:spcPct val="100000"/>
              </a:lnSpc>
              <a:spcBef>
                <a:spcPts val="0"/>
              </a:spcBef>
              <a:spcAft>
                <a:spcPts val="0"/>
              </a:spcAft>
              <a:buClr>
                <a:schemeClr val="dk1"/>
              </a:buClr>
              <a:buSzPts val="1200"/>
              <a:buFont typeface="Darker Grotesque Medium"/>
              <a:buChar char="○"/>
              <a:defRPr sz="1200">
                <a:solidFill>
                  <a:schemeClr val="dk1"/>
                </a:solidFill>
                <a:latin typeface="Darker Grotesque Medium"/>
                <a:ea typeface="Darker Grotesque Medium"/>
                <a:cs typeface="Darker Grotesque Medium"/>
                <a:sym typeface="Darker Grotesque Medium"/>
              </a:defRPr>
            </a:lvl5pPr>
            <a:lvl6pPr marL="2743200" lvl="5" indent="-304800">
              <a:lnSpc>
                <a:spcPct val="100000"/>
              </a:lnSpc>
              <a:spcBef>
                <a:spcPts val="0"/>
              </a:spcBef>
              <a:spcAft>
                <a:spcPts val="0"/>
              </a:spcAft>
              <a:buClr>
                <a:schemeClr val="dk1"/>
              </a:buClr>
              <a:buSzPts val="1200"/>
              <a:buFont typeface="Darker Grotesque Medium"/>
              <a:buChar char="■"/>
              <a:defRPr sz="1200">
                <a:solidFill>
                  <a:schemeClr val="dk1"/>
                </a:solidFill>
                <a:latin typeface="Darker Grotesque Medium"/>
                <a:ea typeface="Darker Grotesque Medium"/>
                <a:cs typeface="Darker Grotesque Medium"/>
                <a:sym typeface="Darker Grotesque Medium"/>
              </a:defRPr>
            </a:lvl6pPr>
            <a:lvl7pPr marL="3200400" lvl="6" indent="-304800">
              <a:lnSpc>
                <a:spcPct val="100000"/>
              </a:lnSpc>
              <a:spcBef>
                <a:spcPts val="0"/>
              </a:spcBef>
              <a:spcAft>
                <a:spcPts val="0"/>
              </a:spcAft>
              <a:buClr>
                <a:schemeClr val="dk1"/>
              </a:buClr>
              <a:buSzPts val="1200"/>
              <a:buFont typeface="Darker Grotesque Medium"/>
              <a:buChar char="●"/>
              <a:defRPr sz="1200">
                <a:solidFill>
                  <a:schemeClr val="dk1"/>
                </a:solidFill>
                <a:latin typeface="Darker Grotesque Medium"/>
                <a:ea typeface="Darker Grotesque Medium"/>
                <a:cs typeface="Darker Grotesque Medium"/>
                <a:sym typeface="Darker Grotesque Medium"/>
              </a:defRPr>
            </a:lvl7pPr>
            <a:lvl8pPr marL="3657600" lvl="7" indent="-304800">
              <a:lnSpc>
                <a:spcPct val="100000"/>
              </a:lnSpc>
              <a:spcBef>
                <a:spcPts val="0"/>
              </a:spcBef>
              <a:spcAft>
                <a:spcPts val="0"/>
              </a:spcAft>
              <a:buClr>
                <a:schemeClr val="dk1"/>
              </a:buClr>
              <a:buSzPts val="1200"/>
              <a:buFont typeface="Darker Grotesque Medium"/>
              <a:buChar char="○"/>
              <a:defRPr sz="1200">
                <a:solidFill>
                  <a:schemeClr val="dk1"/>
                </a:solidFill>
                <a:latin typeface="Darker Grotesque Medium"/>
                <a:ea typeface="Darker Grotesque Medium"/>
                <a:cs typeface="Darker Grotesque Medium"/>
                <a:sym typeface="Darker Grotesque Medium"/>
              </a:defRPr>
            </a:lvl8pPr>
            <a:lvl9pPr marL="4114800" lvl="8" indent="-304800">
              <a:lnSpc>
                <a:spcPct val="100000"/>
              </a:lnSpc>
              <a:spcBef>
                <a:spcPts val="0"/>
              </a:spcBef>
              <a:spcAft>
                <a:spcPts val="0"/>
              </a:spcAft>
              <a:buClr>
                <a:schemeClr val="dk1"/>
              </a:buClr>
              <a:buSzPts val="1200"/>
              <a:buFont typeface="Darker Grotesque Medium"/>
              <a:buChar char="■"/>
              <a:defRPr sz="1200">
                <a:solidFill>
                  <a:schemeClr val="dk1"/>
                </a:solidFill>
                <a:latin typeface="Darker Grotesque Medium"/>
                <a:ea typeface="Darker Grotesque Medium"/>
                <a:cs typeface="Darker Grotesque Medium"/>
                <a:sym typeface="Darker Grotesque Medium"/>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1" r:id="rId3"/>
    <p:sldLayoutId id="2147483654" r:id="rId4"/>
    <p:sldLayoutId id="2147483655" r:id="rId5"/>
    <p:sldLayoutId id="2147483656" r:id="rId6"/>
    <p:sldLayoutId id="2147483657" r:id="rId7"/>
    <p:sldLayoutId id="2147483658" r:id="rId8"/>
    <p:sldLayoutId id="2147483661" r:id="rId9"/>
    <p:sldLayoutId id="2147483662" r:id="rId10"/>
    <p:sldLayoutId id="2147483666" r:id="rId11"/>
    <p:sldLayoutId id="2147483667" r:id="rId12"/>
    <p:sldLayoutId id="2147483668" r:id="rId13"/>
    <p:sldLayoutId id="2147483672" r:id="rId1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bit.ly/3A1uf1Q" TargetMode="External"/><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0.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0.xml"/></Relationships>
</file>

<file path=ppt/slides/_rels/slide2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2.xml"/><Relationship Id="rId1" Type="http://schemas.openxmlformats.org/officeDocument/2006/relationships/slideLayout" Target="../slideLayouts/slideLayout10.xml"/><Relationship Id="rId4" Type="http://schemas.openxmlformats.org/officeDocument/2006/relationships/image" Target="../media/image2.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0.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0.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0.xml"/></Relationships>
</file>

<file path=ppt/slides/_rels/slide26.xml.rels><?xml version="1.0" encoding="UTF-8" standalone="yes"?>
<Relationships xmlns="http://schemas.openxmlformats.org/package/2006/relationships"><Relationship Id="rId3" Type="http://schemas.openxmlformats.org/officeDocument/2006/relationships/hyperlink" Target="https://bit.ly/3A1uf1Q" TargetMode="External"/><Relationship Id="rId2" Type="http://schemas.openxmlformats.org/officeDocument/2006/relationships/notesSlide" Target="../notesSlides/notesSlide26.xml"/><Relationship Id="rId1" Type="http://schemas.openxmlformats.org/officeDocument/2006/relationships/slideLayout" Target="../slideLayouts/slideLayout1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0.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4.xml"/><Relationship Id="rId1" Type="http://schemas.openxmlformats.org/officeDocument/2006/relationships/slideLayout" Target="../slideLayouts/slideLayout3.xml"/><Relationship Id="rId5" Type="http://schemas.openxmlformats.org/officeDocument/2006/relationships/image" Target="../media/image5.png"/><Relationship Id="rId4" Type="http://schemas.openxmlformats.org/officeDocument/2006/relationships/image" Target="../media/image4.png"/></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1.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2.xml"/><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0.xml"/><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1.xml"/><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2.xml"/><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3.xml"/><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5.xml"/><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6.xml"/><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7.xml"/><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58.xml"/><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61.xml"/><Relationship Id="rId1" Type="http://schemas.openxmlformats.org/officeDocument/2006/relationships/slideLayout" Target="../slideLayouts/slideLayout3.xml"/><Relationship Id="rId5" Type="http://schemas.openxmlformats.org/officeDocument/2006/relationships/image" Target="../media/image19.png"/><Relationship Id="rId4" Type="http://schemas.openxmlformats.org/officeDocument/2006/relationships/image" Target="../media/image18.png"/></Relationships>
</file>

<file path=ppt/slides/_rels/slide6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62.xml"/><Relationship Id="rId1" Type="http://schemas.openxmlformats.org/officeDocument/2006/relationships/slideLayout" Target="../slideLayouts/slideLayout3.xml"/><Relationship Id="rId5" Type="http://schemas.openxmlformats.org/officeDocument/2006/relationships/image" Target="../media/image22.png"/><Relationship Id="rId4" Type="http://schemas.openxmlformats.org/officeDocument/2006/relationships/image" Target="../media/image21.png"/></Relationships>
</file>

<file path=ppt/slides/_rels/slide6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63.xml"/><Relationship Id="rId1" Type="http://schemas.openxmlformats.org/officeDocument/2006/relationships/slideLayout" Target="../slideLayouts/slideLayout3.xml"/><Relationship Id="rId5" Type="http://schemas.openxmlformats.org/officeDocument/2006/relationships/image" Target="../media/image24.png"/><Relationship Id="rId4" Type="http://schemas.openxmlformats.org/officeDocument/2006/relationships/image" Target="../media/image23.png"/></Relationships>
</file>

<file path=ppt/slides/_rels/slide6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64.xml"/><Relationship Id="rId1" Type="http://schemas.openxmlformats.org/officeDocument/2006/relationships/slideLayout" Target="../slideLayouts/slideLayout3.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3.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11.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03"/>
        <p:cNvGrpSpPr/>
        <p:nvPr/>
      </p:nvGrpSpPr>
      <p:grpSpPr>
        <a:xfrm>
          <a:off x="0" y="0"/>
          <a:ext cx="0" cy="0"/>
          <a:chOff x="0" y="0"/>
          <a:chExt cx="0" cy="0"/>
        </a:xfrm>
      </p:grpSpPr>
      <p:cxnSp>
        <p:nvCxnSpPr>
          <p:cNvPr id="404" name="Google Shape;404;p26"/>
          <p:cNvCxnSpPr/>
          <p:nvPr/>
        </p:nvCxnSpPr>
        <p:spPr>
          <a:xfrm>
            <a:off x="4316975" y="3319625"/>
            <a:ext cx="4931400" cy="0"/>
          </a:xfrm>
          <a:prstGeom prst="straightConnector1">
            <a:avLst/>
          </a:prstGeom>
          <a:noFill/>
          <a:ln w="9525" cap="flat" cmpd="sng">
            <a:solidFill>
              <a:schemeClr val="dk1"/>
            </a:solidFill>
            <a:prstDash val="solid"/>
            <a:round/>
            <a:headEnd type="none" w="med" len="med"/>
            <a:tailEnd type="none" w="med" len="med"/>
          </a:ln>
        </p:spPr>
      </p:cxnSp>
      <p:sp>
        <p:nvSpPr>
          <p:cNvPr id="405" name="Google Shape;405;p26"/>
          <p:cNvSpPr txBox="1">
            <a:spLocks noGrp="1"/>
          </p:cNvSpPr>
          <p:nvPr>
            <p:ph type="ctrTitle"/>
          </p:nvPr>
        </p:nvSpPr>
        <p:spPr>
          <a:xfrm>
            <a:off x="4271125" y="749508"/>
            <a:ext cx="4752874" cy="2497555"/>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sz="3600" b="0" dirty="0"/>
              <a:t>Introduction to Software Engineering &amp; UML </a:t>
            </a:r>
          </a:p>
        </p:txBody>
      </p:sp>
      <p:cxnSp>
        <p:nvCxnSpPr>
          <p:cNvPr id="407" name="Google Shape;407;p26"/>
          <p:cNvCxnSpPr/>
          <p:nvPr/>
        </p:nvCxnSpPr>
        <p:spPr>
          <a:xfrm>
            <a:off x="0" y="307163"/>
            <a:ext cx="4570500" cy="0"/>
          </a:xfrm>
          <a:prstGeom prst="straightConnector1">
            <a:avLst/>
          </a:prstGeom>
          <a:noFill/>
          <a:ln w="9525" cap="flat" cmpd="sng">
            <a:solidFill>
              <a:schemeClr val="dk1"/>
            </a:solidFill>
            <a:prstDash val="solid"/>
            <a:round/>
            <a:headEnd type="none" w="med" len="med"/>
            <a:tailEnd type="none" w="med" len="med"/>
          </a:ln>
        </p:spPr>
      </p:cxnSp>
      <p:grpSp>
        <p:nvGrpSpPr>
          <p:cNvPr id="408" name="Google Shape;408;p26"/>
          <p:cNvGrpSpPr/>
          <p:nvPr/>
        </p:nvGrpSpPr>
        <p:grpSpPr>
          <a:xfrm>
            <a:off x="8196000" y="135875"/>
            <a:ext cx="619300" cy="330925"/>
            <a:chOff x="5031250" y="135875"/>
            <a:chExt cx="619300" cy="330925"/>
          </a:xfrm>
        </p:grpSpPr>
        <p:sp>
          <p:nvSpPr>
            <p:cNvPr id="409" name="Google Shape;409;p26"/>
            <p:cNvSpPr/>
            <p:nvPr/>
          </p:nvSpPr>
          <p:spPr>
            <a:xfrm>
              <a:off x="5031250" y="135875"/>
              <a:ext cx="120000" cy="1200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 name="Google Shape;410;p26"/>
            <p:cNvSpPr/>
            <p:nvPr/>
          </p:nvSpPr>
          <p:spPr>
            <a:xfrm>
              <a:off x="5195653" y="346800"/>
              <a:ext cx="120000" cy="120000"/>
            </a:xfrm>
            <a:prstGeom prst="mathPlus">
              <a:avLst>
                <a:gd name="adj1" fmla="val 0"/>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 name="Google Shape;411;p26"/>
            <p:cNvSpPr/>
            <p:nvPr/>
          </p:nvSpPr>
          <p:spPr>
            <a:xfrm>
              <a:off x="5530550" y="346800"/>
              <a:ext cx="120000" cy="1200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12" name="Google Shape;412;p26"/>
          <p:cNvGrpSpPr/>
          <p:nvPr/>
        </p:nvGrpSpPr>
        <p:grpSpPr>
          <a:xfrm>
            <a:off x="276425" y="4185388"/>
            <a:ext cx="284403" cy="690563"/>
            <a:chOff x="276425" y="4185388"/>
            <a:chExt cx="284403" cy="690563"/>
          </a:xfrm>
        </p:grpSpPr>
        <p:sp>
          <p:nvSpPr>
            <p:cNvPr id="413" name="Google Shape;413;p26"/>
            <p:cNvSpPr/>
            <p:nvPr/>
          </p:nvSpPr>
          <p:spPr>
            <a:xfrm>
              <a:off x="276425" y="4545025"/>
              <a:ext cx="120000" cy="1200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 name="Google Shape;414;p26"/>
            <p:cNvSpPr/>
            <p:nvPr/>
          </p:nvSpPr>
          <p:spPr>
            <a:xfrm>
              <a:off x="440828" y="4755950"/>
              <a:ext cx="120000" cy="120000"/>
            </a:xfrm>
            <a:prstGeom prst="mathPlus">
              <a:avLst>
                <a:gd name="adj1" fmla="val 0"/>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 name="Google Shape;415;p26"/>
            <p:cNvSpPr/>
            <p:nvPr/>
          </p:nvSpPr>
          <p:spPr>
            <a:xfrm>
              <a:off x="440828" y="4185388"/>
              <a:ext cx="120000" cy="120000"/>
            </a:xfrm>
            <a:prstGeom prst="mathPlus">
              <a:avLst>
                <a:gd name="adj1" fmla="val 0"/>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416" name="Google Shape;416;p26"/>
          <p:cNvCxnSpPr/>
          <p:nvPr/>
        </p:nvCxnSpPr>
        <p:spPr>
          <a:xfrm>
            <a:off x="4570500" y="4836313"/>
            <a:ext cx="4570500" cy="0"/>
          </a:xfrm>
          <a:prstGeom prst="straightConnector1">
            <a:avLst/>
          </a:prstGeom>
          <a:noFill/>
          <a:ln w="9525" cap="flat" cmpd="sng">
            <a:solidFill>
              <a:schemeClr val="dk1"/>
            </a:solidFill>
            <a:prstDash val="solid"/>
            <a:round/>
            <a:headEnd type="none" w="med" len="med"/>
            <a:tailEnd type="none" w="med" len="med"/>
          </a:ln>
        </p:spPr>
      </p:cxnSp>
      <p:grpSp>
        <p:nvGrpSpPr>
          <p:cNvPr id="417" name="Google Shape;417;p26"/>
          <p:cNvGrpSpPr/>
          <p:nvPr/>
        </p:nvGrpSpPr>
        <p:grpSpPr>
          <a:xfrm>
            <a:off x="469763" y="1146530"/>
            <a:ext cx="3536277" cy="2730514"/>
            <a:chOff x="276382" y="1146476"/>
            <a:chExt cx="3729464" cy="2879682"/>
          </a:xfrm>
        </p:grpSpPr>
        <p:sp>
          <p:nvSpPr>
            <p:cNvPr id="418" name="Google Shape;418;p26"/>
            <p:cNvSpPr/>
            <p:nvPr/>
          </p:nvSpPr>
          <p:spPr>
            <a:xfrm>
              <a:off x="1677049" y="1415140"/>
              <a:ext cx="1745661" cy="70"/>
            </a:xfrm>
            <a:custGeom>
              <a:avLst/>
              <a:gdLst/>
              <a:ahLst/>
              <a:cxnLst/>
              <a:rect l="l" t="t" r="r" b="b"/>
              <a:pathLst>
                <a:path w="25112" h="1" extrusionOk="0">
                  <a:moveTo>
                    <a:pt x="1" y="1"/>
                  </a:moveTo>
                  <a:lnTo>
                    <a:pt x="25111" y="1"/>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 name="Google Shape;419;p26"/>
            <p:cNvSpPr/>
            <p:nvPr/>
          </p:nvSpPr>
          <p:spPr>
            <a:xfrm rot="10800000" flipH="1">
              <a:off x="1118149" y="1408500"/>
              <a:ext cx="2304654" cy="53950"/>
            </a:xfrm>
            <a:custGeom>
              <a:avLst/>
              <a:gdLst/>
              <a:ahLst/>
              <a:cxnLst/>
              <a:rect l="l" t="t" r="r" b="b"/>
              <a:pathLst>
                <a:path w="25112" h="1" fill="none" extrusionOk="0">
                  <a:moveTo>
                    <a:pt x="1" y="1"/>
                  </a:moveTo>
                  <a:lnTo>
                    <a:pt x="25111" y="1"/>
                  </a:lnTo>
                </a:path>
              </a:pathLst>
            </a:custGeom>
            <a:noFill/>
            <a:ln w="9525" cap="flat" cmpd="sng">
              <a:solidFill>
                <a:schemeClr val="dk1"/>
              </a:solidFill>
              <a:prstDash val="solid"/>
              <a:miter lim="945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 name="Google Shape;420;p26"/>
            <p:cNvSpPr/>
            <p:nvPr/>
          </p:nvSpPr>
          <p:spPr>
            <a:xfrm>
              <a:off x="2867248" y="2069520"/>
              <a:ext cx="760147" cy="1520348"/>
            </a:xfrm>
            <a:custGeom>
              <a:avLst/>
              <a:gdLst/>
              <a:ahLst/>
              <a:cxnLst/>
              <a:rect l="l" t="t" r="r" b="b"/>
              <a:pathLst>
                <a:path w="10935" h="21870" fill="none" extrusionOk="0">
                  <a:moveTo>
                    <a:pt x="0" y="21869"/>
                  </a:moveTo>
                  <a:lnTo>
                    <a:pt x="10935" y="21869"/>
                  </a:lnTo>
                  <a:lnTo>
                    <a:pt x="10935" y="1"/>
                  </a:lnTo>
                </a:path>
              </a:pathLst>
            </a:custGeom>
            <a:noFill/>
            <a:ln w="9525" cap="flat" cmpd="sng">
              <a:solidFill>
                <a:schemeClr val="dk1"/>
              </a:solidFill>
              <a:prstDash val="solid"/>
              <a:miter lim="945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 name="Google Shape;421;p26"/>
            <p:cNvSpPr/>
            <p:nvPr/>
          </p:nvSpPr>
          <p:spPr>
            <a:xfrm>
              <a:off x="484960" y="1975316"/>
              <a:ext cx="1228198" cy="1070327"/>
            </a:xfrm>
            <a:custGeom>
              <a:avLst/>
              <a:gdLst/>
              <a:ahLst/>
              <a:cxnLst/>
              <a:rect l="l" t="t" r="r" b="b"/>
              <a:pathLst>
                <a:path w="13091" h="11408" fill="none" extrusionOk="0">
                  <a:moveTo>
                    <a:pt x="1" y="0"/>
                  </a:moveTo>
                  <a:lnTo>
                    <a:pt x="1" y="11407"/>
                  </a:lnTo>
                  <a:lnTo>
                    <a:pt x="13090" y="11407"/>
                  </a:lnTo>
                </a:path>
              </a:pathLst>
            </a:custGeom>
            <a:noFill/>
            <a:ln w="9525" cap="flat" cmpd="sng">
              <a:solidFill>
                <a:schemeClr val="dk1"/>
              </a:solidFill>
              <a:prstDash val="solid"/>
              <a:miter lim="945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 name="Google Shape;422;p26"/>
            <p:cNvSpPr/>
            <p:nvPr/>
          </p:nvSpPr>
          <p:spPr>
            <a:xfrm>
              <a:off x="689115" y="2982532"/>
              <a:ext cx="122277" cy="122212"/>
            </a:xfrm>
            <a:custGeom>
              <a:avLst/>
              <a:gdLst/>
              <a:ahLst/>
              <a:cxnLst/>
              <a:rect l="l" t="t" r="r" b="b"/>
              <a:pathLst>
                <a:path w="1759" h="1758" extrusionOk="0">
                  <a:moveTo>
                    <a:pt x="879" y="0"/>
                  </a:moveTo>
                  <a:cubicBezTo>
                    <a:pt x="397" y="0"/>
                    <a:pt x="0" y="397"/>
                    <a:pt x="0" y="879"/>
                  </a:cubicBezTo>
                  <a:cubicBezTo>
                    <a:pt x="0" y="1370"/>
                    <a:pt x="397" y="1758"/>
                    <a:pt x="879" y="1758"/>
                  </a:cubicBezTo>
                  <a:cubicBezTo>
                    <a:pt x="1361" y="1758"/>
                    <a:pt x="1758" y="1370"/>
                    <a:pt x="1758" y="879"/>
                  </a:cubicBezTo>
                  <a:cubicBezTo>
                    <a:pt x="1758" y="397"/>
                    <a:pt x="1361" y="0"/>
                    <a:pt x="879" y="0"/>
                  </a:cubicBezTo>
                  <a:close/>
                </a:path>
              </a:pathLst>
            </a:custGeom>
            <a:solidFill>
              <a:srgbClr val="FFFFFF"/>
            </a:solidFill>
            <a:ln w="9525" cap="flat" cmpd="sng">
              <a:solidFill>
                <a:schemeClr val="dk1"/>
              </a:solidFill>
              <a:prstDash val="solid"/>
              <a:miter lim="945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 name="Google Shape;423;p26"/>
            <p:cNvSpPr/>
            <p:nvPr/>
          </p:nvSpPr>
          <p:spPr>
            <a:xfrm>
              <a:off x="2620450" y="1352086"/>
              <a:ext cx="121651" cy="122281"/>
            </a:xfrm>
            <a:custGeom>
              <a:avLst/>
              <a:gdLst/>
              <a:ahLst/>
              <a:cxnLst/>
              <a:rect l="l" t="t" r="r" b="b"/>
              <a:pathLst>
                <a:path w="1750" h="1759" extrusionOk="0">
                  <a:moveTo>
                    <a:pt x="870" y="1"/>
                  </a:moveTo>
                  <a:cubicBezTo>
                    <a:pt x="388" y="1"/>
                    <a:pt x="1" y="398"/>
                    <a:pt x="1" y="880"/>
                  </a:cubicBezTo>
                  <a:cubicBezTo>
                    <a:pt x="1" y="1371"/>
                    <a:pt x="388" y="1758"/>
                    <a:pt x="870" y="1758"/>
                  </a:cubicBezTo>
                  <a:cubicBezTo>
                    <a:pt x="1362" y="1758"/>
                    <a:pt x="1749" y="1371"/>
                    <a:pt x="1749" y="880"/>
                  </a:cubicBezTo>
                  <a:cubicBezTo>
                    <a:pt x="1749" y="398"/>
                    <a:pt x="1362" y="1"/>
                    <a:pt x="870" y="1"/>
                  </a:cubicBezTo>
                  <a:close/>
                </a:path>
              </a:pathLst>
            </a:custGeom>
            <a:solidFill>
              <a:srgbClr val="FFFFFF"/>
            </a:solidFill>
            <a:ln w="9525" cap="flat" cmpd="sng">
              <a:solidFill>
                <a:schemeClr val="dk1"/>
              </a:solidFill>
              <a:prstDash val="solid"/>
              <a:miter lim="945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 name="Google Shape;424;p26"/>
            <p:cNvSpPr/>
            <p:nvPr/>
          </p:nvSpPr>
          <p:spPr>
            <a:xfrm>
              <a:off x="3564285" y="2868429"/>
              <a:ext cx="122277" cy="122281"/>
            </a:xfrm>
            <a:custGeom>
              <a:avLst/>
              <a:gdLst/>
              <a:ahLst/>
              <a:cxnLst/>
              <a:rect l="l" t="t" r="r" b="b"/>
              <a:pathLst>
                <a:path w="1759" h="1759" extrusionOk="0">
                  <a:moveTo>
                    <a:pt x="879" y="1"/>
                  </a:moveTo>
                  <a:cubicBezTo>
                    <a:pt x="397" y="1"/>
                    <a:pt x="0" y="398"/>
                    <a:pt x="0" y="880"/>
                  </a:cubicBezTo>
                  <a:cubicBezTo>
                    <a:pt x="0" y="1371"/>
                    <a:pt x="397" y="1758"/>
                    <a:pt x="879" y="1758"/>
                  </a:cubicBezTo>
                  <a:cubicBezTo>
                    <a:pt x="1361" y="1758"/>
                    <a:pt x="1758" y="1371"/>
                    <a:pt x="1758" y="880"/>
                  </a:cubicBezTo>
                  <a:cubicBezTo>
                    <a:pt x="1758" y="398"/>
                    <a:pt x="1361" y="1"/>
                    <a:pt x="879" y="1"/>
                  </a:cubicBezTo>
                  <a:close/>
                </a:path>
              </a:pathLst>
            </a:custGeom>
            <a:solidFill>
              <a:srgbClr val="FFFFFF"/>
            </a:solidFill>
            <a:ln w="9525" cap="flat" cmpd="sng">
              <a:solidFill>
                <a:schemeClr val="dk1"/>
              </a:solidFill>
              <a:prstDash val="solid"/>
              <a:miter lim="945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25" name="Google Shape;425;p26"/>
            <p:cNvGrpSpPr/>
            <p:nvPr/>
          </p:nvGrpSpPr>
          <p:grpSpPr>
            <a:xfrm>
              <a:off x="905779" y="2238401"/>
              <a:ext cx="2374402" cy="1787757"/>
              <a:chOff x="1209760" y="2377273"/>
              <a:chExt cx="2083174" cy="1568483"/>
            </a:xfrm>
          </p:grpSpPr>
          <p:sp>
            <p:nvSpPr>
              <p:cNvPr id="426" name="Google Shape;426;p26"/>
              <p:cNvSpPr/>
              <p:nvPr/>
            </p:nvSpPr>
            <p:spPr>
              <a:xfrm>
                <a:off x="2028856" y="3557172"/>
                <a:ext cx="445593" cy="347108"/>
              </a:xfrm>
              <a:custGeom>
                <a:avLst/>
                <a:gdLst/>
                <a:ahLst/>
                <a:cxnLst/>
                <a:rect l="l" t="t" r="r" b="b"/>
                <a:pathLst>
                  <a:path w="7306" h="5691" extrusionOk="0">
                    <a:moveTo>
                      <a:pt x="0" y="1"/>
                    </a:moveTo>
                    <a:lnTo>
                      <a:pt x="0" y="5690"/>
                    </a:lnTo>
                    <a:lnTo>
                      <a:pt x="7305" y="5690"/>
                    </a:lnTo>
                    <a:lnTo>
                      <a:pt x="7305" y="1"/>
                    </a:lnTo>
                    <a:close/>
                  </a:path>
                </a:pathLst>
              </a:custGeom>
              <a:solidFill>
                <a:schemeClr val="dk2"/>
              </a:solidFill>
              <a:ln w="9525" cap="flat" cmpd="sng">
                <a:solidFill>
                  <a:schemeClr val="dk1"/>
                </a:solidFill>
                <a:prstDash val="solid"/>
                <a:miter lim="945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 name="Google Shape;427;p26"/>
              <p:cNvSpPr/>
              <p:nvPr/>
            </p:nvSpPr>
            <p:spPr>
              <a:xfrm>
                <a:off x="1489887" y="3898426"/>
                <a:ext cx="1543108" cy="47330"/>
              </a:xfrm>
              <a:custGeom>
                <a:avLst/>
                <a:gdLst/>
                <a:ahLst/>
                <a:cxnLst/>
                <a:rect l="l" t="t" r="r" b="b"/>
                <a:pathLst>
                  <a:path w="25301" h="776" extrusionOk="0">
                    <a:moveTo>
                      <a:pt x="1" y="1"/>
                    </a:moveTo>
                    <a:lnTo>
                      <a:pt x="1" y="776"/>
                    </a:lnTo>
                    <a:lnTo>
                      <a:pt x="25300" y="776"/>
                    </a:lnTo>
                    <a:lnTo>
                      <a:pt x="25300" y="1"/>
                    </a:lnTo>
                    <a:close/>
                  </a:path>
                </a:pathLst>
              </a:custGeom>
              <a:solidFill>
                <a:srgbClr val="936EBE"/>
              </a:solidFill>
              <a:ln w="9525" cap="flat" cmpd="sng">
                <a:solidFill>
                  <a:schemeClr val="dk1"/>
                </a:solidFill>
                <a:prstDash val="solid"/>
                <a:miter lim="945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 name="Google Shape;428;p26"/>
              <p:cNvSpPr/>
              <p:nvPr/>
            </p:nvSpPr>
            <p:spPr>
              <a:xfrm>
                <a:off x="1209760" y="2377273"/>
                <a:ext cx="2083174" cy="1254921"/>
              </a:xfrm>
              <a:custGeom>
                <a:avLst/>
                <a:gdLst/>
                <a:ahLst/>
                <a:cxnLst/>
                <a:rect l="l" t="t" r="r" b="b"/>
                <a:pathLst>
                  <a:path w="34156" h="20575" extrusionOk="0">
                    <a:moveTo>
                      <a:pt x="1135" y="1"/>
                    </a:moveTo>
                    <a:cubicBezTo>
                      <a:pt x="511" y="1"/>
                      <a:pt x="1" y="511"/>
                      <a:pt x="1" y="1135"/>
                    </a:cubicBezTo>
                    <a:lnTo>
                      <a:pt x="1" y="19440"/>
                    </a:lnTo>
                    <a:cubicBezTo>
                      <a:pt x="1" y="20064"/>
                      <a:pt x="511" y="20574"/>
                      <a:pt x="1135" y="20574"/>
                    </a:cubicBezTo>
                    <a:lnTo>
                      <a:pt x="33021" y="20574"/>
                    </a:lnTo>
                    <a:cubicBezTo>
                      <a:pt x="33654" y="20574"/>
                      <a:pt x="34155" y="20064"/>
                      <a:pt x="34155" y="19440"/>
                    </a:cubicBezTo>
                    <a:lnTo>
                      <a:pt x="34155" y="1135"/>
                    </a:lnTo>
                    <a:cubicBezTo>
                      <a:pt x="34155" y="511"/>
                      <a:pt x="33654" y="1"/>
                      <a:pt x="33021" y="1"/>
                    </a:cubicBezTo>
                    <a:close/>
                  </a:path>
                </a:pathLst>
              </a:custGeom>
              <a:solidFill>
                <a:srgbClr val="936EBE"/>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 name="Google Shape;429;p26"/>
              <p:cNvSpPr/>
              <p:nvPr/>
            </p:nvSpPr>
            <p:spPr>
              <a:xfrm>
                <a:off x="1316431" y="2487974"/>
                <a:ext cx="1870441" cy="939041"/>
              </a:xfrm>
              <a:custGeom>
                <a:avLst/>
                <a:gdLst/>
                <a:ahLst/>
                <a:cxnLst/>
                <a:rect l="l" t="t" r="r" b="b"/>
                <a:pathLst>
                  <a:path w="30668" h="15396" extrusionOk="0">
                    <a:moveTo>
                      <a:pt x="0" y="0"/>
                    </a:moveTo>
                    <a:lnTo>
                      <a:pt x="0" y="15395"/>
                    </a:lnTo>
                    <a:lnTo>
                      <a:pt x="30667" y="15395"/>
                    </a:lnTo>
                    <a:lnTo>
                      <a:pt x="30667" y="0"/>
                    </a:lnTo>
                    <a:close/>
                  </a:path>
                </a:pathLst>
              </a:custGeom>
              <a:solidFill>
                <a:srgbClr val="E489BF"/>
              </a:solidFill>
              <a:ln w="9525" cap="flat" cmpd="sng">
                <a:solidFill>
                  <a:schemeClr val="dk1"/>
                </a:solidFill>
                <a:prstDash val="solid"/>
                <a:miter lim="945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 name="Google Shape;430;p26"/>
              <p:cNvSpPr/>
              <p:nvPr/>
            </p:nvSpPr>
            <p:spPr>
              <a:xfrm>
                <a:off x="2190235" y="3479956"/>
                <a:ext cx="122834" cy="122290"/>
              </a:xfrm>
              <a:custGeom>
                <a:avLst/>
                <a:gdLst/>
                <a:ahLst/>
                <a:cxnLst/>
                <a:rect l="l" t="t" r="r" b="b"/>
                <a:pathLst>
                  <a:path w="2014" h="2005" extrusionOk="0">
                    <a:moveTo>
                      <a:pt x="1002" y="1"/>
                    </a:moveTo>
                    <a:cubicBezTo>
                      <a:pt x="454" y="1"/>
                      <a:pt x="0" y="454"/>
                      <a:pt x="0" y="1002"/>
                    </a:cubicBezTo>
                    <a:cubicBezTo>
                      <a:pt x="0" y="1560"/>
                      <a:pt x="454" y="2004"/>
                      <a:pt x="1002" y="2004"/>
                    </a:cubicBezTo>
                    <a:cubicBezTo>
                      <a:pt x="1560" y="2004"/>
                      <a:pt x="2013" y="1560"/>
                      <a:pt x="2013" y="1002"/>
                    </a:cubicBezTo>
                    <a:cubicBezTo>
                      <a:pt x="2013" y="454"/>
                      <a:pt x="1560" y="1"/>
                      <a:pt x="1002" y="1"/>
                    </a:cubicBezTo>
                    <a:close/>
                  </a:path>
                </a:pathLst>
              </a:custGeom>
              <a:solidFill>
                <a:schemeClr val="lt2"/>
              </a:solidFill>
              <a:ln w="9525" cap="flat" cmpd="sng">
                <a:solidFill>
                  <a:schemeClr val="dk1"/>
                </a:solidFill>
                <a:prstDash val="solid"/>
                <a:miter lim="945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31" name="Google Shape;431;p26"/>
            <p:cNvGrpSpPr/>
            <p:nvPr/>
          </p:nvGrpSpPr>
          <p:grpSpPr>
            <a:xfrm>
              <a:off x="3211245" y="1146476"/>
              <a:ext cx="794601" cy="1222664"/>
              <a:chOff x="3334313" y="1341356"/>
              <a:chExt cx="798434" cy="1228438"/>
            </a:xfrm>
          </p:grpSpPr>
          <p:sp>
            <p:nvSpPr>
              <p:cNvPr id="432" name="Google Shape;432;p26"/>
              <p:cNvSpPr/>
              <p:nvPr/>
            </p:nvSpPr>
            <p:spPr>
              <a:xfrm>
                <a:off x="3334313" y="1341356"/>
                <a:ext cx="798434" cy="999971"/>
              </a:xfrm>
              <a:custGeom>
                <a:avLst/>
                <a:gdLst/>
                <a:ahLst/>
                <a:cxnLst/>
                <a:rect l="l" t="t" r="r" b="b"/>
                <a:pathLst>
                  <a:path w="16152" h="20228" extrusionOk="0">
                    <a:moveTo>
                      <a:pt x="8144" y="1"/>
                    </a:moveTo>
                    <a:cubicBezTo>
                      <a:pt x="8069" y="1"/>
                      <a:pt x="7995" y="2"/>
                      <a:pt x="7920" y="4"/>
                    </a:cubicBezTo>
                    <a:cubicBezTo>
                      <a:pt x="3791" y="117"/>
                      <a:pt x="379" y="3444"/>
                      <a:pt x="152" y="7564"/>
                    </a:cubicBezTo>
                    <a:cubicBezTo>
                      <a:pt x="1" y="10305"/>
                      <a:pt x="1239" y="12762"/>
                      <a:pt x="3214" y="14312"/>
                    </a:cubicBezTo>
                    <a:cubicBezTo>
                      <a:pt x="3791" y="14765"/>
                      <a:pt x="4291" y="15323"/>
                      <a:pt x="4641" y="15966"/>
                    </a:cubicBezTo>
                    <a:cubicBezTo>
                      <a:pt x="4991" y="16589"/>
                      <a:pt x="5274" y="17393"/>
                      <a:pt x="5340" y="18357"/>
                    </a:cubicBezTo>
                    <a:lnTo>
                      <a:pt x="5340" y="20228"/>
                    </a:lnTo>
                    <a:lnTo>
                      <a:pt x="10945" y="20228"/>
                    </a:lnTo>
                    <a:lnTo>
                      <a:pt x="10954" y="18347"/>
                    </a:lnTo>
                    <a:cubicBezTo>
                      <a:pt x="11020" y="17383"/>
                      <a:pt x="11304" y="16599"/>
                      <a:pt x="11644" y="15966"/>
                    </a:cubicBezTo>
                    <a:cubicBezTo>
                      <a:pt x="12003" y="15314"/>
                      <a:pt x="12513" y="14756"/>
                      <a:pt x="13099" y="14293"/>
                    </a:cubicBezTo>
                    <a:cubicBezTo>
                      <a:pt x="14961" y="12828"/>
                      <a:pt x="16152" y="10560"/>
                      <a:pt x="16152" y="8008"/>
                    </a:cubicBezTo>
                    <a:cubicBezTo>
                      <a:pt x="16152" y="3584"/>
                      <a:pt x="12568" y="1"/>
                      <a:pt x="8144" y="1"/>
                    </a:cubicBezTo>
                    <a:close/>
                  </a:path>
                </a:pathLst>
              </a:custGeom>
              <a:solidFill>
                <a:schemeClr val="dk2"/>
              </a:solidFill>
              <a:ln w="9525" cap="flat" cmpd="sng">
                <a:solidFill>
                  <a:schemeClr val="dk1"/>
                </a:solidFill>
                <a:prstDash val="solid"/>
                <a:miter lim="945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 name="Google Shape;433;p26"/>
              <p:cNvSpPr/>
              <p:nvPr/>
            </p:nvSpPr>
            <p:spPr>
              <a:xfrm>
                <a:off x="3625368" y="2491686"/>
                <a:ext cx="222891" cy="78107"/>
              </a:xfrm>
              <a:custGeom>
                <a:avLst/>
                <a:gdLst/>
                <a:ahLst/>
                <a:cxnLst/>
                <a:rect l="l" t="t" r="r" b="b"/>
                <a:pathLst>
                  <a:path w="4509" h="1580" extrusionOk="0">
                    <a:moveTo>
                      <a:pt x="1" y="1"/>
                    </a:moveTo>
                    <a:lnTo>
                      <a:pt x="1" y="1579"/>
                    </a:lnTo>
                    <a:lnTo>
                      <a:pt x="4509" y="1579"/>
                    </a:lnTo>
                    <a:lnTo>
                      <a:pt x="4509" y="1"/>
                    </a:lnTo>
                    <a:close/>
                  </a:path>
                </a:pathLst>
              </a:custGeom>
              <a:solidFill>
                <a:srgbClr val="5FB0DA"/>
              </a:solidFill>
              <a:ln w="9525" cap="flat" cmpd="sng">
                <a:solidFill>
                  <a:schemeClr val="dk1"/>
                </a:solidFill>
                <a:prstDash val="solid"/>
                <a:miter lim="945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 name="Google Shape;434;p26"/>
              <p:cNvSpPr/>
              <p:nvPr/>
            </p:nvSpPr>
            <p:spPr>
              <a:xfrm>
                <a:off x="3560415" y="2332410"/>
                <a:ext cx="353245" cy="177126"/>
              </a:xfrm>
              <a:custGeom>
                <a:avLst/>
                <a:gdLst/>
                <a:ahLst/>
                <a:cxnLst/>
                <a:rect l="l" t="t" r="r" b="b"/>
                <a:pathLst>
                  <a:path w="7146" h="3583" extrusionOk="0">
                    <a:moveTo>
                      <a:pt x="1" y="0"/>
                    </a:moveTo>
                    <a:lnTo>
                      <a:pt x="1" y="3582"/>
                    </a:lnTo>
                    <a:lnTo>
                      <a:pt x="7146" y="3582"/>
                    </a:lnTo>
                    <a:lnTo>
                      <a:pt x="7146" y="0"/>
                    </a:lnTo>
                    <a:close/>
                  </a:path>
                </a:pathLst>
              </a:custGeom>
              <a:solidFill>
                <a:srgbClr val="E489BF"/>
              </a:solidFill>
              <a:ln w="9525" cap="flat" cmpd="sng">
                <a:solidFill>
                  <a:schemeClr val="dk1"/>
                </a:solidFill>
                <a:prstDash val="solid"/>
                <a:miter lim="945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 name="Google Shape;435;p26"/>
              <p:cNvSpPr/>
              <p:nvPr/>
            </p:nvSpPr>
            <p:spPr>
              <a:xfrm>
                <a:off x="3546425" y="2360884"/>
                <a:ext cx="381273" cy="27634"/>
              </a:xfrm>
              <a:custGeom>
                <a:avLst/>
                <a:gdLst/>
                <a:ahLst/>
                <a:cxnLst/>
                <a:rect l="l" t="t" r="r" b="b"/>
                <a:pathLst>
                  <a:path w="7713" h="559" extrusionOk="0">
                    <a:moveTo>
                      <a:pt x="0" y="1"/>
                    </a:moveTo>
                    <a:lnTo>
                      <a:pt x="0" y="558"/>
                    </a:lnTo>
                    <a:lnTo>
                      <a:pt x="7712" y="558"/>
                    </a:lnTo>
                    <a:lnTo>
                      <a:pt x="771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 name="Google Shape;436;p26"/>
              <p:cNvSpPr/>
              <p:nvPr/>
            </p:nvSpPr>
            <p:spPr>
              <a:xfrm>
                <a:off x="3546425" y="2407154"/>
                <a:ext cx="381273" cy="27585"/>
              </a:xfrm>
              <a:custGeom>
                <a:avLst/>
                <a:gdLst/>
                <a:ahLst/>
                <a:cxnLst/>
                <a:rect l="l" t="t" r="r" b="b"/>
                <a:pathLst>
                  <a:path w="7713" h="558" extrusionOk="0">
                    <a:moveTo>
                      <a:pt x="0" y="0"/>
                    </a:moveTo>
                    <a:lnTo>
                      <a:pt x="0" y="558"/>
                    </a:lnTo>
                    <a:lnTo>
                      <a:pt x="7712" y="558"/>
                    </a:lnTo>
                    <a:lnTo>
                      <a:pt x="771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 name="Google Shape;437;p26"/>
              <p:cNvSpPr/>
              <p:nvPr/>
            </p:nvSpPr>
            <p:spPr>
              <a:xfrm>
                <a:off x="3546425" y="2453424"/>
                <a:ext cx="381273" cy="27585"/>
              </a:xfrm>
              <a:custGeom>
                <a:avLst/>
                <a:gdLst/>
                <a:ahLst/>
                <a:cxnLst/>
                <a:rect l="l" t="t" r="r" b="b"/>
                <a:pathLst>
                  <a:path w="7713" h="558" extrusionOk="0">
                    <a:moveTo>
                      <a:pt x="0" y="0"/>
                    </a:moveTo>
                    <a:lnTo>
                      <a:pt x="0" y="558"/>
                    </a:lnTo>
                    <a:lnTo>
                      <a:pt x="7712" y="558"/>
                    </a:lnTo>
                    <a:lnTo>
                      <a:pt x="771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 name="Google Shape;438;p26"/>
              <p:cNvSpPr/>
              <p:nvPr/>
            </p:nvSpPr>
            <p:spPr>
              <a:xfrm>
                <a:off x="3502530" y="1574141"/>
                <a:ext cx="488195" cy="377090"/>
              </a:xfrm>
              <a:custGeom>
                <a:avLst/>
                <a:gdLst/>
                <a:ahLst/>
                <a:cxnLst/>
                <a:rect l="l" t="t" r="r" b="b"/>
                <a:pathLst>
                  <a:path w="9876" h="7628" fill="none" extrusionOk="0">
                    <a:moveTo>
                      <a:pt x="0" y="5435"/>
                    </a:moveTo>
                    <a:lnTo>
                      <a:pt x="1777" y="29"/>
                    </a:lnTo>
                    <a:lnTo>
                      <a:pt x="2826" y="7628"/>
                    </a:lnTo>
                    <a:lnTo>
                      <a:pt x="4801" y="1"/>
                    </a:lnTo>
                    <a:lnTo>
                      <a:pt x="6578" y="6333"/>
                    </a:lnTo>
                    <a:lnTo>
                      <a:pt x="8288" y="332"/>
                    </a:lnTo>
                    <a:lnTo>
                      <a:pt x="9876" y="5227"/>
                    </a:lnTo>
                  </a:path>
                </a:pathLst>
              </a:custGeom>
              <a:solidFill>
                <a:schemeClr val="dk2"/>
              </a:solidFill>
              <a:ln w="9525" cap="flat" cmpd="sng">
                <a:solidFill>
                  <a:schemeClr val="dk1"/>
                </a:solidFill>
                <a:prstDash val="solid"/>
                <a:miter lim="945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39" name="Google Shape;439;p26"/>
            <p:cNvGrpSpPr/>
            <p:nvPr/>
          </p:nvGrpSpPr>
          <p:grpSpPr>
            <a:xfrm>
              <a:off x="276382" y="1174752"/>
              <a:ext cx="895027" cy="894940"/>
              <a:chOff x="276382" y="1174752"/>
              <a:chExt cx="895027" cy="894940"/>
            </a:xfrm>
          </p:grpSpPr>
          <p:grpSp>
            <p:nvGrpSpPr>
              <p:cNvPr id="440" name="Google Shape;440;p26"/>
              <p:cNvGrpSpPr/>
              <p:nvPr/>
            </p:nvGrpSpPr>
            <p:grpSpPr>
              <a:xfrm>
                <a:off x="276382" y="1174752"/>
                <a:ext cx="895027" cy="894940"/>
                <a:chOff x="2861096" y="3889198"/>
                <a:chExt cx="397772" cy="397716"/>
              </a:xfrm>
            </p:grpSpPr>
            <p:sp>
              <p:nvSpPr>
                <p:cNvPr id="441" name="Google Shape;441;p26"/>
                <p:cNvSpPr/>
                <p:nvPr/>
              </p:nvSpPr>
              <p:spPr>
                <a:xfrm>
                  <a:off x="2861096" y="3889198"/>
                  <a:ext cx="397772" cy="397716"/>
                </a:xfrm>
                <a:custGeom>
                  <a:avLst/>
                  <a:gdLst/>
                  <a:ahLst/>
                  <a:cxnLst/>
                  <a:rect l="l" t="t" r="r" b="b"/>
                  <a:pathLst>
                    <a:path w="7080" h="7079" extrusionOk="0">
                      <a:moveTo>
                        <a:pt x="3545" y="0"/>
                      </a:moveTo>
                      <a:cubicBezTo>
                        <a:pt x="1588" y="0"/>
                        <a:pt x="1" y="1588"/>
                        <a:pt x="1" y="3535"/>
                      </a:cubicBezTo>
                      <a:cubicBezTo>
                        <a:pt x="1" y="5491"/>
                        <a:pt x="1588" y="7079"/>
                        <a:pt x="3545" y="7079"/>
                      </a:cubicBezTo>
                      <a:cubicBezTo>
                        <a:pt x="5501" y="7079"/>
                        <a:pt x="7079" y="5491"/>
                        <a:pt x="7079" y="3535"/>
                      </a:cubicBezTo>
                      <a:cubicBezTo>
                        <a:pt x="7079" y="1588"/>
                        <a:pt x="5501" y="0"/>
                        <a:pt x="3545" y="0"/>
                      </a:cubicBezTo>
                      <a:close/>
                    </a:path>
                  </a:pathLst>
                </a:custGeom>
                <a:solidFill>
                  <a:schemeClr val="lt2"/>
                </a:solidFill>
                <a:ln w="9525" cap="flat" cmpd="sng">
                  <a:solidFill>
                    <a:schemeClr val="dk1"/>
                  </a:solidFill>
                  <a:prstDash val="solid"/>
                  <a:miter lim="945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 name="Google Shape;442;p26"/>
                <p:cNvSpPr/>
                <p:nvPr/>
              </p:nvSpPr>
              <p:spPr>
                <a:xfrm>
                  <a:off x="2907821" y="3931467"/>
                  <a:ext cx="304332" cy="313132"/>
                </a:xfrm>
                <a:custGeom>
                  <a:avLst/>
                  <a:gdLst/>
                  <a:ahLst/>
                  <a:cxnLst/>
                  <a:rect l="l" t="t" r="r" b="b"/>
                  <a:pathLst>
                    <a:path w="4282" h="4282" extrusionOk="0">
                      <a:moveTo>
                        <a:pt x="2146" y="1"/>
                      </a:moveTo>
                      <a:cubicBezTo>
                        <a:pt x="964" y="1"/>
                        <a:pt x="0" y="955"/>
                        <a:pt x="0" y="2137"/>
                      </a:cubicBezTo>
                      <a:cubicBezTo>
                        <a:pt x="0" y="3327"/>
                        <a:pt x="964" y="4282"/>
                        <a:pt x="2146" y="4282"/>
                      </a:cubicBezTo>
                      <a:cubicBezTo>
                        <a:pt x="3327" y="4282"/>
                        <a:pt x="4281" y="3327"/>
                        <a:pt x="4281" y="2137"/>
                      </a:cubicBezTo>
                      <a:cubicBezTo>
                        <a:pt x="4281" y="955"/>
                        <a:pt x="3327" y="1"/>
                        <a:pt x="2146" y="1"/>
                      </a:cubicBezTo>
                      <a:close/>
                    </a:path>
                  </a:pathLst>
                </a:custGeom>
                <a:solidFill>
                  <a:schemeClr val="accent1"/>
                </a:solidFill>
                <a:ln w="9525" cap="flat" cmpd="sng">
                  <a:solidFill>
                    <a:schemeClr val="dk1"/>
                  </a:solidFill>
                  <a:prstDash val="solid"/>
                  <a:miter lim="945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43" name="Google Shape;443;p26"/>
              <p:cNvSpPr/>
              <p:nvPr/>
            </p:nvSpPr>
            <p:spPr>
              <a:xfrm>
                <a:off x="698100" y="1366625"/>
                <a:ext cx="195250" cy="467375"/>
              </a:xfrm>
              <a:custGeom>
                <a:avLst/>
                <a:gdLst/>
                <a:ahLst/>
                <a:cxnLst/>
                <a:rect l="l" t="t" r="r" b="b"/>
                <a:pathLst>
                  <a:path w="7810" h="18695" extrusionOk="0">
                    <a:moveTo>
                      <a:pt x="5916" y="0"/>
                    </a:moveTo>
                    <a:lnTo>
                      <a:pt x="0" y="9939"/>
                    </a:lnTo>
                    <a:lnTo>
                      <a:pt x="7810" y="18695"/>
                    </a:lnTo>
                  </a:path>
                </a:pathLst>
              </a:custGeom>
              <a:noFill/>
              <a:ln w="9525" cap="flat" cmpd="sng">
                <a:solidFill>
                  <a:schemeClr val="dk1"/>
                </a:solidFill>
                <a:prstDash val="solid"/>
                <a:round/>
                <a:headEnd type="none" w="med" len="med"/>
                <a:tailEnd type="none" w="med" len="med"/>
              </a:ln>
            </p:spPr>
          </p:sp>
        </p:grpSp>
        <p:grpSp>
          <p:nvGrpSpPr>
            <p:cNvPr id="444" name="Google Shape;444;p26"/>
            <p:cNvGrpSpPr/>
            <p:nvPr/>
          </p:nvGrpSpPr>
          <p:grpSpPr>
            <a:xfrm>
              <a:off x="1195050" y="2449275"/>
              <a:ext cx="1713592" cy="857900"/>
              <a:chOff x="1195050" y="2449275"/>
              <a:chExt cx="1713592" cy="857900"/>
            </a:xfrm>
          </p:grpSpPr>
          <p:sp>
            <p:nvSpPr>
              <p:cNvPr id="445" name="Google Shape;445;p26"/>
              <p:cNvSpPr/>
              <p:nvPr/>
            </p:nvSpPr>
            <p:spPr>
              <a:xfrm>
                <a:off x="1195050" y="2449275"/>
                <a:ext cx="248400" cy="248400"/>
              </a:xfrm>
              <a:prstGeom prst="donut">
                <a:avLst>
                  <a:gd name="adj" fmla="val 25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 name="Google Shape;446;p26"/>
              <p:cNvSpPr/>
              <p:nvPr/>
            </p:nvSpPr>
            <p:spPr>
              <a:xfrm>
                <a:off x="1195050" y="2449275"/>
                <a:ext cx="248400" cy="248400"/>
              </a:xfrm>
              <a:prstGeom prst="blockArc">
                <a:avLst>
                  <a:gd name="adj1" fmla="val 8495047"/>
                  <a:gd name="adj2" fmla="val 16399518"/>
                  <a:gd name="adj3" fmla="val 24494"/>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 name="Google Shape;447;p26"/>
              <p:cNvSpPr/>
              <p:nvPr/>
            </p:nvSpPr>
            <p:spPr>
              <a:xfrm>
                <a:off x="1490225" y="2493250"/>
                <a:ext cx="353400" cy="222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 name="Google Shape;448;p26"/>
              <p:cNvSpPr/>
              <p:nvPr/>
            </p:nvSpPr>
            <p:spPr>
              <a:xfrm>
                <a:off x="1490225" y="2563784"/>
                <a:ext cx="353400" cy="222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 name="Google Shape;449;p26"/>
              <p:cNvSpPr/>
              <p:nvPr/>
            </p:nvSpPr>
            <p:spPr>
              <a:xfrm>
                <a:off x="1359750" y="2811950"/>
                <a:ext cx="955500" cy="222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 name="Google Shape;450;p26"/>
              <p:cNvSpPr/>
              <p:nvPr/>
            </p:nvSpPr>
            <p:spPr>
              <a:xfrm>
                <a:off x="2379742" y="2811950"/>
                <a:ext cx="121800" cy="222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 name="Google Shape;451;p26"/>
              <p:cNvSpPr/>
              <p:nvPr/>
            </p:nvSpPr>
            <p:spPr>
              <a:xfrm>
                <a:off x="2583292" y="2811950"/>
                <a:ext cx="121800" cy="222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 name="Google Shape;452;p26"/>
              <p:cNvSpPr/>
              <p:nvPr/>
            </p:nvSpPr>
            <p:spPr>
              <a:xfrm>
                <a:off x="2786842" y="2811950"/>
                <a:ext cx="121800" cy="222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 name="Google Shape;453;p26"/>
              <p:cNvSpPr/>
              <p:nvPr/>
            </p:nvSpPr>
            <p:spPr>
              <a:xfrm>
                <a:off x="1359750" y="2964325"/>
                <a:ext cx="955500" cy="222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 name="Google Shape;454;p26"/>
              <p:cNvSpPr/>
              <p:nvPr/>
            </p:nvSpPr>
            <p:spPr>
              <a:xfrm>
                <a:off x="2379742" y="2964325"/>
                <a:ext cx="121800" cy="222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 name="Google Shape;455;p26"/>
              <p:cNvSpPr/>
              <p:nvPr/>
            </p:nvSpPr>
            <p:spPr>
              <a:xfrm>
                <a:off x="2583292" y="2964325"/>
                <a:ext cx="121800" cy="222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 name="Google Shape;456;p26"/>
              <p:cNvSpPr/>
              <p:nvPr/>
            </p:nvSpPr>
            <p:spPr>
              <a:xfrm>
                <a:off x="2786842" y="2964325"/>
                <a:ext cx="121800" cy="222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 name="Google Shape;457;p26"/>
              <p:cNvSpPr/>
              <p:nvPr/>
            </p:nvSpPr>
            <p:spPr>
              <a:xfrm>
                <a:off x="1359750" y="3116700"/>
                <a:ext cx="955500" cy="222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 name="Google Shape;458;p26"/>
              <p:cNvSpPr/>
              <p:nvPr/>
            </p:nvSpPr>
            <p:spPr>
              <a:xfrm>
                <a:off x="2379742" y="3116700"/>
                <a:ext cx="121800" cy="222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 name="Google Shape;459;p26"/>
              <p:cNvSpPr/>
              <p:nvPr/>
            </p:nvSpPr>
            <p:spPr>
              <a:xfrm>
                <a:off x="2583292" y="3116700"/>
                <a:ext cx="121800" cy="222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 name="Google Shape;460;p26"/>
              <p:cNvSpPr/>
              <p:nvPr/>
            </p:nvSpPr>
            <p:spPr>
              <a:xfrm>
                <a:off x="2786842" y="3116700"/>
                <a:ext cx="121800" cy="222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 name="Google Shape;461;p26"/>
              <p:cNvSpPr/>
              <p:nvPr/>
            </p:nvSpPr>
            <p:spPr>
              <a:xfrm>
                <a:off x="1359750" y="3269075"/>
                <a:ext cx="955500" cy="222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 name="Google Shape;462;p26"/>
              <p:cNvSpPr/>
              <p:nvPr/>
            </p:nvSpPr>
            <p:spPr>
              <a:xfrm>
                <a:off x="2379742" y="3269075"/>
                <a:ext cx="121800" cy="222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 name="Google Shape;463;p26"/>
              <p:cNvSpPr/>
              <p:nvPr/>
            </p:nvSpPr>
            <p:spPr>
              <a:xfrm>
                <a:off x="2583292" y="3269075"/>
                <a:ext cx="121800" cy="222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 name="Google Shape;464;p26"/>
              <p:cNvSpPr/>
              <p:nvPr/>
            </p:nvSpPr>
            <p:spPr>
              <a:xfrm>
                <a:off x="2786842" y="3269075"/>
                <a:ext cx="121800" cy="222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 name="Google Shape;465;p26"/>
              <p:cNvSpPr/>
              <p:nvPr/>
            </p:nvSpPr>
            <p:spPr>
              <a:xfrm>
                <a:off x="1236725" y="2796050"/>
                <a:ext cx="986700" cy="54000"/>
              </a:xfrm>
              <a:prstGeom prst="rect">
                <a:avLst/>
              </a:prstGeom>
              <a:solidFill>
                <a:schemeClr val="lt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 name="Google Shape;466;p26"/>
              <p:cNvSpPr/>
              <p:nvPr/>
            </p:nvSpPr>
            <p:spPr>
              <a:xfrm>
                <a:off x="1236725" y="2948425"/>
                <a:ext cx="440400" cy="54000"/>
              </a:xfrm>
              <a:prstGeom prst="rect">
                <a:avLst/>
              </a:prstGeom>
              <a:solidFill>
                <a:schemeClr val="accent3"/>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 name="Google Shape;467;p26"/>
              <p:cNvSpPr/>
              <p:nvPr/>
            </p:nvSpPr>
            <p:spPr>
              <a:xfrm>
                <a:off x="1236725" y="3100800"/>
                <a:ext cx="619200" cy="54000"/>
              </a:xfrm>
              <a:prstGeom prst="rect">
                <a:avLst/>
              </a:pr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 name="Google Shape;468;p26"/>
              <p:cNvSpPr/>
              <p:nvPr/>
            </p:nvSpPr>
            <p:spPr>
              <a:xfrm>
                <a:off x="1236725" y="3253175"/>
                <a:ext cx="810300" cy="54000"/>
              </a:xfrm>
              <a:prstGeom prst="rect">
                <a:avLst/>
              </a:pr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01"/>
        <p:cNvGrpSpPr/>
        <p:nvPr/>
      </p:nvGrpSpPr>
      <p:grpSpPr>
        <a:xfrm>
          <a:off x="0" y="0"/>
          <a:ext cx="0" cy="0"/>
          <a:chOff x="0" y="0"/>
          <a:chExt cx="0" cy="0"/>
        </a:xfrm>
      </p:grpSpPr>
      <p:sp>
        <p:nvSpPr>
          <p:cNvPr id="602" name="Google Shape;602;p30"/>
          <p:cNvSpPr txBox="1">
            <a:spLocks noGrp="1"/>
          </p:cNvSpPr>
          <p:nvPr>
            <p:ph type="title"/>
          </p:nvPr>
        </p:nvSpPr>
        <p:spPr>
          <a:xfrm>
            <a:off x="446858" y="1769549"/>
            <a:ext cx="4195775" cy="2191156"/>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sz="3600" dirty="0">
                <a:latin typeface="Open Sans" panose="020B0606030504020204" pitchFamily="34" charset="0"/>
                <a:ea typeface="Open Sans" panose="020B0606030504020204" pitchFamily="34" charset="0"/>
                <a:cs typeface="Open Sans" panose="020B0606030504020204" pitchFamily="34" charset="0"/>
              </a:rPr>
              <a:t>Software Requirements Engineering (SRE)</a:t>
            </a:r>
            <a:endParaRPr dirty="0"/>
          </a:p>
        </p:txBody>
      </p:sp>
      <p:sp>
        <p:nvSpPr>
          <p:cNvPr id="603" name="Google Shape;603;p30"/>
          <p:cNvSpPr txBox="1">
            <a:spLocks noGrp="1"/>
          </p:cNvSpPr>
          <p:nvPr>
            <p:ph type="title" idx="2"/>
          </p:nvPr>
        </p:nvSpPr>
        <p:spPr>
          <a:xfrm>
            <a:off x="611143" y="1245570"/>
            <a:ext cx="1094700" cy="8418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01</a:t>
            </a:r>
            <a:endParaRPr dirty="0"/>
          </a:p>
        </p:txBody>
      </p:sp>
      <p:grpSp>
        <p:nvGrpSpPr>
          <p:cNvPr id="604" name="Google Shape;604;p30"/>
          <p:cNvGrpSpPr/>
          <p:nvPr/>
        </p:nvGrpSpPr>
        <p:grpSpPr>
          <a:xfrm>
            <a:off x="4650882" y="579112"/>
            <a:ext cx="4163279" cy="3520343"/>
            <a:chOff x="4650882" y="579112"/>
            <a:chExt cx="4163279" cy="3520343"/>
          </a:xfrm>
        </p:grpSpPr>
        <p:cxnSp>
          <p:nvCxnSpPr>
            <p:cNvPr id="605" name="Google Shape;605;p30"/>
            <p:cNvCxnSpPr/>
            <p:nvPr/>
          </p:nvCxnSpPr>
          <p:spPr>
            <a:xfrm rot="10800000" flipH="1">
              <a:off x="6811025" y="1213575"/>
              <a:ext cx="704700" cy="711000"/>
            </a:xfrm>
            <a:prstGeom prst="straightConnector1">
              <a:avLst/>
            </a:prstGeom>
            <a:noFill/>
            <a:ln w="9525" cap="flat" cmpd="sng">
              <a:solidFill>
                <a:schemeClr val="dk1"/>
              </a:solidFill>
              <a:prstDash val="solid"/>
              <a:round/>
              <a:headEnd type="none" w="med" len="med"/>
              <a:tailEnd type="none" w="med" len="med"/>
            </a:ln>
          </p:spPr>
        </p:cxnSp>
        <p:grpSp>
          <p:nvGrpSpPr>
            <p:cNvPr id="606" name="Google Shape;606;p30"/>
            <p:cNvGrpSpPr/>
            <p:nvPr/>
          </p:nvGrpSpPr>
          <p:grpSpPr>
            <a:xfrm>
              <a:off x="4937665" y="1388258"/>
              <a:ext cx="3876496" cy="2711197"/>
              <a:chOff x="5731926" y="1591700"/>
              <a:chExt cx="3294939" cy="2304460"/>
            </a:xfrm>
          </p:grpSpPr>
          <p:sp>
            <p:nvSpPr>
              <p:cNvPr id="607" name="Google Shape;607;p30"/>
              <p:cNvSpPr/>
              <p:nvPr/>
            </p:nvSpPr>
            <p:spPr>
              <a:xfrm>
                <a:off x="8136453" y="2411771"/>
                <a:ext cx="820698" cy="820729"/>
              </a:xfrm>
              <a:custGeom>
                <a:avLst/>
                <a:gdLst/>
                <a:ahLst/>
                <a:cxnLst/>
                <a:rect l="l" t="t" r="r" b="b"/>
                <a:pathLst>
                  <a:path w="12693" h="12693" extrusionOk="0">
                    <a:moveTo>
                      <a:pt x="1" y="12693"/>
                    </a:moveTo>
                    <a:lnTo>
                      <a:pt x="12693" y="1"/>
                    </a:lnTo>
                  </a:path>
                </a:pathLst>
              </a:custGeom>
              <a:solidFill>
                <a:srgbClr val="495F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8" name="Google Shape;608;p30"/>
              <p:cNvSpPr/>
              <p:nvPr/>
            </p:nvSpPr>
            <p:spPr>
              <a:xfrm>
                <a:off x="8136453" y="2411771"/>
                <a:ext cx="820698" cy="820729"/>
              </a:xfrm>
              <a:custGeom>
                <a:avLst/>
                <a:gdLst/>
                <a:ahLst/>
                <a:cxnLst/>
                <a:rect l="l" t="t" r="r" b="b"/>
                <a:pathLst>
                  <a:path w="12693" h="12693" fill="none" extrusionOk="0">
                    <a:moveTo>
                      <a:pt x="1" y="12693"/>
                    </a:moveTo>
                    <a:lnTo>
                      <a:pt x="12693" y="1"/>
                    </a:lnTo>
                  </a:path>
                </a:pathLst>
              </a:custGeom>
              <a:noFill/>
              <a:ln w="9525" cap="flat" cmpd="sng">
                <a:solidFill>
                  <a:schemeClr val="dk1"/>
                </a:solidFill>
                <a:prstDash val="solid"/>
                <a:miter lim="945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9" name="Google Shape;609;p30"/>
              <p:cNvSpPr/>
              <p:nvPr/>
            </p:nvSpPr>
            <p:spPr>
              <a:xfrm>
                <a:off x="5731926" y="2259046"/>
                <a:ext cx="2396013" cy="999773"/>
              </a:xfrm>
              <a:custGeom>
                <a:avLst/>
                <a:gdLst/>
                <a:ahLst/>
                <a:cxnLst/>
                <a:rect l="l" t="t" r="r" b="b"/>
                <a:pathLst>
                  <a:path w="37057" h="15462" fill="none" extrusionOk="0">
                    <a:moveTo>
                      <a:pt x="0" y="15263"/>
                    </a:moveTo>
                    <a:lnTo>
                      <a:pt x="19771" y="0"/>
                    </a:lnTo>
                    <a:lnTo>
                      <a:pt x="37056" y="15461"/>
                    </a:lnTo>
                  </a:path>
                </a:pathLst>
              </a:custGeom>
              <a:noFill/>
              <a:ln w="9525" cap="flat" cmpd="sng">
                <a:solidFill>
                  <a:schemeClr val="dk1"/>
                </a:solidFill>
                <a:prstDash val="solid"/>
                <a:miter lim="945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0" name="Google Shape;610;p30"/>
              <p:cNvSpPr/>
              <p:nvPr/>
            </p:nvSpPr>
            <p:spPr>
              <a:xfrm>
                <a:off x="6949190" y="2774121"/>
                <a:ext cx="113668" cy="1004105"/>
              </a:xfrm>
              <a:custGeom>
                <a:avLst/>
                <a:gdLst/>
                <a:ahLst/>
                <a:cxnLst/>
                <a:rect l="l" t="t" r="r" b="b"/>
                <a:pathLst>
                  <a:path w="1758" h="15529" extrusionOk="0">
                    <a:moveTo>
                      <a:pt x="0" y="1"/>
                    </a:moveTo>
                    <a:lnTo>
                      <a:pt x="0" y="15528"/>
                    </a:lnTo>
                    <a:lnTo>
                      <a:pt x="1758" y="15528"/>
                    </a:lnTo>
                    <a:lnTo>
                      <a:pt x="1758" y="1"/>
                    </a:lnTo>
                    <a:close/>
                  </a:path>
                </a:pathLst>
              </a:custGeom>
              <a:solidFill>
                <a:schemeClr val="lt2"/>
              </a:solidFill>
              <a:ln w="9525" cap="flat" cmpd="sng">
                <a:solidFill>
                  <a:schemeClr val="dk1"/>
                </a:solidFill>
                <a:prstDash val="solid"/>
                <a:miter lim="945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1" name="Google Shape;611;p30"/>
              <p:cNvSpPr/>
              <p:nvPr/>
            </p:nvSpPr>
            <p:spPr>
              <a:xfrm>
                <a:off x="6888088" y="3193370"/>
                <a:ext cx="235871" cy="702790"/>
              </a:xfrm>
              <a:custGeom>
                <a:avLst/>
                <a:gdLst/>
                <a:ahLst/>
                <a:cxnLst/>
                <a:rect l="l" t="t" r="r" b="b"/>
                <a:pathLst>
                  <a:path w="3648" h="10869" extrusionOk="0">
                    <a:moveTo>
                      <a:pt x="0" y="0"/>
                    </a:moveTo>
                    <a:lnTo>
                      <a:pt x="0" y="10868"/>
                    </a:lnTo>
                    <a:lnTo>
                      <a:pt x="3648" y="10868"/>
                    </a:lnTo>
                    <a:lnTo>
                      <a:pt x="3648" y="0"/>
                    </a:lnTo>
                    <a:close/>
                  </a:path>
                </a:pathLst>
              </a:custGeom>
              <a:solidFill>
                <a:schemeClr val="dk1"/>
              </a:solidFill>
              <a:ln w="9525" cap="flat" cmpd="sng">
                <a:solidFill>
                  <a:schemeClr val="dk1"/>
                </a:solidFill>
                <a:prstDash val="solid"/>
                <a:miter lim="945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2" name="Google Shape;612;p30"/>
              <p:cNvSpPr/>
              <p:nvPr/>
            </p:nvSpPr>
            <p:spPr>
              <a:xfrm>
                <a:off x="6888088" y="3101684"/>
                <a:ext cx="235871" cy="91753"/>
              </a:xfrm>
              <a:custGeom>
                <a:avLst/>
                <a:gdLst/>
                <a:ahLst/>
                <a:cxnLst/>
                <a:rect l="l" t="t" r="r" b="b"/>
                <a:pathLst>
                  <a:path w="3648" h="1419" extrusionOk="0">
                    <a:moveTo>
                      <a:pt x="0" y="0"/>
                    </a:moveTo>
                    <a:lnTo>
                      <a:pt x="0" y="1418"/>
                    </a:lnTo>
                    <a:lnTo>
                      <a:pt x="3648" y="1418"/>
                    </a:lnTo>
                    <a:lnTo>
                      <a:pt x="3648" y="0"/>
                    </a:lnTo>
                    <a:close/>
                  </a:path>
                </a:pathLst>
              </a:custGeom>
              <a:solidFill>
                <a:schemeClr val="accent3"/>
              </a:solidFill>
              <a:ln w="9525" cap="flat" cmpd="sng">
                <a:solidFill>
                  <a:schemeClr val="dk1"/>
                </a:solidFill>
                <a:prstDash val="solid"/>
                <a:miter lim="945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3" name="Google Shape;613;p30"/>
              <p:cNvSpPr/>
              <p:nvPr/>
            </p:nvSpPr>
            <p:spPr>
              <a:xfrm>
                <a:off x="6377801" y="1591700"/>
                <a:ext cx="1257006" cy="1257055"/>
              </a:xfrm>
              <a:custGeom>
                <a:avLst/>
                <a:gdLst/>
                <a:ahLst/>
                <a:cxnLst/>
                <a:rect l="l" t="t" r="r" b="b"/>
                <a:pathLst>
                  <a:path w="19441" h="19441" extrusionOk="0">
                    <a:moveTo>
                      <a:pt x="9716" y="1"/>
                    </a:moveTo>
                    <a:cubicBezTo>
                      <a:pt x="4348" y="1"/>
                      <a:pt x="1" y="4348"/>
                      <a:pt x="1" y="9716"/>
                    </a:cubicBezTo>
                    <a:cubicBezTo>
                      <a:pt x="1" y="15084"/>
                      <a:pt x="4348" y="19441"/>
                      <a:pt x="9716" y="19441"/>
                    </a:cubicBezTo>
                    <a:cubicBezTo>
                      <a:pt x="15084" y="19441"/>
                      <a:pt x="19441" y="15084"/>
                      <a:pt x="19441" y="9716"/>
                    </a:cubicBezTo>
                    <a:cubicBezTo>
                      <a:pt x="19441" y="4348"/>
                      <a:pt x="15084" y="1"/>
                      <a:pt x="9716" y="1"/>
                    </a:cubicBezTo>
                    <a:close/>
                  </a:path>
                </a:pathLst>
              </a:custGeom>
              <a:solidFill>
                <a:schemeClr val="accent2"/>
              </a:solidFill>
              <a:ln w="9525" cap="flat" cmpd="sng">
                <a:solidFill>
                  <a:schemeClr val="dk1"/>
                </a:solidFill>
                <a:prstDash val="solid"/>
                <a:miter lim="945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4" name="Google Shape;614;p30"/>
              <p:cNvSpPr/>
              <p:nvPr/>
            </p:nvSpPr>
            <p:spPr>
              <a:xfrm>
                <a:off x="6464573" y="1678472"/>
                <a:ext cx="1082884" cy="1082926"/>
              </a:xfrm>
              <a:custGeom>
                <a:avLst/>
                <a:gdLst/>
                <a:ahLst/>
                <a:cxnLst/>
                <a:rect l="l" t="t" r="r" b="b"/>
                <a:pathLst>
                  <a:path w="16748" h="16748" extrusionOk="0">
                    <a:moveTo>
                      <a:pt x="8374" y="1"/>
                    </a:moveTo>
                    <a:cubicBezTo>
                      <a:pt x="3753" y="1"/>
                      <a:pt x="1" y="3753"/>
                      <a:pt x="1" y="8374"/>
                    </a:cubicBezTo>
                    <a:cubicBezTo>
                      <a:pt x="1" y="12996"/>
                      <a:pt x="3753" y="16747"/>
                      <a:pt x="8374" y="16747"/>
                    </a:cubicBezTo>
                    <a:cubicBezTo>
                      <a:pt x="12995" y="16747"/>
                      <a:pt x="16747" y="12996"/>
                      <a:pt x="16747" y="8374"/>
                    </a:cubicBezTo>
                    <a:cubicBezTo>
                      <a:pt x="16747" y="3753"/>
                      <a:pt x="12995" y="1"/>
                      <a:pt x="8374" y="1"/>
                    </a:cubicBezTo>
                    <a:close/>
                  </a:path>
                </a:pathLst>
              </a:custGeom>
              <a:solidFill>
                <a:schemeClr val="accent3"/>
              </a:solidFill>
              <a:ln w="9525" cap="flat" cmpd="sng">
                <a:solidFill>
                  <a:schemeClr val="dk1"/>
                </a:solidFill>
                <a:prstDash val="solid"/>
                <a:miter lim="945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5" name="Google Shape;615;p30"/>
              <p:cNvSpPr/>
              <p:nvPr/>
            </p:nvSpPr>
            <p:spPr>
              <a:xfrm>
                <a:off x="8889920" y="2356811"/>
                <a:ext cx="136945" cy="136950"/>
              </a:xfrm>
              <a:custGeom>
                <a:avLst/>
                <a:gdLst/>
                <a:ahLst/>
                <a:cxnLst/>
                <a:rect l="l" t="t" r="r" b="b"/>
                <a:pathLst>
                  <a:path w="2118" h="2118" extrusionOk="0">
                    <a:moveTo>
                      <a:pt x="2117" y="0"/>
                    </a:moveTo>
                    <a:lnTo>
                      <a:pt x="0" y="38"/>
                    </a:lnTo>
                    <a:lnTo>
                      <a:pt x="2089" y="2117"/>
                    </a:lnTo>
                    <a:lnTo>
                      <a:pt x="2117" y="0"/>
                    </a:lnTo>
                    <a:close/>
                  </a:path>
                </a:pathLst>
              </a:custGeom>
              <a:solidFill>
                <a:schemeClr val="dk1"/>
              </a:solidFill>
              <a:ln w="9525" cap="flat" cmpd="sng">
                <a:solidFill>
                  <a:schemeClr val="dk1"/>
                </a:solidFill>
                <a:prstDash val="solid"/>
                <a:miter lim="945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6" name="Google Shape;616;p30"/>
              <p:cNvSpPr/>
              <p:nvPr/>
            </p:nvSpPr>
            <p:spPr>
              <a:xfrm>
                <a:off x="6624086" y="1823309"/>
                <a:ext cx="375854" cy="767579"/>
              </a:xfrm>
              <a:custGeom>
                <a:avLst/>
                <a:gdLst/>
                <a:ahLst/>
                <a:cxnLst/>
                <a:rect l="l" t="t" r="r" b="b"/>
                <a:pathLst>
                  <a:path w="5813" h="11871" extrusionOk="0">
                    <a:moveTo>
                      <a:pt x="5812" y="1"/>
                    </a:moveTo>
                    <a:cubicBezTo>
                      <a:pt x="2590" y="67"/>
                      <a:pt x="0" y="2694"/>
                      <a:pt x="0" y="5936"/>
                    </a:cubicBezTo>
                    <a:cubicBezTo>
                      <a:pt x="0" y="9168"/>
                      <a:pt x="2590" y="11795"/>
                      <a:pt x="5812" y="11871"/>
                    </a:cubicBezTo>
                    <a:lnTo>
                      <a:pt x="5812" y="1"/>
                    </a:lnTo>
                    <a:close/>
                  </a:path>
                </a:pathLst>
              </a:custGeom>
              <a:solidFill>
                <a:schemeClr val="accent1"/>
              </a:solidFill>
              <a:ln w="9525" cap="flat" cmpd="sng">
                <a:solidFill>
                  <a:schemeClr val="dk1"/>
                </a:solidFill>
                <a:prstDash val="solid"/>
                <a:miter lim="945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7" name="Google Shape;617;p30"/>
              <p:cNvSpPr/>
              <p:nvPr/>
            </p:nvSpPr>
            <p:spPr>
              <a:xfrm>
                <a:off x="6994968" y="2193611"/>
                <a:ext cx="392988" cy="397271"/>
              </a:xfrm>
              <a:custGeom>
                <a:avLst/>
                <a:gdLst/>
                <a:ahLst/>
                <a:cxnLst/>
                <a:rect l="l" t="t" r="r" b="b"/>
                <a:pathLst>
                  <a:path w="6078" h="6144" extrusionOk="0">
                    <a:moveTo>
                      <a:pt x="1" y="1"/>
                    </a:moveTo>
                    <a:lnTo>
                      <a:pt x="1" y="6144"/>
                    </a:lnTo>
                    <a:lnTo>
                      <a:pt x="143" y="6144"/>
                    </a:lnTo>
                    <a:cubicBezTo>
                      <a:pt x="3422" y="6144"/>
                      <a:pt x="6078" y="3488"/>
                      <a:pt x="6078" y="209"/>
                    </a:cubicBezTo>
                    <a:cubicBezTo>
                      <a:pt x="6078" y="143"/>
                      <a:pt x="6078" y="67"/>
                      <a:pt x="6078" y="1"/>
                    </a:cubicBezTo>
                    <a:close/>
                  </a:path>
                </a:pathLst>
              </a:custGeom>
              <a:solidFill>
                <a:schemeClr val="dk2"/>
              </a:solidFill>
              <a:ln w="9525" cap="flat" cmpd="sng">
                <a:solidFill>
                  <a:schemeClr val="dk1"/>
                </a:solidFill>
                <a:prstDash val="solid"/>
                <a:miter lim="945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8" name="Google Shape;618;p30"/>
              <p:cNvSpPr/>
              <p:nvPr/>
            </p:nvSpPr>
            <p:spPr>
              <a:xfrm>
                <a:off x="6994968" y="1822727"/>
                <a:ext cx="392988" cy="370954"/>
              </a:xfrm>
              <a:custGeom>
                <a:avLst/>
                <a:gdLst/>
                <a:ahLst/>
                <a:cxnLst/>
                <a:rect l="l" t="t" r="r" b="b"/>
                <a:pathLst>
                  <a:path w="6078" h="5737" extrusionOk="0">
                    <a:moveTo>
                      <a:pt x="143" y="0"/>
                    </a:moveTo>
                    <a:cubicBezTo>
                      <a:pt x="95" y="0"/>
                      <a:pt x="48" y="10"/>
                      <a:pt x="1" y="10"/>
                    </a:cubicBezTo>
                    <a:lnTo>
                      <a:pt x="1" y="5737"/>
                    </a:lnTo>
                    <a:lnTo>
                      <a:pt x="6078" y="5737"/>
                    </a:lnTo>
                    <a:cubicBezTo>
                      <a:pt x="5964" y="2552"/>
                      <a:pt x="3356" y="0"/>
                      <a:pt x="143" y="0"/>
                    </a:cubicBezTo>
                    <a:close/>
                  </a:path>
                </a:pathLst>
              </a:custGeom>
              <a:solidFill>
                <a:schemeClr val="dk1"/>
              </a:solidFill>
              <a:ln w="9525" cap="flat" cmpd="sng">
                <a:solidFill>
                  <a:schemeClr val="dk1"/>
                </a:solidFill>
                <a:prstDash val="solid"/>
                <a:miter lim="945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19" name="Google Shape;619;p30"/>
            <p:cNvGrpSpPr/>
            <p:nvPr/>
          </p:nvGrpSpPr>
          <p:grpSpPr>
            <a:xfrm>
              <a:off x="4650882" y="2899449"/>
              <a:ext cx="618706" cy="951917"/>
              <a:chOff x="3334313" y="1341356"/>
              <a:chExt cx="798434" cy="1228438"/>
            </a:xfrm>
          </p:grpSpPr>
          <p:sp>
            <p:nvSpPr>
              <p:cNvPr id="620" name="Google Shape;620;p30"/>
              <p:cNvSpPr/>
              <p:nvPr/>
            </p:nvSpPr>
            <p:spPr>
              <a:xfrm>
                <a:off x="3334313" y="1341356"/>
                <a:ext cx="798434" cy="999971"/>
              </a:xfrm>
              <a:custGeom>
                <a:avLst/>
                <a:gdLst/>
                <a:ahLst/>
                <a:cxnLst/>
                <a:rect l="l" t="t" r="r" b="b"/>
                <a:pathLst>
                  <a:path w="16152" h="20228" extrusionOk="0">
                    <a:moveTo>
                      <a:pt x="8144" y="1"/>
                    </a:moveTo>
                    <a:cubicBezTo>
                      <a:pt x="8069" y="1"/>
                      <a:pt x="7995" y="2"/>
                      <a:pt x="7920" y="4"/>
                    </a:cubicBezTo>
                    <a:cubicBezTo>
                      <a:pt x="3791" y="117"/>
                      <a:pt x="379" y="3444"/>
                      <a:pt x="152" y="7564"/>
                    </a:cubicBezTo>
                    <a:cubicBezTo>
                      <a:pt x="1" y="10305"/>
                      <a:pt x="1239" y="12762"/>
                      <a:pt x="3214" y="14312"/>
                    </a:cubicBezTo>
                    <a:cubicBezTo>
                      <a:pt x="3791" y="14765"/>
                      <a:pt x="4291" y="15323"/>
                      <a:pt x="4641" y="15966"/>
                    </a:cubicBezTo>
                    <a:cubicBezTo>
                      <a:pt x="4991" y="16589"/>
                      <a:pt x="5274" y="17393"/>
                      <a:pt x="5340" y="18357"/>
                    </a:cubicBezTo>
                    <a:lnTo>
                      <a:pt x="5340" y="20228"/>
                    </a:lnTo>
                    <a:lnTo>
                      <a:pt x="10945" y="20228"/>
                    </a:lnTo>
                    <a:lnTo>
                      <a:pt x="10954" y="18347"/>
                    </a:lnTo>
                    <a:cubicBezTo>
                      <a:pt x="11020" y="17383"/>
                      <a:pt x="11304" y="16599"/>
                      <a:pt x="11644" y="15966"/>
                    </a:cubicBezTo>
                    <a:cubicBezTo>
                      <a:pt x="12003" y="15314"/>
                      <a:pt x="12513" y="14756"/>
                      <a:pt x="13099" y="14293"/>
                    </a:cubicBezTo>
                    <a:cubicBezTo>
                      <a:pt x="14961" y="12828"/>
                      <a:pt x="16152" y="10560"/>
                      <a:pt x="16152" y="8008"/>
                    </a:cubicBezTo>
                    <a:cubicBezTo>
                      <a:pt x="16152" y="3584"/>
                      <a:pt x="12568" y="1"/>
                      <a:pt x="8144" y="1"/>
                    </a:cubicBezTo>
                    <a:close/>
                  </a:path>
                </a:pathLst>
              </a:custGeom>
              <a:solidFill>
                <a:schemeClr val="dk2"/>
              </a:solidFill>
              <a:ln w="9525" cap="flat" cmpd="sng">
                <a:solidFill>
                  <a:schemeClr val="dk1"/>
                </a:solidFill>
                <a:prstDash val="solid"/>
                <a:miter lim="945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1" name="Google Shape;621;p30"/>
              <p:cNvSpPr/>
              <p:nvPr/>
            </p:nvSpPr>
            <p:spPr>
              <a:xfrm>
                <a:off x="3625368" y="2491686"/>
                <a:ext cx="222891" cy="78107"/>
              </a:xfrm>
              <a:custGeom>
                <a:avLst/>
                <a:gdLst/>
                <a:ahLst/>
                <a:cxnLst/>
                <a:rect l="l" t="t" r="r" b="b"/>
                <a:pathLst>
                  <a:path w="4509" h="1580" extrusionOk="0">
                    <a:moveTo>
                      <a:pt x="1" y="1"/>
                    </a:moveTo>
                    <a:lnTo>
                      <a:pt x="1" y="1579"/>
                    </a:lnTo>
                    <a:lnTo>
                      <a:pt x="4509" y="1579"/>
                    </a:lnTo>
                    <a:lnTo>
                      <a:pt x="4509" y="1"/>
                    </a:lnTo>
                    <a:close/>
                  </a:path>
                </a:pathLst>
              </a:custGeom>
              <a:solidFill>
                <a:schemeClr val="accent1"/>
              </a:solidFill>
              <a:ln w="9525" cap="flat" cmpd="sng">
                <a:solidFill>
                  <a:schemeClr val="dk1"/>
                </a:solidFill>
                <a:prstDash val="solid"/>
                <a:miter lim="945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2" name="Google Shape;622;p30"/>
              <p:cNvSpPr/>
              <p:nvPr/>
            </p:nvSpPr>
            <p:spPr>
              <a:xfrm>
                <a:off x="3560415" y="2332410"/>
                <a:ext cx="353245" cy="177126"/>
              </a:xfrm>
              <a:custGeom>
                <a:avLst/>
                <a:gdLst/>
                <a:ahLst/>
                <a:cxnLst/>
                <a:rect l="l" t="t" r="r" b="b"/>
                <a:pathLst>
                  <a:path w="7146" h="3583" extrusionOk="0">
                    <a:moveTo>
                      <a:pt x="1" y="0"/>
                    </a:moveTo>
                    <a:lnTo>
                      <a:pt x="1" y="3582"/>
                    </a:lnTo>
                    <a:lnTo>
                      <a:pt x="7146" y="3582"/>
                    </a:lnTo>
                    <a:lnTo>
                      <a:pt x="7146" y="0"/>
                    </a:lnTo>
                    <a:close/>
                  </a:path>
                </a:pathLst>
              </a:custGeom>
              <a:solidFill>
                <a:schemeClr val="accent3"/>
              </a:solidFill>
              <a:ln w="9525" cap="flat" cmpd="sng">
                <a:solidFill>
                  <a:schemeClr val="dk1"/>
                </a:solidFill>
                <a:prstDash val="solid"/>
                <a:miter lim="945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3" name="Google Shape;623;p30"/>
              <p:cNvSpPr/>
              <p:nvPr/>
            </p:nvSpPr>
            <p:spPr>
              <a:xfrm>
                <a:off x="3546425" y="2360884"/>
                <a:ext cx="381273" cy="27634"/>
              </a:xfrm>
              <a:custGeom>
                <a:avLst/>
                <a:gdLst/>
                <a:ahLst/>
                <a:cxnLst/>
                <a:rect l="l" t="t" r="r" b="b"/>
                <a:pathLst>
                  <a:path w="7713" h="559" extrusionOk="0">
                    <a:moveTo>
                      <a:pt x="0" y="1"/>
                    </a:moveTo>
                    <a:lnTo>
                      <a:pt x="0" y="558"/>
                    </a:lnTo>
                    <a:lnTo>
                      <a:pt x="7712" y="558"/>
                    </a:lnTo>
                    <a:lnTo>
                      <a:pt x="771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4" name="Google Shape;624;p30"/>
              <p:cNvSpPr/>
              <p:nvPr/>
            </p:nvSpPr>
            <p:spPr>
              <a:xfrm>
                <a:off x="3546425" y="2407154"/>
                <a:ext cx="381273" cy="27585"/>
              </a:xfrm>
              <a:custGeom>
                <a:avLst/>
                <a:gdLst/>
                <a:ahLst/>
                <a:cxnLst/>
                <a:rect l="l" t="t" r="r" b="b"/>
                <a:pathLst>
                  <a:path w="7713" h="558" extrusionOk="0">
                    <a:moveTo>
                      <a:pt x="0" y="0"/>
                    </a:moveTo>
                    <a:lnTo>
                      <a:pt x="0" y="558"/>
                    </a:lnTo>
                    <a:lnTo>
                      <a:pt x="7712" y="558"/>
                    </a:lnTo>
                    <a:lnTo>
                      <a:pt x="771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5" name="Google Shape;625;p30"/>
              <p:cNvSpPr/>
              <p:nvPr/>
            </p:nvSpPr>
            <p:spPr>
              <a:xfrm>
                <a:off x="3546425" y="2453424"/>
                <a:ext cx="381273" cy="27585"/>
              </a:xfrm>
              <a:custGeom>
                <a:avLst/>
                <a:gdLst/>
                <a:ahLst/>
                <a:cxnLst/>
                <a:rect l="l" t="t" r="r" b="b"/>
                <a:pathLst>
                  <a:path w="7713" h="558" extrusionOk="0">
                    <a:moveTo>
                      <a:pt x="0" y="0"/>
                    </a:moveTo>
                    <a:lnTo>
                      <a:pt x="0" y="558"/>
                    </a:lnTo>
                    <a:lnTo>
                      <a:pt x="7712" y="558"/>
                    </a:lnTo>
                    <a:lnTo>
                      <a:pt x="771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6" name="Google Shape;626;p30"/>
              <p:cNvSpPr/>
              <p:nvPr/>
            </p:nvSpPr>
            <p:spPr>
              <a:xfrm>
                <a:off x="3502530" y="1574141"/>
                <a:ext cx="488195" cy="377090"/>
              </a:xfrm>
              <a:custGeom>
                <a:avLst/>
                <a:gdLst/>
                <a:ahLst/>
                <a:cxnLst/>
                <a:rect l="l" t="t" r="r" b="b"/>
                <a:pathLst>
                  <a:path w="9876" h="7628" fill="none" extrusionOk="0">
                    <a:moveTo>
                      <a:pt x="0" y="5435"/>
                    </a:moveTo>
                    <a:lnTo>
                      <a:pt x="1777" y="29"/>
                    </a:lnTo>
                    <a:lnTo>
                      <a:pt x="2826" y="7628"/>
                    </a:lnTo>
                    <a:lnTo>
                      <a:pt x="4801" y="1"/>
                    </a:lnTo>
                    <a:lnTo>
                      <a:pt x="6578" y="6333"/>
                    </a:lnTo>
                    <a:lnTo>
                      <a:pt x="8288" y="332"/>
                    </a:lnTo>
                    <a:lnTo>
                      <a:pt x="9876" y="5227"/>
                    </a:lnTo>
                  </a:path>
                </a:pathLst>
              </a:custGeom>
              <a:solidFill>
                <a:schemeClr val="dk2"/>
              </a:solidFill>
              <a:ln w="9525" cap="flat" cmpd="sng">
                <a:solidFill>
                  <a:schemeClr val="dk1"/>
                </a:solidFill>
                <a:prstDash val="solid"/>
                <a:miter lim="945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27" name="Google Shape;627;p30"/>
            <p:cNvGrpSpPr/>
            <p:nvPr/>
          </p:nvGrpSpPr>
          <p:grpSpPr>
            <a:xfrm>
              <a:off x="7362276" y="2911767"/>
              <a:ext cx="783686" cy="783610"/>
              <a:chOff x="276382" y="1174752"/>
              <a:chExt cx="895027" cy="894940"/>
            </a:xfrm>
          </p:grpSpPr>
          <p:grpSp>
            <p:nvGrpSpPr>
              <p:cNvPr id="628" name="Google Shape;628;p30"/>
              <p:cNvGrpSpPr/>
              <p:nvPr/>
            </p:nvGrpSpPr>
            <p:grpSpPr>
              <a:xfrm>
                <a:off x="276382" y="1174752"/>
                <a:ext cx="895027" cy="894940"/>
                <a:chOff x="2861096" y="3889198"/>
                <a:chExt cx="397772" cy="397716"/>
              </a:xfrm>
            </p:grpSpPr>
            <p:sp>
              <p:nvSpPr>
                <p:cNvPr id="629" name="Google Shape;629;p30"/>
                <p:cNvSpPr/>
                <p:nvPr/>
              </p:nvSpPr>
              <p:spPr>
                <a:xfrm>
                  <a:off x="2861096" y="3889198"/>
                  <a:ext cx="397772" cy="397716"/>
                </a:xfrm>
                <a:custGeom>
                  <a:avLst/>
                  <a:gdLst/>
                  <a:ahLst/>
                  <a:cxnLst/>
                  <a:rect l="l" t="t" r="r" b="b"/>
                  <a:pathLst>
                    <a:path w="7080" h="7079" extrusionOk="0">
                      <a:moveTo>
                        <a:pt x="3545" y="0"/>
                      </a:moveTo>
                      <a:cubicBezTo>
                        <a:pt x="1588" y="0"/>
                        <a:pt x="1" y="1588"/>
                        <a:pt x="1" y="3535"/>
                      </a:cubicBezTo>
                      <a:cubicBezTo>
                        <a:pt x="1" y="5491"/>
                        <a:pt x="1588" y="7079"/>
                        <a:pt x="3545" y="7079"/>
                      </a:cubicBezTo>
                      <a:cubicBezTo>
                        <a:pt x="5501" y="7079"/>
                        <a:pt x="7079" y="5491"/>
                        <a:pt x="7079" y="3535"/>
                      </a:cubicBezTo>
                      <a:cubicBezTo>
                        <a:pt x="7079" y="1588"/>
                        <a:pt x="5501" y="0"/>
                        <a:pt x="3545" y="0"/>
                      </a:cubicBezTo>
                      <a:close/>
                    </a:path>
                  </a:pathLst>
                </a:custGeom>
                <a:solidFill>
                  <a:schemeClr val="accent3"/>
                </a:solidFill>
                <a:ln w="9525" cap="flat" cmpd="sng">
                  <a:solidFill>
                    <a:schemeClr val="dk1"/>
                  </a:solidFill>
                  <a:prstDash val="solid"/>
                  <a:miter lim="945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0" name="Google Shape;630;p30"/>
                <p:cNvSpPr/>
                <p:nvPr/>
              </p:nvSpPr>
              <p:spPr>
                <a:xfrm>
                  <a:off x="2907821" y="3931467"/>
                  <a:ext cx="304332" cy="313132"/>
                </a:xfrm>
                <a:custGeom>
                  <a:avLst/>
                  <a:gdLst/>
                  <a:ahLst/>
                  <a:cxnLst/>
                  <a:rect l="l" t="t" r="r" b="b"/>
                  <a:pathLst>
                    <a:path w="4282" h="4282" extrusionOk="0">
                      <a:moveTo>
                        <a:pt x="2146" y="1"/>
                      </a:moveTo>
                      <a:cubicBezTo>
                        <a:pt x="964" y="1"/>
                        <a:pt x="0" y="955"/>
                        <a:pt x="0" y="2137"/>
                      </a:cubicBezTo>
                      <a:cubicBezTo>
                        <a:pt x="0" y="3327"/>
                        <a:pt x="964" y="4282"/>
                        <a:pt x="2146" y="4282"/>
                      </a:cubicBezTo>
                      <a:cubicBezTo>
                        <a:pt x="3327" y="4282"/>
                        <a:pt x="4281" y="3327"/>
                        <a:pt x="4281" y="2137"/>
                      </a:cubicBezTo>
                      <a:cubicBezTo>
                        <a:pt x="4281" y="955"/>
                        <a:pt x="3327" y="1"/>
                        <a:pt x="2146" y="1"/>
                      </a:cubicBezTo>
                      <a:close/>
                    </a:path>
                  </a:pathLst>
                </a:custGeom>
                <a:solidFill>
                  <a:schemeClr val="accent1"/>
                </a:solidFill>
                <a:ln w="9525" cap="flat" cmpd="sng">
                  <a:solidFill>
                    <a:schemeClr val="dk1"/>
                  </a:solidFill>
                  <a:prstDash val="solid"/>
                  <a:miter lim="945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31" name="Google Shape;631;p30"/>
              <p:cNvSpPr/>
              <p:nvPr/>
            </p:nvSpPr>
            <p:spPr>
              <a:xfrm>
                <a:off x="698100" y="1366625"/>
                <a:ext cx="195250" cy="467375"/>
              </a:xfrm>
              <a:custGeom>
                <a:avLst/>
                <a:gdLst/>
                <a:ahLst/>
                <a:cxnLst/>
                <a:rect l="l" t="t" r="r" b="b"/>
                <a:pathLst>
                  <a:path w="7810" h="18695" extrusionOk="0">
                    <a:moveTo>
                      <a:pt x="5916" y="0"/>
                    </a:moveTo>
                    <a:lnTo>
                      <a:pt x="0" y="9939"/>
                    </a:lnTo>
                    <a:lnTo>
                      <a:pt x="7810" y="18695"/>
                    </a:lnTo>
                  </a:path>
                </a:pathLst>
              </a:custGeom>
              <a:noFill/>
              <a:ln w="9525" cap="flat" cmpd="sng">
                <a:solidFill>
                  <a:schemeClr val="dk1"/>
                </a:solidFill>
                <a:prstDash val="solid"/>
                <a:round/>
                <a:headEnd type="none" w="med" len="med"/>
                <a:tailEnd type="none" w="med" len="med"/>
              </a:ln>
            </p:spPr>
          </p:sp>
        </p:grpSp>
        <p:grpSp>
          <p:nvGrpSpPr>
            <p:cNvPr id="632" name="Google Shape;632;p30"/>
            <p:cNvGrpSpPr/>
            <p:nvPr/>
          </p:nvGrpSpPr>
          <p:grpSpPr>
            <a:xfrm>
              <a:off x="7362272" y="579112"/>
              <a:ext cx="875462" cy="1033236"/>
              <a:chOff x="6768050" y="956250"/>
              <a:chExt cx="322525" cy="380650"/>
            </a:xfrm>
          </p:grpSpPr>
          <p:sp>
            <p:nvSpPr>
              <p:cNvPr id="633" name="Google Shape;633;p30"/>
              <p:cNvSpPr/>
              <p:nvPr/>
            </p:nvSpPr>
            <p:spPr>
              <a:xfrm>
                <a:off x="6768050" y="956250"/>
                <a:ext cx="322525" cy="380650"/>
              </a:xfrm>
              <a:custGeom>
                <a:avLst/>
                <a:gdLst/>
                <a:ahLst/>
                <a:cxnLst/>
                <a:rect l="l" t="t" r="r" b="b"/>
                <a:pathLst>
                  <a:path w="12901" h="15226" extrusionOk="0">
                    <a:moveTo>
                      <a:pt x="0" y="0"/>
                    </a:moveTo>
                    <a:lnTo>
                      <a:pt x="0" y="15225"/>
                    </a:lnTo>
                    <a:lnTo>
                      <a:pt x="12900" y="15225"/>
                    </a:lnTo>
                    <a:lnTo>
                      <a:pt x="12900" y="0"/>
                    </a:lnTo>
                    <a:close/>
                  </a:path>
                </a:pathLst>
              </a:custGeom>
              <a:solidFill>
                <a:schemeClr val="dk2"/>
              </a:solidFill>
              <a:ln w="9525" cap="flat" cmpd="sng">
                <a:solidFill>
                  <a:schemeClr val="dk1"/>
                </a:solidFill>
                <a:prstDash val="solid"/>
                <a:miter lim="945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4" name="Google Shape;634;p30"/>
              <p:cNvSpPr/>
              <p:nvPr/>
            </p:nvSpPr>
            <p:spPr>
              <a:xfrm>
                <a:off x="6768050" y="956250"/>
                <a:ext cx="322525" cy="107525"/>
              </a:xfrm>
              <a:custGeom>
                <a:avLst/>
                <a:gdLst/>
                <a:ahLst/>
                <a:cxnLst/>
                <a:rect l="l" t="t" r="r" b="b"/>
                <a:pathLst>
                  <a:path w="12901" h="4301" extrusionOk="0">
                    <a:moveTo>
                      <a:pt x="0" y="0"/>
                    </a:moveTo>
                    <a:lnTo>
                      <a:pt x="0" y="4300"/>
                    </a:lnTo>
                    <a:lnTo>
                      <a:pt x="12900" y="4300"/>
                    </a:lnTo>
                    <a:lnTo>
                      <a:pt x="12900" y="0"/>
                    </a:lnTo>
                    <a:close/>
                  </a:path>
                </a:pathLst>
              </a:custGeom>
              <a:solidFill>
                <a:schemeClr val="accent1"/>
              </a:solidFill>
              <a:ln w="9525" cap="flat" cmpd="sng">
                <a:solidFill>
                  <a:schemeClr val="dk1"/>
                </a:solidFill>
                <a:prstDash val="solid"/>
                <a:miter lim="945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5" name="Google Shape;635;p30"/>
              <p:cNvSpPr/>
              <p:nvPr/>
            </p:nvSpPr>
            <p:spPr>
              <a:xfrm>
                <a:off x="6865150" y="990975"/>
                <a:ext cx="33325" cy="4750"/>
              </a:xfrm>
              <a:custGeom>
                <a:avLst/>
                <a:gdLst/>
                <a:ahLst/>
                <a:cxnLst/>
                <a:rect l="l" t="t" r="r" b="b"/>
                <a:pathLst>
                  <a:path w="1333" h="190" extrusionOk="0">
                    <a:moveTo>
                      <a:pt x="0" y="1"/>
                    </a:moveTo>
                    <a:lnTo>
                      <a:pt x="0" y="190"/>
                    </a:lnTo>
                    <a:lnTo>
                      <a:pt x="1333" y="190"/>
                    </a:lnTo>
                    <a:lnTo>
                      <a:pt x="133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6" name="Google Shape;636;p30"/>
              <p:cNvSpPr/>
              <p:nvPr/>
            </p:nvSpPr>
            <p:spPr>
              <a:xfrm>
                <a:off x="6865150" y="999475"/>
                <a:ext cx="72800" cy="5000"/>
              </a:xfrm>
              <a:custGeom>
                <a:avLst/>
                <a:gdLst/>
                <a:ahLst/>
                <a:cxnLst/>
                <a:rect l="l" t="t" r="r" b="b"/>
                <a:pathLst>
                  <a:path w="2912" h="200" extrusionOk="0">
                    <a:moveTo>
                      <a:pt x="2911" y="1"/>
                    </a:moveTo>
                    <a:lnTo>
                      <a:pt x="0" y="10"/>
                    </a:lnTo>
                    <a:lnTo>
                      <a:pt x="0" y="199"/>
                    </a:lnTo>
                    <a:lnTo>
                      <a:pt x="2911" y="190"/>
                    </a:lnTo>
                    <a:lnTo>
                      <a:pt x="291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7" name="Google Shape;637;p30"/>
              <p:cNvSpPr/>
              <p:nvPr/>
            </p:nvSpPr>
            <p:spPr>
              <a:xfrm>
                <a:off x="6865150" y="1008000"/>
                <a:ext cx="72800" cy="4975"/>
              </a:xfrm>
              <a:custGeom>
                <a:avLst/>
                <a:gdLst/>
                <a:ahLst/>
                <a:cxnLst/>
                <a:rect l="l" t="t" r="r" b="b"/>
                <a:pathLst>
                  <a:path w="2912" h="199" extrusionOk="0">
                    <a:moveTo>
                      <a:pt x="2911" y="0"/>
                    </a:moveTo>
                    <a:lnTo>
                      <a:pt x="0" y="10"/>
                    </a:lnTo>
                    <a:lnTo>
                      <a:pt x="0" y="199"/>
                    </a:lnTo>
                    <a:lnTo>
                      <a:pt x="2911" y="189"/>
                    </a:lnTo>
                    <a:lnTo>
                      <a:pt x="291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8" name="Google Shape;638;p30"/>
              <p:cNvSpPr/>
              <p:nvPr/>
            </p:nvSpPr>
            <p:spPr>
              <a:xfrm>
                <a:off x="6797575" y="980100"/>
                <a:ext cx="44675" cy="44700"/>
              </a:xfrm>
              <a:custGeom>
                <a:avLst/>
                <a:gdLst/>
                <a:ahLst/>
                <a:cxnLst/>
                <a:rect l="l" t="t" r="r" b="b"/>
                <a:pathLst>
                  <a:path w="1787" h="1788" extrusionOk="0">
                    <a:moveTo>
                      <a:pt x="1" y="1"/>
                    </a:moveTo>
                    <a:lnTo>
                      <a:pt x="1" y="1787"/>
                    </a:lnTo>
                    <a:lnTo>
                      <a:pt x="1787" y="1787"/>
                    </a:lnTo>
                    <a:lnTo>
                      <a:pt x="1787" y="1"/>
                    </a:lnTo>
                    <a:close/>
                  </a:path>
                </a:pathLst>
              </a:custGeom>
              <a:solidFill>
                <a:schemeClr val="lt1"/>
              </a:solidFill>
              <a:ln w="9525" cap="flat" cmpd="sng">
                <a:solidFill>
                  <a:schemeClr val="dk1"/>
                </a:solidFill>
                <a:prstDash val="solid"/>
                <a:miter lim="945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39" name="Google Shape;639;p30"/>
            <p:cNvGrpSpPr/>
            <p:nvPr/>
          </p:nvGrpSpPr>
          <p:grpSpPr>
            <a:xfrm>
              <a:off x="7475713" y="965175"/>
              <a:ext cx="648575" cy="248400"/>
              <a:chOff x="1195050" y="2449275"/>
              <a:chExt cx="648575" cy="248400"/>
            </a:xfrm>
          </p:grpSpPr>
          <p:sp>
            <p:nvSpPr>
              <p:cNvPr id="640" name="Google Shape;640;p30"/>
              <p:cNvSpPr/>
              <p:nvPr/>
            </p:nvSpPr>
            <p:spPr>
              <a:xfrm>
                <a:off x="1195050" y="2449275"/>
                <a:ext cx="248400" cy="248400"/>
              </a:xfrm>
              <a:prstGeom prst="donut">
                <a:avLst>
                  <a:gd name="adj" fmla="val 25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1" name="Google Shape;641;p30"/>
              <p:cNvSpPr/>
              <p:nvPr/>
            </p:nvSpPr>
            <p:spPr>
              <a:xfrm>
                <a:off x="1195050" y="2449275"/>
                <a:ext cx="248400" cy="248400"/>
              </a:xfrm>
              <a:prstGeom prst="blockArc">
                <a:avLst>
                  <a:gd name="adj1" fmla="val 8495047"/>
                  <a:gd name="adj2" fmla="val 16399518"/>
                  <a:gd name="adj3" fmla="val 24494"/>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2" name="Google Shape;642;p30"/>
              <p:cNvSpPr/>
              <p:nvPr/>
            </p:nvSpPr>
            <p:spPr>
              <a:xfrm>
                <a:off x="1490225" y="2493250"/>
                <a:ext cx="353400" cy="222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3" name="Google Shape;643;p30"/>
              <p:cNvSpPr/>
              <p:nvPr/>
            </p:nvSpPr>
            <p:spPr>
              <a:xfrm>
                <a:off x="1490225" y="2563784"/>
                <a:ext cx="353400" cy="222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44" name="Google Shape;644;p30"/>
            <p:cNvGrpSpPr/>
            <p:nvPr/>
          </p:nvGrpSpPr>
          <p:grpSpPr>
            <a:xfrm>
              <a:off x="7475713" y="1284850"/>
              <a:ext cx="648575" cy="248400"/>
              <a:chOff x="1195050" y="2449275"/>
              <a:chExt cx="648575" cy="248400"/>
            </a:xfrm>
          </p:grpSpPr>
          <p:sp>
            <p:nvSpPr>
              <p:cNvPr id="645" name="Google Shape;645;p30"/>
              <p:cNvSpPr/>
              <p:nvPr/>
            </p:nvSpPr>
            <p:spPr>
              <a:xfrm>
                <a:off x="1195050" y="2449275"/>
                <a:ext cx="248400" cy="248400"/>
              </a:xfrm>
              <a:prstGeom prst="donut">
                <a:avLst>
                  <a:gd name="adj" fmla="val 25000"/>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6" name="Google Shape;646;p30"/>
              <p:cNvSpPr/>
              <p:nvPr/>
            </p:nvSpPr>
            <p:spPr>
              <a:xfrm>
                <a:off x="1195050" y="2449275"/>
                <a:ext cx="248400" cy="248400"/>
              </a:xfrm>
              <a:prstGeom prst="blockArc">
                <a:avLst>
                  <a:gd name="adj1" fmla="val 8495047"/>
                  <a:gd name="adj2" fmla="val 16399518"/>
                  <a:gd name="adj3" fmla="val 24494"/>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7" name="Google Shape;647;p30"/>
              <p:cNvSpPr/>
              <p:nvPr/>
            </p:nvSpPr>
            <p:spPr>
              <a:xfrm>
                <a:off x="1490225" y="2493250"/>
                <a:ext cx="353400" cy="222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8" name="Google Shape;648;p30"/>
              <p:cNvSpPr/>
              <p:nvPr/>
            </p:nvSpPr>
            <p:spPr>
              <a:xfrm>
                <a:off x="1490225" y="2563784"/>
                <a:ext cx="353400" cy="222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2"/>
        <p:cNvGrpSpPr/>
        <p:nvPr/>
      </p:nvGrpSpPr>
      <p:grpSpPr>
        <a:xfrm>
          <a:off x="0" y="0"/>
          <a:ext cx="0" cy="0"/>
          <a:chOff x="0" y="0"/>
          <a:chExt cx="0" cy="0"/>
        </a:xfrm>
      </p:grpSpPr>
      <p:sp>
        <p:nvSpPr>
          <p:cNvPr id="73" name="Google Shape;73;p17"/>
          <p:cNvSpPr txBox="1">
            <a:spLocks noGrp="1"/>
          </p:cNvSpPr>
          <p:nvPr>
            <p:ph type="title"/>
          </p:nvPr>
        </p:nvSpPr>
        <p:spPr>
          <a:xfrm>
            <a:off x="499307" y="309688"/>
            <a:ext cx="8238900" cy="561600"/>
          </a:xfrm>
          <a:prstGeom prst="rect">
            <a:avLst/>
          </a:prstGeom>
          <a:ln>
            <a:noFill/>
          </a:ln>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n" dirty="0"/>
              <a:t>SDLC cycle </a:t>
            </a:r>
            <a:endParaRPr dirty="0"/>
          </a:p>
        </p:txBody>
      </p:sp>
      <p:sp>
        <p:nvSpPr>
          <p:cNvPr id="74" name="Google Shape;74;p17"/>
          <p:cNvSpPr txBox="1"/>
          <p:nvPr/>
        </p:nvSpPr>
        <p:spPr>
          <a:xfrm>
            <a:off x="3072000" y="4841650"/>
            <a:ext cx="3000000" cy="166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800">
                <a:solidFill>
                  <a:schemeClr val="dk1"/>
                </a:solidFill>
                <a:latin typeface="Montserrat"/>
                <a:ea typeface="Montserrat"/>
                <a:cs typeface="Montserrat"/>
                <a:sym typeface="Montserrat"/>
              </a:rPr>
              <a:t>This template has been created by </a:t>
            </a:r>
            <a:r>
              <a:rPr lang="en" sz="800" b="1">
                <a:solidFill>
                  <a:schemeClr val="dk1"/>
                </a:solidFill>
                <a:uFill>
                  <a:noFill/>
                </a:uFill>
                <a:latin typeface="Montserrat"/>
                <a:ea typeface="Montserrat"/>
                <a:cs typeface="Montserrat"/>
                <a:sym typeface="Montserrat"/>
                <a:hlinkClick r:id="rId3">
                  <a:extLst>
                    <a:ext uri="{A12FA001-AC4F-418D-AE19-62706E023703}">
                      <ahyp:hlinkClr xmlns:ahyp="http://schemas.microsoft.com/office/drawing/2018/hyperlinkcolor" val="tx"/>
                    </a:ext>
                  </a:extLst>
                </a:hlinkClick>
              </a:rPr>
              <a:t>Slidesgo</a:t>
            </a:r>
            <a:endParaRPr sz="800" b="1">
              <a:solidFill>
                <a:schemeClr val="dk1"/>
              </a:solidFill>
              <a:latin typeface="Montserrat"/>
              <a:ea typeface="Montserrat"/>
              <a:cs typeface="Montserrat"/>
              <a:sym typeface="Montserrat"/>
            </a:endParaRPr>
          </a:p>
        </p:txBody>
      </p:sp>
      <p:grpSp>
        <p:nvGrpSpPr>
          <p:cNvPr id="75" name="Google Shape;75;p17"/>
          <p:cNvGrpSpPr/>
          <p:nvPr/>
        </p:nvGrpSpPr>
        <p:grpSpPr>
          <a:xfrm>
            <a:off x="485158" y="1052545"/>
            <a:ext cx="3289001" cy="3541291"/>
            <a:chOff x="452550" y="1084177"/>
            <a:chExt cx="3289001" cy="3541291"/>
          </a:xfrm>
        </p:grpSpPr>
        <p:sp>
          <p:nvSpPr>
            <p:cNvPr id="76" name="Google Shape;76;p17"/>
            <p:cNvSpPr/>
            <p:nvPr/>
          </p:nvSpPr>
          <p:spPr>
            <a:xfrm>
              <a:off x="611647" y="3269297"/>
              <a:ext cx="1487603" cy="1223617"/>
            </a:xfrm>
            <a:custGeom>
              <a:avLst/>
              <a:gdLst/>
              <a:ahLst/>
              <a:cxnLst/>
              <a:rect l="l" t="t" r="r" b="b"/>
              <a:pathLst>
                <a:path w="1231969" h="1013347" extrusionOk="0">
                  <a:moveTo>
                    <a:pt x="610257" y="123710"/>
                  </a:moveTo>
                  <a:lnTo>
                    <a:pt x="680361" y="78847"/>
                  </a:lnTo>
                  <a:cubicBezTo>
                    <a:pt x="697315" y="67989"/>
                    <a:pt x="690934" y="41795"/>
                    <a:pt x="670836" y="39985"/>
                  </a:cubicBezTo>
                  <a:lnTo>
                    <a:pt x="218589" y="76"/>
                  </a:lnTo>
                  <a:cubicBezTo>
                    <a:pt x="209540" y="-686"/>
                    <a:pt x="200968" y="4362"/>
                    <a:pt x="197348" y="12744"/>
                  </a:cubicBezTo>
                  <a:lnTo>
                    <a:pt x="1800" y="467277"/>
                  </a:lnTo>
                  <a:cubicBezTo>
                    <a:pt x="-6392" y="486422"/>
                    <a:pt x="15040" y="504615"/>
                    <a:pt x="32566" y="493375"/>
                  </a:cubicBezTo>
                  <a:lnTo>
                    <a:pt x="118767" y="438130"/>
                  </a:lnTo>
                  <a:cubicBezTo>
                    <a:pt x="377561" y="804652"/>
                    <a:pt x="788374" y="1006773"/>
                    <a:pt x="1209951" y="1013345"/>
                  </a:cubicBezTo>
                  <a:cubicBezTo>
                    <a:pt x="1222333" y="1013536"/>
                    <a:pt x="1232430" y="1003154"/>
                    <a:pt x="1231954" y="990676"/>
                  </a:cubicBezTo>
                  <a:cubicBezTo>
                    <a:pt x="1231477" y="977246"/>
                    <a:pt x="1230906" y="963815"/>
                    <a:pt x="1230335" y="950290"/>
                  </a:cubicBezTo>
                  <a:cubicBezTo>
                    <a:pt x="1222905" y="784079"/>
                    <a:pt x="1215476" y="617867"/>
                    <a:pt x="1207951" y="451656"/>
                  </a:cubicBezTo>
                  <a:cubicBezTo>
                    <a:pt x="1207474" y="440607"/>
                    <a:pt x="1198711" y="431463"/>
                    <a:pt x="1187567" y="430891"/>
                  </a:cubicBezTo>
                  <a:cubicBezTo>
                    <a:pt x="965539" y="418890"/>
                    <a:pt x="751703" y="311734"/>
                    <a:pt x="610162" y="123520"/>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000000"/>
                </a:solidFill>
                <a:latin typeface="Arial"/>
                <a:ea typeface="Arial"/>
                <a:cs typeface="Arial"/>
                <a:sym typeface="Arial"/>
              </a:endParaRPr>
            </a:p>
          </p:txBody>
        </p:sp>
        <p:sp>
          <p:nvSpPr>
            <p:cNvPr id="77" name="Google Shape;77;p17"/>
            <p:cNvSpPr/>
            <p:nvPr/>
          </p:nvSpPr>
          <p:spPr>
            <a:xfrm>
              <a:off x="1824702" y="3336007"/>
              <a:ext cx="1694820" cy="1289461"/>
            </a:xfrm>
            <a:custGeom>
              <a:avLst/>
              <a:gdLst/>
              <a:ahLst/>
              <a:cxnLst/>
              <a:rect l="l" t="t" r="r" b="b"/>
              <a:pathLst>
                <a:path w="1403578" h="1067877" extrusionOk="0">
                  <a:moveTo>
                    <a:pt x="1392179" y="253096"/>
                  </a:moveTo>
                  <a:cubicBezTo>
                    <a:pt x="1376368" y="244714"/>
                    <a:pt x="1360556" y="236333"/>
                    <a:pt x="1344745" y="228141"/>
                  </a:cubicBezTo>
                  <a:cubicBezTo>
                    <a:pt x="1200250" y="152893"/>
                    <a:pt x="1055661" y="77741"/>
                    <a:pt x="911167" y="2494"/>
                  </a:cubicBezTo>
                  <a:cubicBezTo>
                    <a:pt x="901165" y="-2745"/>
                    <a:pt x="888688" y="493"/>
                    <a:pt x="882687" y="10114"/>
                  </a:cubicBezTo>
                  <a:cubicBezTo>
                    <a:pt x="823632" y="105554"/>
                    <a:pt x="742955" y="189565"/>
                    <a:pt x="642181" y="254144"/>
                  </a:cubicBezTo>
                  <a:cubicBezTo>
                    <a:pt x="536834" y="321676"/>
                    <a:pt x="421296" y="360348"/>
                    <a:pt x="304805" y="372445"/>
                  </a:cubicBezTo>
                  <a:lnTo>
                    <a:pt x="304138" y="360824"/>
                  </a:lnTo>
                  <a:lnTo>
                    <a:pt x="299566" y="277671"/>
                  </a:lnTo>
                  <a:cubicBezTo>
                    <a:pt x="298423" y="257573"/>
                    <a:pt x="272515" y="250239"/>
                    <a:pt x="261085" y="266813"/>
                  </a:cubicBezTo>
                  <a:lnTo>
                    <a:pt x="3720" y="640764"/>
                  </a:lnTo>
                  <a:cubicBezTo>
                    <a:pt x="-1424" y="648289"/>
                    <a:pt x="-1233" y="658290"/>
                    <a:pt x="4291" y="665529"/>
                  </a:cubicBezTo>
                  <a:lnTo>
                    <a:pt x="303662" y="1059483"/>
                  </a:lnTo>
                  <a:cubicBezTo>
                    <a:pt x="316235" y="1076056"/>
                    <a:pt x="342715" y="1066341"/>
                    <a:pt x="341572" y="1045577"/>
                  </a:cubicBezTo>
                  <a:lnTo>
                    <a:pt x="336523" y="953374"/>
                  </a:lnTo>
                  <a:cubicBezTo>
                    <a:pt x="551503" y="935944"/>
                    <a:pt x="765434" y="867173"/>
                    <a:pt x="959649" y="742681"/>
                  </a:cubicBezTo>
                  <a:cubicBezTo>
                    <a:pt x="1147387" y="622286"/>
                    <a:pt x="1295596" y="463504"/>
                    <a:pt x="1400656" y="283196"/>
                  </a:cubicBezTo>
                  <a:cubicBezTo>
                    <a:pt x="1406848" y="272527"/>
                    <a:pt x="1402847" y="258907"/>
                    <a:pt x="1391989" y="253096"/>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000000"/>
                </a:solidFill>
                <a:latin typeface="Arial"/>
                <a:ea typeface="Arial"/>
                <a:cs typeface="Arial"/>
                <a:sym typeface="Arial"/>
              </a:endParaRPr>
            </a:p>
          </p:txBody>
        </p:sp>
        <p:grpSp>
          <p:nvGrpSpPr>
            <p:cNvPr id="78" name="Google Shape;78;p17"/>
            <p:cNvGrpSpPr/>
            <p:nvPr/>
          </p:nvGrpSpPr>
          <p:grpSpPr>
            <a:xfrm>
              <a:off x="2849908" y="2004901"/>
              <a:ext cx="891643" cy="1735009"/>
              <a:chOff x="2693647" y="1890094"/>
              <a:chExt cx="737932" cy="1435909"/>
            </a:xfrm>
          </p:grpSpPr>
          <p:sp>
            <p:nvSpPr>
              <p:cNvPr id="79" name="Google Shape;79;p17"/>
              <p:cNvSpPr/>
              <p:nvPr/>
            </p:nvSpPr>
            <p:spPr>
              <a:xfrm>
                <a:off x="2742437" y="1890094"/>
                <a:ext cx="689142" cy="1291738"/>
              </a:xfrm>
              <a:custGeom>
                <a:avLst/>
                <a:gdLst/>
                <a:ahLst/>
                <a:cxnLst/>
                <a:rect l="l" t="t" r="r" b="b"/>
                <a:pathLst>
                  <a:path w="689142" h="1291738" extrusionOk="0">
                    <a:moveTo>
                      <a:pt x="260385" y="136059"/>
                    </a:moveTo>
                    <a:lnTo>
                      <a:pt x="10068" y="296555"/>
                    </a:lnTo>
                    <a:cubicBezTo>
                      <a:pt x="448" y="302746"/>
                      <a:pt x="-2886" y="315319"/>
                      <a:pt x="2734" y="325321"/>
                    </a:cubicBezTo>
                    <a:cubicBezTo>
                      <a:pt x="124464" y="542205"/>
                      <a:pt x="130750" y="795760"/>
                      <a:pt x="38072" y="1011025"/>
                    </a:cubicBezTo>
                    <a:cubicBezTo>
                      <a:pt x="33595" y="1021408"/>
                      <a:pt x="38072" y="1033504"/>
                      <a:pt x="48073" y="1038743"/>
                    </a:cubicBezTo>
                    <a:cubicBezTo>
                      <a:pt x="208474" y="1122277"/>
                      <a:pt x="368971" y="1205716"/>
                      <a:pt x="529372" y="1289251"/>
                    </a:cubicBezTo>
                    <a:cubicBezTo>
                      <a:pt x="540325" y="1294966"/>
                      <a:pt x="553851" y="1290489"/>
                      <a:pt x="559090" y="1279345"/>
                    </a:cubicBezTo>
                    <a:cubicBezTo>
                      <a:pt x="744541" y="885200"/>
                      <a:pt x="736921" y="410474"/>
                      <a:pt x="502225" y="10615"/>
                    </a:cubicBezTo>
                    <a:cubicBezTo>
                      <a:pt x="496034" y="42"/>
                      <a:pt x="482128" y="-3197"/>
                      <a:pt x="471745" y="3471"/>
                    </a:cubicBezTo>
                    <a:cubicBezTo>
                      <a:pt x="401641" y="48334"/>
                      <a:pt x="330109" y="91387"/>
                      <a:pt x="260385" y="136154"/>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000000"/>
                  </a:solidFill>
                  <a:latin typeface="Arial"/>
                  <a:ea typeface="Arial"/>
                  <a:cs typeface="Arial"/>
                  <a:sym typeface="Arial"/>
                </a:endParaRPr>
              </a:p>
            </p:txBody>
          </p:sp>
          <p:sp>
            <p:nvSpPr>
              <p:cNvPr id="80" name="Google Shape;80;p17"/>
              <p:cNvSpPr/>
              <p:nvPr/>
            </p:nvSpPr>
            <p:spPr>
              <a:xfrm>
                <a:off x="2693647" y="2872483"/>
                <a:ext cx="725919" cy="453520"/>
              </a:xfrm>
              <a:custGeom>
                <a:avLst/>
                <a:gdLst/>
                <a:ahLst/>
                <a:cxnLst/>
                <a:rect l="l" t="t" r="r" b="b"/>
                <a:pathLst>
                  <a:path w="725919" h="453520" extrusionOk="0">
                    <a:moveTo>
                      <a:pt x="104864" y="40637"/>
                    </a:moveTo>
                    <a:lnTo>
                      <a:pt x="30855" y="2442"/>
                    </a:lnTo>
                    <a:cubicBezTo>
                      <a:pt x="12948" y="-6797"/>
                      <a:pt x="-6483" y="11872"/>
                      <a:pt x="2089" y="30160"/>
                    </a:cubicBezTo>
                    <a:lnTo>
                      <a:pt x="194399" y="441354"/>
                    </a:lnTo>
                    <a:cubicBezTo>
                      <a:pt x="198304" y="449641"/>
                      <a:pt x="206972" y="454498"/>
                      <a:pt x="216021" y="453355"/>
                    </a:cubicBezTo>
                    <a:lnTo>
                      <a:pt x="707320" y="394586"/>
                    </a:lnTo>
                    <a:cubicBezTo>
                      <a:pt x="727990" y="392110"/>
                      <a:pt x="732943" y="364392"/>
                      <a:pt x="714464" y="354867"/>
                    </a:cubicBezTo>
                    <a:lnTo>
                      <a:pt x="104864" y="40637"/>
                    </a:lnTo>
                    <a:close/>
                  </a:path>
                </a:pathLst>
              </a:cu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000000"/>
                  </a:solidFill>
                  <a:latin typeface="Arial"/>
                  <a:ea typeface="Arial"/>
                  <a:cs typeface="Arial"/>
                  <a:sym typeface="Arial"/>
                </a:endParaRPr>
              </a:p>
            </p:txBody>
          </p:sp>
        </p:grpSp>
        <p:grpSp>
          <p:nvGrpSpPr>
            <p:cNvPr id="81" name="Google Shape;81;p17"/>
            <p:cNvGrpSpPr/>
            <p:nvPr/>
          </p:nvGrpSpPr>
          <p:grpSpPr>
            <a:xfrm>
              <a:off x="2043333" y="1204636"/>
              <a:ext cx="1512573" cy="1239728"/>
              <a:chOff x="2026118" y="1227788"/>
              <a:chExt cx="1251819" cy="1026010"/>
            </a:xfrm>
          </p:grpSpPr>
          <p:sp>
            <p:nvSpPr>
              <p:cNvPr id="82" name="Google Shape;82;p17"/>
              <p:cNvSpPr/>
              <p:nvPr/>
            </p:nvSpPr>
            <p:spPr>
              <a:xfrm>
                <a:off x="2026118" y="1227788"/>
                <a:ext cx="1156388" cy="901053"/>
              </a:xfrm>
              <a:custGeom>
                <a:avLst/>
                <a:gdLst/>
                <a:ahLst/>
                <a:cxnLst/>
                <a:rect l="l" t="t" r="r" b="b"/>
                <a:pathLst>
                  <a:path w="1156388" h="901053" extrusionOk="0">
                    <a:moveTo>
                      <a:pt x="46112" y="591481"/>
                    </a:moveTo>
                    <a:cubicBezTo>
                      <a:pt x="278808" y="592529"/>
                      <a:pt x="506550" y="698352"/>
                      <a:pt x="656283" y="892757"/>
                    </a:cubicBezTo>
                    <a:cubicBezTo>
                      <a:pt x="663141" y="901615"/>
                      <a:pt x="675714" y="903616"/>
                      <a:pt x="685144" y="897615"/>
                    </a:cubicBezTo>
                    <a:lnTo>
                      <a:pt x="997945" y="697114"/>
                    </a:lnTo>
                    <a:lnTo>
                      <a:pt x="1146345" y="601959"/>
                    </a:lnTo>
                    <a:cubicBezTo>
                      <a:pt x="1156727" y="595291"/>
                      <a:pt x="1159584" y="581194"/>
                      <a:pt x="1152441" y="571098"/>
                    </a:cubicBezTo>
                    <a:cubicBezTo>
                      <a:pt x="884693" y="194860"/>
                      <a:pt x="456163" y="-6689"/>
                      <a:pt x="21347" y="169"/>
                    </a:cubicBezTo>
                    <a:cubicBezTo>
                      <a:pt x="9250" y="360"/>
                      <a:pt x="-370" y="10647"/>
                      <a:pt x="11" y="22744"/>
                    </a:cubicBezTo>
                    <a:cubicBezTo>
                      <a:pt x="868" y="45794"/>
                      <a:pt x="1725" y="68749"/>
                      <a:pt x="2773" y="91705"/>
                    </a:cubicBezTo>
                    <a:cubicBezTo>
                      <a:pt x="10012" y="251344"/>
                      <a:pt x="17251" y="410983"/>
                      <a:pt x="24490" y="570622"/>
                    </a:cubicBezTo>
                    <a:cubicBezTo>
                      <a:pt x="24966" y="582147"/>
                      <a:pt x="34396" y="591386"/>
                      <a:pt x="45922" y="591481"/>
                    </a:cubicBezTo>
                    <a:close/>
                  </a:path>
                </a:pathLst>
              </a:custGeom>
              <a:solidFill>
                <a:schemeClr val="l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000000"/>
                  </a:solidFill>
                  <a:latin typeface="Arial"/>
                  <a:ea typeface="Arial"/>
                  <a:cs typeface="Arial"/>
                  <a:sym typeface="Arial"/>
                </a:endParaRPr>
              </a:p>
            </p:txBody>
          </p:sp>
          <p:sp>
            <p:nvSpPr>
              <p:cNvPr id="83" name="Google Shape;83;p17"/>
              <p:cNvSpPr/>
              <p:nvPr/>
            </p:nvSpPr>
            <p:spPr>
              <a:xfrm>
                <a:off x="2585978" y="1757785"/>
                <a:ext cx="691959" cy="496013"/>
              </a:xfrm>
              <a:custGeom>
                <a:avLst/>
                <a:gdLst/>
                <a:ahLst/>
                <a:cxnLst/>
                <a:rect l="l" t="t" r="r" b="b"/>
                <a:pathLst>
                  <a:path w="691959" h="496013" extrusionOk="0">
                    <a:moveTo>
                      <a:pt x="80136" y="370666"/>
                    </a:moveTo>
                    <a:lnTo>
                      <a:pt x="9841" y="415243"/>
                    </a:lnTo>
                    <a:cubicBezTo>
                      <a:pt x="-7209" y="426006"/>
                      <a:pt x="-827" y="452200"/>
                      <a:pt x="19175" y="454105"/>
                    </a:cubicBezTo>
                    <a:lnTo>
                      <a:pt x="471232" y="495919"/>
                    </a:lnTo>
                    <a:cubicBezTo>
                      <a:pt x="480281" y="496777"/>
                      <a:pt x="488853" y="491728"/>
                      <a:pt x="492568" y="483346"/>
                    </a:cubicBezTo>
                    <a:lnTo>
                      <a:pt x="690117" y="29671"/>
                    </a:lnTo>
                    <a:cubicBezTo>
                      <a:pt x="698403" y="10621"/>
                      <a:pt x="677067" y="-7763"/>
                      <a:pt x="659446" y="3382"/>
                    </a:cubicBezTo>
                    <a:lnTo>
                      <a:pt x="80231" y="370666"/>
                    </a:lnTo>
                    <a:close/>
                  </a:path>
                </a:pathLst>
              </a:custGeom>
              <a:solidFill>
                <a:schemeClr val="l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000000"/>
                  </a:solidFill>
                  <a:latin typeface="Arial"/>
                  <a:ea typeface="Arial"/>
                  <a:cs typeface="Arial"/>
                  <a:sym typeface="Arial"/>
                </a:endParaRPr>
              </a:p>
            </p:txBody>
          </p:sp>
        </p:grpSp>
        <p:grpSp>
          <p:nvGrpSpPr>
            <p:cNvPr id="84" name="Google Shape;84;p17"/>
            <p:cNvGrpSpPr/>
            <p:nvPr/>
          </p:nvGrpSpPr>
          <p:grpSpPr>
            <a:xfrm>
              <a:off x="665899" y="1084177"/>
              <a:ext cx="1664089" cy="1292764"/>
              <a:chOff x="886141" y="1128095"/>
              <a:chExt cx="1377215" cy="1069903"/>
            </a:xfrm>
          </p:grpSpPr>
          <p:sp>
            <p:nvSpPr>
              <p:cNvPr id="85" name="Google Shape;85;p17"/>
              <p:cNvSpPr/>
              <p:nvPr/>
            </p:nvSpPr>
            <p:spPr>
              <a:xfrm>
                <a:off x="886141" y="1232911"/>
                <a:ext cx="1091058" cy="965087"/>
              </a:xfrm>
              <a:custGeom>
                <a:avLst/>
                <a:gdLst/>
                <a:ahLst/>
                <a:cxnLst/>
                <a:rect l="l" t="t" r="r" b="b"/>
                <a:pathLst>
                  <a:path w="1091058" h="965087" extrusionOk="0">
                    <a:moveTo>
                      <a:pt x="495050" y="962597"/>
                    </a:moveTo>
                    <a:cubicBezTo>
                      <a:pt x="505051" y="967835"/>
                      <a:pt x="517624" y="964597"/>
                      <a:pt x="523530" y="954881"/>
                    </a:cubicBezTo>
                    <a:cubicBezTo>
                      <a:pt x="582680" y="858679"/>
                      <a:pt x="663833" y="773906"/>
                      <a:pt x="765274" y="708851"/>
                    </a:cubicBezTo>
                    <a:cubicBezTo>
                      <a:pt x="861572" y="647129"/>
                      <a:pt x="966347" y="609410"/>
                      <a:pt x="1072646" y="594170"/>
                    </a:cubicBezTo>
                    <a:cubicBezTo>
                      <a:pt x="1083695" y="592550"/>
                      <a:pt x="1091601" y="582740"/>
                      <a:pt x="1091029" y="571690"/>
                    </a:cubicBezTo>
                    <a:cubicBezTo>
                      <a:pt x="1082552" y="384334"/>
                      <a:pt x="1073979" y="197072"/>
                      <a:pt x="1065502" y="9716"/>
                    </a:cubicBezTo>
                    <a:cubicBezTo>
                      <a:pt x="1065312" y="6477"/>
                      <a:pt x="1065216" y="3239"/>
                      <a:pt x="1065026" y="0"/>
                    </a:cubicBezTo>
                    <a:cubicBezTo>
                      <a:pt x="852714" y="18478"/>
                      <a:pt x="641640" y="87154"/>
                      <a:pt x="449806" y="210122"/>
                    </a:cubicBezTo>
                    <a:cubicBezTo>
                      <a:pt x="258544" y="332804"/>
                      <a:pt x="108240" y="495300"/>
                      <a:pt x="2798" y="679799"/>
                    </a:cubicBezTo>
                    <a:cubicBezTo>
                      <a:pt x="-3203" y="690372"/>
                      <a:pt x="798" y="703898"/>
                      <a:pt x="11466" y="709708"/>
                    </a:cubicBezTo>
                    <a:cubicBezTo>
                      <a:pt x="49089" y="729996"/>
                      <a:pt x="86618" y="750189"/>
                      <a:pt x="124337" y="769811"/>
                    </a:cubicBezTo>
                    <a:cubicBezTo>
                      <a:pt x="247876" y="834104"/>
                      <a:pt x="371320" y="898303"/>
                      <a:pt x="494859" y="962597"/>
                    </a:cubicBezTo>
                    <a:close/>
                  </a:path>
                </a:pathLst>
              </a:custGeom>
              <a:solidFill>
                <a:schemeClr val="dk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000000"/>
                  </a:solidFill>
                  <a:latin typeface="Arial"/>
                  <a:ea typeface="Arial"/>
                  <a:cs typeface="Arial"/>
                  <a:sym typeface="Arial"/>
                </a:endParaRPr>
              </a:p>
            </p:txBody>
          </p:sp>
          <p:sp>
            <p:nvSpPr>
              <p:cNvPr id="86" name="Google Shape;86;p17"/>
              <p:cNvSpPr/>
              <p:nvPr/>
            </p:nvSpPr>
            <p:spPr>
              <a:xfrm>
                <a:off x="1942308" y="1128095"/>
                <a:ext cx="321048" cy="811496"/>
              </a:xfrm>
              <a:custGeom>
                <a:avLst/>
                <a:gdLst/>
                <a:ahLst/>
                <a:cxnLst/>
                <a:rect l="l" t="t" r="r" b="b"/>
                <a:pathLst>
                  <a:path w="321048" h="811496" extrusionOk="0">
                    <a:moveTo>
                      <a:pt x="2382" y="707176"/>
                    </a:moveTo>
                    <a:lnTo>
                      <a:pt x="2667" y="790425"/>
                    </a:lnTo>
                    <a:cubicBezTo>
                      <a:pt x="2667" y="810523"/>
                      <a:pt x="28290" y="819190"/>
                      <a:pt x="40577" y="803188"/>
                    </a:cubicBezTo>
                    <a:lnTo>
                      <a:pt x="316707" y="442858"/>
                    </a:lnTo>
                    <a:cubicBezTo>
                      <a:pt x="322231" y="435619"/>
                      <a:pt x="322517" y="425617"/>
                      <a:pt x="317373" y="418093"/>
                    </a:cubicBezTo>
                    <a:lnTo>
                      <a:pt x="38577" y="9280"/>
                    </a:lnTo>
                    <a:cubicBezTo>
                      <a:pt x="26861" y="-7961"/>
                      <a:pt x="-95" y="421"/>
                      <a:pt x="0" y="21281"/>
                    </a:cubicBezTo>
                    <a:lnTo>
                      <a:pt x="2382" y="707176"/>
                    </a:lnTo>
                    <a:close/>
                  </a:path>
                </a:pathLst>
              </a:custGeom>
              <a:solidFill>
                <a:schemeClr val="dk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000000"/>
                  </a:solidFill>
                  <a:latin typeface="Arial"/>
                  <a:ea typeface="Arial"/>
                  <a:cs typeface="Arial"/>
                  <a:sym typeface="Arial"/>
                </a:endParaRPr>
              </a:p>
            </p:txBody>
          </p:sp>
        </p:grpSp>
        <p:grpSp>
          <p:nvGrpSpPr>
            <p:cNvPr id="87" name="Google Shape;87;p17"/>
            <p:cNvGrpSpPr/>
            <p:nvPr/>
          </p:nvGrpSpPr>
          <p:grpSpPr>
            <a:xfrm>
              <a:off x="452550" y="1987605"/>
              <a:ext cx="904805" cy="1691130"/>
              <a:chOff x="452550" y="1987605"/>
              <a:chExt cx="904805" cy="1691130"/>
            </a:xfrm>
          </p:grpSpPr>
          <p:sp>
            <p:nvSpPr>
              <p:cNvPr id="88" name="Google Shape;88;p17"/>
              <p:cNvSpPr/>
              <p:nvPr/>
            </p:nvSpPr>
            <p:spPr>
              <a:xfrm>
                <a:off x="452550" y="2151686"/>
                <a:ext cx="816429" cy="1527049"/>
              </a:xfrm>
              <a:custGeom>
                <a:avLst/>
                <a:gdLst/>
                <a:ahLst/>
                <a:cxnLst/>
                <a:rect l="l" t="t" r="r" b="b"/>
                <a:pathLst>
                  <a:path w="676132" h="1264637" extrusionOk="0">
                    <a:moveTo>
                      <a:pt x="673821" y="941676"/>
                    </a:moveTo>
                    <a:cubicBezTo>
                      <a:pt x="562474" y="729840"/>
                      <a:pt x="558759" y="485619"/>
                      <a:pt x="647913" y="277117"/>
                    </a:cubicBezTo>
                    <a:cubicBezTo>
                      <a:pt x="652389" y="266734"/>
                      <a:pt x="647913" y="254638"/>
                      <a:pt x="637816" y="249399"/>
                    </a:cubicBezTo>
                    <a:cubicBezTo>
                      <a:pt x="480463" y="167579"/>
                      <a:pt x="323205" y="85664"/>
                      <a:pt x="165852" y="3844"/>
                    </a:cubicBezTo>
                    <a:cubicBezTo>
                      <a:pt x="148517" y="-5204"/>
                      <a:pt x="127181" y="2320"/>
                      <a:pt x="119180" y="20132"/>
                    </a:cubicBezTo>
                    <a:cubicBezTo>
                      <a:pt x="-53318" y="405799"/>
                      <a:pt x="-43317" y="864333"/>
                      <a:pt x="180330" y="1253810"/>
                    </a:cubicBezTo>
                    <a:cubicBezTo>
                      <a:pt x="186426" y="1264478"/>
                      <a:pt x="200333" y="1267812"/>
                      <a:pt x="210715" y="1261335"/>
                    </a:cubicBezTo>
                    <a:cubicBezTo>
                      <a:pt x="231099" y="1248571"/>
                      <a:pt x="251482" y="1235808"/>
                      <a:pt x="271675" y="1222854"/>
                    </a:cubicBezTo>
                    <a:lnTo>
                      <a:pt x="666201" y="969965"/>
                    </a:lnTo>
                    <a:cubicBezTo>
                      <a:pt x="675345" y="964060"/>
                      <a:pt x="678869" y="951296"/>
                      <a:pt x="673821" y="941676"/>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000000"/>
                  </a:solidFill>
                  <a:latin typeface="Arial"/>
                  <a:ea typeface="Arial"/>
                  <a:cs typeface="Arial"/>
                  <a:sym typeface="Arial"/>
                </a:endParaRPr>
              </a:p>
            </p:txBody>
          </p:sp>
          <p:sp>
            <p:nvSpPr>
              <p:cNvPr id="89" name="Google Shape;89;p17"/>
              <p:cNvSpPr/>
              <p:nvPr/>
            </p:nvSpPr>
            <p:spPr>
              <a:xfrm>
                <a:off x="477454" y="1987605"/>
                <a:ext cx="879902" cy="545704"/>
              </a:xfrm>
              <a:custGeom>
                <a:avLst/>
                <a:gdLst/>
                <a:ahLst/>
                <a:cxnLst/>
                <a:rect l="l" t="t" r="r" b="b"/>
                <a:pathLst>
                  <a:path w="728697" h="451929" extrusionOk="0">
                    <a:moveTo>
                      <a:pt x="623683" y="412053"/>
                    </a:moveTo>
                    <a:lnTo>
                      <a:pt x="697978" y="449581"/>
                    </a:lnTo>
                    <a:cubicBezTo>
                      <a:pt x="715981" y="458630"/>
                      <a:pt x="735221" y="439866"/>
                      <a:pt x="726553" y="421673"/>
                    </a:cubicBezTo>
                    <a:lnTo>
                      <a:pt x="531005" y="12003"/>
                    </a:lnTo>
                    <a:cubicBezTo>
                      <a:pt x="527100" y="3811"/>
                      <a:pt x="518337" y="-1047"/>
                      <a:pt x="509288" y="192"/>
                    </a:cubicBezTo>
                    <a:lnTo>
                      <a:pt x="18465" y="62866"/>
                    </a:lnTo>
                    <a:cubicBezTo>
                      <a:pt x="-2204" y="65533"/>
                      <a:pt x="-6967" y="93251"/>
                      <a:pt x="11607" y="102681"/>
                    </a:cubicBezTo>
                    <a:lnTo>
                      <a:pt x="623683" y="412053"/>
                    </a:lnTo>
                    <a:close/>
                  </a:path>
                </a:pathLst>
              </a:cu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000000"/>
                  </a:solidFill>
                  <a:latin typeface="Arial"/>
                  <a:ea typeface="Arial"/>
                  <a:cs typeface="Arial"/>
                  <a:sym typeface="Arial"/>
                </a:endParaRPr>
              </a:p>
            </p:txBody>
          </p:sp>
        </p:grpSp>
      </p:grpSp>
      <p:sp>
        <p:nvSpPr>
          <p:cNvPr id="90" name="Google Shape;90;p17"/>
          <p:cNvSpPr txBox="1"/>
          <p:nvPr/>
        </p:nvSpPr>
        <p:spPr>
          <a:xfrm>
            <a:off x="4542674" y="1581278"/>
            <a:ext cx="1636800" cy="680468"/>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Clr>
                <a:srgbClr val="000000"/>
              </a:buClr>
              <a:buSzPts val="1100"/>
              <a:buFont typeface="Arial"/>
              <a:buNone/>
            </a:pPr>
            <a:r>
              <a:rPr lang="en-US" sz="1200" dirty="0">
                <a:solidFill>
                  <a:schemeClr val="dk1"/>
                </a:solidFill>
                <a:latin typeface="Montserrat"/>
                <a:ea typeface="Montserrat"/>
                <a:cs typeface="Montserrat"/>
                <a:sym typeface="Montserrat"/>
              </a:rPr>
              <a:t>Understand what the customer or user needs.</a:t>
            </a:r>
            <a:endParaRPr sz="1200" dirty="0">
              <a:solidFill>
                <a:schemeClr val="dk1"/>
              </a:solidFill>
              <a:latin typeface="Montserrat"/>
              <a:ea typeface="Montserrat"/>
              <a:cs typeface="Montserrat"/>
              <a:sym typeface="Montserrat"/>
            </a:endParaRPr>
          </a:p>
        </p:txBody>
      </p:sp>
      <p:sp>
        <p:nvSpPr>
          <p:cNvPr id="91" name="Google Shape;91;p17"/>
          <p:cNvSpPr txBox="1"/>
          <p:nvPr/>
        </p:nvSpPr>
        <p:spPr>
          <a:xfrm>
            <a:off x="4542674" y="1150200"/>
            <a:ext cx="1636800" cy="431100"/>
          </a:xfrm>
          <a:prstGeom prst="rect">
            <a:avLst/>
          </a:prstGeom>
          <a:solidFill>
            <a:schemeClr val="dk2"/>
          </a:solid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1600" dirty="0">
                <a:solidFill>
                  <a:schemeClr val="dk1"/>
                </a:solidFill>
                <a:latin typeface="Montserrat"/>
                <a:ea typeface="Montserrat"/>
                <a:cs typeface="Montserrat"/>
                <a:sym typeface="Montserrat"/>
              </a:rPr>
              <a:t>Requriments</a:t>
            </a:r>
            <a:endParaRPr sz="1600" dirty="0">
              <a:solidFill>
                <a:schemeClr val="dk1"/>
              </a:solidFill>
              <a:latin typeface="Montserrat"/>
              <a:ea typeface="Montserrat"/>
              <a:cs typeface="Montserrat"/>
              <a:sym typeface="Montserrat"/>
            </a:endParaRPr>
          </a:p>
        </p:txBody>
      </p:sp>
      <p:sp>
        <p:nvSpPr>
          <p:cNvPr id="92" name="Google Shape;92;p17"/>
          <p:cNvSpPr txBox="1"/>
          <p:nvPr/>
        </p:nvSpPr>
        <p:spPr>
          <a:xfrm>
            <a:off x="6816528" y="1581277"/>
            <a:ext cx="1921679" cy="764031"/>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Clr>
                <a:srgbClr val="000000"/>
              </a:buClr>
              <a:buSzPts val="1100"/>
              <a:buFont typeface="Arial"/>
              <a:buNone/>
            </a:pPr>
            <a:r>
              <a:rPr lang="en-US" sz="1200" dirty="0">
                <a:solidFill>
                  <a:schemeClr val="dk1"/>
                </a:solidFill>
                <a:latin typeface="Montserrat"/>
                <a:ea typeface="Montserrat"/>
                <a:cs typeface="Montserrat"/>
                <a:sym typeface="Montserrat"/>
              </a:rPr>
              <a:t>Translate requirements into a technical blueprint</a:t>
            </a:r>
            <a:endParaRPr sz="1200" dirty="0">
              <a:solidFill>
                <a:schemeClr val="dk1"/>
              </a:solidFill>
              <a:latin typeface="Montserrat"/>
              <a:ea typeface="Montserrat"/>
              <a:cs typeface="Montserrat"/>
              <a:sym typeface="Montserrat"/>
            </a:endParaRPr>
          </a:p>
        </p:txBody>
      </p:sp>
      <p:sp>
        <p:nvSpPr>
          <p:cNvPr id="93" name="Google Shape;93;p17"/>
          <p:cNvSpPr txBox="1"/>
          <p:nvPr/>
        </p:nvSpPr>
        <p:spPr>
          <a:xfrm>
            <a:off x="6816529" y="1150200"/>
            <a:ext cx="1636800" cy="431100"/>
          </a:xfrm>
          <a:prstGeom prst="rect">
            <a:avLst/>
          </a:prstGeom>
          <a:solidFill>
            <a:schemeClr val="lt2"/>
          </a:solid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1600" dirty="0">
                <a:solidFill>
                  <a:schemeClr val="dk1"/>
                </a:solidFill>
                <a:latin typeface="Montserrat"/>
                <a:ea typeface="Montserrat"/>
                <a:cs typeface="Montserrat"/>
                <a:sym typeface="Montserrat"/>
              </a:rPr>
              <a:t>Design</a:t>
            </a:r>
            <a:endParaRPr sz="1600" dirty="0">
              <a:solidFill>
                <a:schemeClr val="dk1"/>
              </a:solidFill>
              <a:latin typeface="Montserrat"/>
              <a:ea typeface="Montserrat"/>
              <a:cs typeface="Montserrat"/>
              <a:sym typeface="Montserrat"/>
            </a:endParaRPr>
          </a:p>
        </p:txBody>
      </p:sp>
      <p:sp>
        <p:nvSpPr>
          <p:cNvPr id="94" name="Google Shape;94;p17"/>
          <p:cNvSpPr txBox="1"/>
          <p:nvPr/>
        </p:nvSpPr>
        <p:spPr>
          <a:xfrm>
            <a:off x="4522173" y="2714672"/>
            <a:ext cx="1636800" cy="740771"/>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Clr>
                <a:srgbClr val="000000"/>
              </a:buClr>
              <a:buSzPts val="1100"/>
              <a:buFont typeface="Arial"/>
              <a:buNone/>
            </a:pPr>
            <a:r>
              <a:rPr lang="en-US" sz="1200" dirty="0">
                <a:solidFill>
                  <a:schemeClr val="dk1"/>
                </a:solidFill>
                <a:latin typeface="Montserrat"/>
                <a:ea typeface="Montserrat"/>
                <a:cs typeface="Montserrat"/>
                <a:sym typeface="Montserrat"/>
              </a:rPr>
              <a:t>Ensure the software meets requirements and is defect-free</a:t>
            </a:r>
          </a:p>
        </p:txBody>
      </p:sp>
      <p:sp>
        <p:nvSpPr>
          <p:cNvPr id="95" name="Google Shape;95;p17"/>
          <p:cNvSpPr txBox="1"/>
          <p:nvPr/>
        </p:nvSpPr>
        <p:spPr>
          <a:xfrm>
            <a:off x="4535280" y="2342114"/>
            <a:ext cx="1636800" cy="431100"/>
          </a:xfrm>
          <a:prstGeom prst="rect">
            <a:avLst/>
          </a:prstGeom>
          <a:solidFill>
            <a:schemeClr val="accent2"/>
          </a:solid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US" sz="1600" dirty="0">
                <a:solidFill>
                  <a:schemeClr val="dk1"/>
                </a:solidFill>
                <a:latin typeface="Montserrat"/>
                <a:ea typeface="Montserrat"/>
                <a:cs typeface="Montserrat"/>
                <a:sym typeface="Montserrat"/>
              </a:rPr>
              <a:t>Testing</a:t>
            </a:r>
            <a:endParaRPr sz="1600" dirty="0">
              <a:solidFill>
                <a:schemeClr val="dk1"/>
              </a:solidFill>
              <a:latin typeface="Montserrat"/>
              <a:ea typeface="Montserrat"/>
              <a:cs typeface="Montserrat"/>
              <a:sym typeface="Montserrat"/>
            </a:endParaRPr>
          </a:p>
        </p:txBody>
      </p:sp>
      <p:sp>
        <p:nvSpPr>
          <p:cNvPr id="96" name="Google Shape;96;p17"/>
          <p:cNvSpPr txBox="1"/>
          <p:nvPr/>
        </p:nvSpPr>
        <p:spPr>
          <a:xfrm>
            <a:off x="6816529" y="2793303"/>
            <a:ext cx="1841112" cy="5541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Clr>
                <a:srgbClr val="000000"/>
              </a:buClr>
              <a:buSzPts val="1100"/>
              <a:buFont typeface="Arial"/>
              <a:buNone/>
            </a:pPr>
            <a:r>
              <a:rPr lang="en-US" sz="1200" dirty="0">
                <a:solidFill>
                  <a:schemeClr val="dk1"/>
                </a:solidFill>
                <a:latin typeface="Montserrat"/>
                <a:ea typeface="Montserrat"/>
                <a:cs typeface="Montserrat"/>
                <a:sym typeface="Montserrat"/>
              </a:rPr>
              <a:t>Convert the design into executable code</a:t>
            </a:r>
          </a:p>
        </p:txBody>
      </p:sp>
      <p:sp>
        <p:nvSpPr>
          <p:cNvPr id="97" name="Google Shape;97;p17"/>
          <p:cNvSpPr txBox="1"/>
          <p:nvPr/>
        </p:nvSpPr>
        <p:spPr>
          <a:xfrm>
            <a:off x="6816529" y="2362225"/>
            <a:ext cx="1636800" cy="431100"/>
          </a:xfrm>
          <a:prstGeom prst="rect">
            <a:avLst/>
          </a:prstGeom>
          <a:solidFill>
            <a:schemeClr val="accent1"/>
          </a:solid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US" sz="1600" dirty="0">
                <a:solidFill>
                  <a:schemeClr val="dk1"/>
                </a:solidFill>
                <a:latin typeface="Montserrat"/>
                <a:ea typeface="Montserrat"/>
                <a:cs typeface="Montserrat"/>
                <a:sym typeface="Montserrat"/>
              </a:rPr>
              <a:t>Developing</a:t>
            </a:r>
          </a:p>
        </p:txBody>
      </p:sp>
      <p:sp>
        <p:nvSpPr>
          <p:cNvPr id="98" name="Google Shape;98;p17"/>
          <p:cNvSpPr txBox="1"/>
          <p:nvPr/>
        </p:nvSpPr>
        <p:spPr>
          <a:xfrm>
            <a:off x="4572000" y="4005328"/>
            <a:ext cx="1636800" cy="5541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Clr>
                <a:srgbClr val="000000"/>
              </a:buClr>
              <a:buSzPts val="1100"/>
              <a:buFont typeface="Arial"/>
              <a:buNone/>
            </a:pPr>
            <a:r>
              <a:rPr lang="en-US" sz="1200" dirty="0">
                <a:solidFill>
                  <a:schemeClr val="dk1"/>
                </a:solidFill>
                <a:latin typeface="Montserrat"/>
                <a:ea typeface="Montserrat"/>
                <a:cs typeface="Montserrat"/>
                <a:sym typeface="Montserrat"/>
              </a:rPr>
              <a:t>Make the system available to users.</a:t>
            </a:r>
            <a:endParaRPr sz="1200" dirty="0">
              <a:solidFill>
                <a:schemeClr val="dk1"/>
              </a:solidFill>
              <a:latin typeface="Montserrat"/>
              <a:ea typeface="Montserrat"/>
              <a:cs typeface="Montserrat"/>
              <a:sym typeface="Montserrat"/>
            </a:endParaRPr>
          </a:p>
        </p:txBody>
      </p:sp>
      <p:sp>
        <p:nvSpPr>
          <p:cNvPr id="99" name="Google Shape;99;p17"/>
          <p:cNvSpPr txBox="1"/>
          <p:nvPr/>
        </p:nvSpPr>
        <p:spPr>
          <a:xfrm>
            <a:off x="4542674" y="3574250"/>
            <a:ext cx="1636800" cy="431100"/>
          </a:xfrm>
          <a:prstGeom prst="rect">
            <a:avLst/>
          </a:prstGeom>
          <a:solidFill>
            <a:schemeClr val="accent3"/>
          </a:solid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1600" dirty="0">
                <a:solidFill>
                  <a:schemeClr val="dk1"/>
                </a:solidFill>
                <a:latin typeface="Montserrat"/>
                <a:ea typeface="Montserrat"/>
                <a:cs typeface="Montserrat"/>
                <a:sym typeface="Montserrat"/>
              </a:rPr>
              <a:t>Deployment</a:t>
            </a:r>
            <a:endParaRPr sz="1600" dirty="0">
              <a:solidFill>
                <a:schemeClr val="dk1"/>
              </a:solidFill>
              <a:latin typeface="Montserrat"/>
              <a:ea typeface="Montserrat"/>
              <a:cs typeface="Montserrat"/>
              <a:sym typeface="Montserrat"/>
            </a:endParaRPr>
          </a:p>
        </p:txBody>
      </p:sp>
      <p:sp>
        <p:nvSpPr>
          <p:cNvPr id="100" name="Google Shape;100;p17"/>
          <p:cNvSpPr txBox="1"/>
          <p:nvPr/>
        </p:nvSpPr>
        <p:spPr>
          <a:xfrm>
            <a:off x="6599583" y="3881104"/>
            <a:ext cx="2138624" cy="856539"/>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Clr>
                <a:srgbClr val="000000"/>
              </a:buClr>
              <a:buSzPts val="1100"/>
              <a:buFont typeface="Arial"/>
              <a:buNone/>
            </a:pPr>
            <a:r>
              <a:rPr lang="en-US" sz="1200" dirty="0">
                <a:solidFill>
                  <a:schemeClr val="dk1"/>
                </a:solidFill>
                <a:latin typeface="Montserrat"/>
                <a:ea typeface="Montserrat"/>
                <a:cs typeface="Montserrat"/>
                <a:sym typeface="Montserrat"/>
              </a:rPr>
              <a:t>Ensure the continued usability and performance of the software.</a:t>
            </a:r>
          </a:p>
        </p:txBody>
      </p:sp>
      <p:sp>
        <p:nvSpPr>
          <p:cNvPr id="101" name="Google Shape;101;p17"/>
          <p:cNvSpPr txBox="1"/>
          <p:nvPr/>
        </p:nvSpPr>
        <p:spPr>
          <a:xfrm>
            <a:off x="6816529" y="3574250"/>
            <a:ext cx="1636800" cy="431100"/>
          </a:xfrm>
          <a:prstGeom prst="rect">
            <a:avLst/>
          </a:prstGeom>
          <a:solidFill>
            <a:schemeClr val="accent4"/>
          </a:solid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1600" dirty="0">
                <a:solidFill>
                  <a:schemeClr val="dk1"/>
                </a:solidFill>
                <a:latin typeface="Montserrat"/>
                <a:ea typeface="Montserrat"/>
                <a:cs typeface="Montserrat"/>
                <a:sym typeface="Montserrat"/>
              </a:rPr>
              <a:t>Maintance</a:t>
            </a:r>
            <a:endParaRPr sz="1600" dirty="0">
              <a:solidFill>
                <a:schemeClr val="dk1"/>
              </a:solidFill>
              <a:latin typeface="Montserrat"/>
              <a:ea typeface="Montserrat"/>
              <a:cs typeface="Montserrat"/>
              <a:sym typeface="Montserrat"/>
            </a:endParaRPr>
          </a:p>
        </p:txBody>
      </p:sp>
      <p:cxnSp>
        <p:nvCxnSpPr>
          <p:cNvPr id="102" name="Google Shape;102;p17"/>
          <p:cNvCxnSpPr>
            <a:stCxn id="91" idx="3"/>
            <a:endCxn id="93" idx="1"/>
          </p:cNvCxnSpPr>
          <p:nvPr/>
        </p:nvCxnSpPr>
        <p:spPr>
          <a:xfrm>
            <a:off x="6179474" y="1365750"/>
            <a:ext cx="637200" cy="0"/>
          </a:xfrm>
          <a:prstGeom prst="straightConnector1">
            <a:avLst/>
          </a:prstGeom>
          <a:noFill/>
          <a:ln w="9525" cap="flat" cmpd="sng">
            <a:solidFill>
              <a:schemeClr val="dk1"/>
            </a:solidFill>
            <a:prstDash val="solid"/>
            <a:round/>
            <a:headEnd type="none" w="med" len="med"/>
            <a:tailEnd type="none" w="med" len="med"/>
          </a:ln>
        </p:spPr>
      </p:cxnSp>
      <p:cxnSp>
        <p:nvCxnSpPr>
          <p:cNvPr id="103" name="Google Shape;103;p17"/>
          <p:cNvCxnSpPr>
            <a:stCxn id="93" idx="3"/>
            <a:endCxn id="97" idx="3"/>
          </p:cNvCxnSpPr>
          <p:nvPr/>
        </p:nvCxnSpPr>
        <p:spPr>
          <a:xfrm>
            <a:off x="8453329" y="1365750"/>
            <a:ext cx="600" cy="1212000"/>
          </a:xfrm>
          <a:prstGeom prst="bentConnector3">
            <a:avLst>
              <a:gd name="adj1" fmla="val 39687500"/>
            </a:avLst>
          </a:prstGeom>
          <a:noFill/>
          <a:ln w="9525" cap="flat" cmpd="sng">
            <a:solidFill>
              <a:schemeClr val="dk1"/>
            </a:solidFill>
            <a:prstDash val="solid"/>
            <a:round/>
            <a:headEnd type="none" w="med" len="med"/>
            <a:tailEnd type="none" w="med" len="med"/>
          </a:ln>
        </p:spPr>
      </p:cxnSp>
      <p:cxnSp>
        <p:nvCxnSpPr>
          <p:cNvPr id="104" name="Google Shape;104;p17"/>
          <p:cNvCxnSpPr>
            <a:stCxn id="97" idx="1"/>
            <a:endCxn id="95" idx="3"/>
          </p:cNvCxnSpPr>
          <p:nvPr/>
        </p:nvCxnSpPr>
        <p:spPr>
          <a:xfrm flipH="1" flipV="1">
            <a:off x="6172080" y="2557664"/>
            <a:ext cx="644449" cy="20111"/>
          </a:xfrm>
          <a:prstGeom prst="straightConnector1">
            <a:avLst/>
          </a:prstGeom>
          <a:noFill/>
          <a:ln w="9525" cap="flat" cmpd="sng">
            <a:solidFill>
              <a:schemeClr val="dk1"/>
            </a:solidFill>
            <a:prstDash val="solid"/>
            <a:round/>
            <a:headEnd type="none" w="med" len="med"/>
            <a:tailEnd type="none" w="med" len="med"/>
          </a:ln>
        </p:spPr>
      </p:cxnSp>
      <p:cxnSp>
        <p:nvCxnSpPr>
          <p:cNvPr id="105" name="Google Shape;105;p17"/>
          <p:cNvCxnSpPr>
            <a:stCxn id="95" idx="1"/>
            <a:endCxn id="99" idx="1"/>
          </p:cNvCxnSpPr>
          <p:nvPr/>
        </p:nvCxnSpPr>
        <p:spPr>
          <a:xfrm rot="10800000" flipH="1" flipV="1">
            <a:off x="4535280" y="2557664"/>
            <a:ext cx="7394" cy="1232136"/>
          </a:xfrm>
          <a:prstGeom prst="bentConnector3">
            <a:avLst>
              <a:gd name="adj1" fmla="val -3091696"/>
            </a:avLst>
          </a:prstGeom>
          <a:noFill/>
          <a:ln w="9525" cap="flat" cmpd="sng">
            <a:solidFill>
              <a:schemeClr val="dk1"/>
            </a:solidFill>
            <a:prstDash val="solid"/>
            <a:round/>
            <a:headEnd type="none" w="med" len="med"/>
            <a:tailEnd type="none" w="med" len="med"/>
          </a:ln>
        </p:spPr>
      </p:cxnSp>
      <p:cxnSp>
        <p:nvCxnSpPr>
          <p:cNvPr id="106" name="Google Shape;106;p17"/>
          <p:cNvCxnSpPr>
            <a:cxnSpLocks/>
            <a:stCxn id="99" idx="3"/>
            <a:endCxn id="2" idx="1"/>
          </p:cNvCxnSpPr>
          <p:nvPr/>
        </p:nvCxnSpPr>
        <p:spPr>
          <a:xfrm>
            <a:off x="6179474" y="3789800"/>
            <a:ext cx="739837" cy="0"/>
          </a:xfrm>
          <a:prstGeom prst="straightConnector1">
            <a:avLst/>
          </a:prstGeom>
          <a:noFill/>
          <a:ln w="9525" cap="flat" cmpd="sng">
            <a:solidFill>
              <a:schemeClr val="dk1"/>
            </a:solidFill>
            <a:prstDash val="solid"/>
            <a:round/>
            <a:headEnd type="none" w="med" len="med"/>
            <a:tailEnd type="none" w="med" len="med"/>
          </a:ln>
        </p:spPr>
      </p:cxnSp>
      <p:sp>
        <p:nvSpPr>
          <p:cNvPr id="107" name="Google Shape;107;p17"/>
          <p:cNvSpPr txBox="1"/>
          <p:nvPr/>
        </p:nvSpPr>
        <p:spPr>
          <a:xfrm>
            <a:off x="1268443" y="1520709"/>
            <a:ext cx="459000" cy="4197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1600">
                <a:solidFill>
                  <a:schemeClr val="dk1"/>
                </a:solidFill>
                <a:latin typeface="Montserrat"/>
                <a:ea typeface="Montserrat"/>
                <a:cs typeface="Montserrat"/>
                <a:sym typeface="Montserrat"/>
              </a:rPr>
              <a:t>01</a:t>
            </a:r>
            <a:endParaRPr sz="1600">
              <a:solidFill>
                <a:schemeClr val="dk1"/>
              </a:solidFill>
              <a:latin typeface="Montserrat"/>
              <a:ea typeface="Montserrat"/>
              <a:cs typeface="Montserrat"/>
              <a:sym typeface="Montserrat"/>
            </a:endParaRPr>
          </a:p>
        </p:txBody>
      </p:sp>
      <p:sp>
        <p:nvSpPr>
          <p:cNvPr id="108" name="Google Shape;108;p17"/>
          <p:cNvSpPr txBox="1"/>
          <p:nvPr/>
        </p:nvSpPr>
        <p:spPr>
          <a:xfrm>
            <a:off x="2570119" y="1614650"/>
            <a:ext cx="459000" cy="4197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1600">
                <a:solidFill>
                  <a:schemeClr val="dk1"/>
                </a:solidFill>
                <a:latin typeface="Montserrat"/>
                <a:ea typeface="Montserrat"/>
                <a:cs typeface="Montserrat"/>
                <a:sym typeface="Montserrat"/>
              </a:rPr>
              <a:t>02</a:t>
            </a:r>
            <a:endParaRPr sz="1600">
              <a:solidFill>
                <a:schemeClr val="dk1"/>
              </a:solidFill>
              <a:latin typeface="Montserrat"/>
              <a:ea typeface="Montserrat"/>
              <a:cs typeface="Montserrat"/>
              <a:sym typeface="Montserrat"/>
            </a:endParaRPr>
          </a:p>
        </p:txBody>
      </p:sp>
      <p:sp>
        <p:nvSpPr>
          <p:cNvPr id="109" name="Google Shape;109;p17"/>
          <p:cNvSpPr txBox="1"/>
          <p:nvPr/>
        </p:nvSpPr>
        <p:spPr>
          <a:xfrm>
            <a:off x="3142430" y="2662555"/>
            <a:ext cx="459000" cy="4197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1600">
                <a:solidFill>
                  <a:schemeClr val="dk1"/>
                </a:solidFill>
                <a:latin typeface="Montserrat"/>
                <a:ea typeface="Montserrat"/>
                <a:cs typeface="Montserrat"/>
                <a:sym typeface="Montserrat"/>
              </a:rPr>
              <a:t>03</a:t>
            </a:r>
            <a:endParaRPr sz="1600">
              <a:solidFill>
                <a:schemeClr val="dk1"/>
              </a:solidFill>
              <a:latin typeface="Montserrat"/>
              <a:ea typeface="Montserrat"/>
              <a:cs typeface="Montserrat"/>
              <a:sym typeface="Montserrat"/>
            </a:endParaRPr>
          </a:p>
        </p:txBody>
      </p:sp>
      <p:sp>
        <p:nvSpPr>
          <p:cNvPr id="110" name="Google Shape;110;p17"/>
          <p:cNvSpPr txBox="1"/>
          <p:nvPr/>
        </p:nvSpPr>
        <p:spPr>
          <a:xfrm>
            <a:off x="2442612" y="3770887"/>
            <a:ext cx="459000" cy="4197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1600">
                <a:solidFill>
                  <a:schemeClr val="dk1"/>
                </a:solidFill>
                <a:latin typeface="Montserrat"/>
                <a:ea typeface="Montserrat"/>
                <a:cs typeface="Montserrat"/>
                <a:sym typeface="Montserrat"/>
              </a:rPr>
              <a:t>04</a:t>
            </a:r>
            <a:endParaRPr sz="1600">
              <a:solidFill>
                <a:schemeClr val="dk1"/>
              </a:solidFill>
              <a:latin typeface="Montserrat"/>
              <a:ea typeface="Montserrat"/>
              <a:cs typeface="Montserrat"/>
              <a:sym typeface="Montserrat"/>
            </a:endParaRPr>
          </a:p>
        </p:txBody>
      </p:sp>
      <p:sp>
        <p:nvSpPr>
          <p:cNvPr id="111" name="Google Shape;111;p17"/>
          <p:cNvSpPr txBox="1"/>
          <p:nvPr/>
        </p:nvSpPr>
        <p:spPr>
          <a:xfrm>
            <a:off x="1125948" y="3671255"/>
            <a:ext cx="459000" cy="4197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1600">
                <a:solidFill>
                  <a:schemeClr val="dk1"/>
                </a:solidFill>
                <a:latin typeface="Montserrat"/>
                <a:ea typeface="Montserrat"/>
                <a:cs typeface="Montserrat"/>
                <a:sym typeface="Montserrat"/>
              </a:rPr>
              <a:t>05</a:t>
            </a:r>
            <a:endParaRPr sz="1600">
              <a:solidFill>
                <a:schemeClr val="dk1"/>
              </a:solidFill>
              <a:latin typeface="Montserrat"/>
              <a:ea typeface="Montserrat"/>
              <a:cs typeface="Montserrat"/>
              <a:sym typeface="Montserrat"/>
            </a:endParaRPr>
          </a:p>
        </p:txBody>
      </p:sp>
      <p:sp>
        <p:nvSpPr>
          <p:cNvPr id="112" name="Google Shape;112;p17"/>
          <p:cNvSpPr txBox="1"/>
          <p:nvPr/>
        </p:nvSpPr>
        <p:spPr>
          <a:xfrm>
            <a:off x="599253" y="2623320"/>
            <a:ext cx="459000" cy="4197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1600" dirty="0">
                <a:solidFill>
                  <a:schemeClr val="dk1"/>
                </a:solidFill>
                <a:latin typeface="Montserrat"/>
                <a:ea typeface="Montserrat"/>
                <a:cs typeface="Montserrat"/>
                <a:sym typeface="Montserrat"/>
              </a:rPr>
              <a:t>06</a:t>
            </a:r>
            <a:endParaRPr sz="1600" dirty="0">
              <a:solidFill>
                <a:schemeClr val="dk1"/>
              </a:solidFill>
              <a:latin typeface="Montserrat"/>
              <a:ea typeface="Montserrat"/>
              <a:cs typeface="Montserrat"/>
              <a:sym typeface="Montserrat"/>
            </a:endParaRPr>
          </a:p>
        </p:txBody>
      </p:sp>
      <p:sp>
        <p:nvSpPr>
          <p:cNvPr id="2" name="Rectangle 1">
            <a:extLst>
              <a:ext uri="{FF2B5EF4-FFF2-40B4-BE49-F238E27FC236}">
                <a16:creationId xmlns:a16="http://schemas.microsoft.com/office/drawing/2014/main" id="{1B4003D7-48D6-4E40-9565-58544BA830BD}"/>
              </a:ext>
            </a:extLst>
          </p:cNvPr>
          <p:cNvSpPr/>
          <p:nvPr/>
        </p:nvSpPr>
        <p:spPr>
          <a:xfrm>
            <a:off x="6919311" y="3605670"/>
            <a:ext cx="1431235" cy="36825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03"/>
        <p:cNvGrpSpPr/>
        <p:nvPr/>
      </p:nvGrpSpPr>
      <p:grpSpPr>
        <a:xfrm>
          <a:off x="0" y="0"/>
          <a:ext cx="0" cy="0"/>
          <a:chOff x="0" y="0"/>
          <a:chExt cx="0" cy="0"/>
        </a:xfrm>
      </p:grpSpPr>
      <p:sp>
        <p:nvSpPr>
          <p:cNvPr id="704" name="Google Shape;704;p32"/>
          <p:cNvSpPr txBox="1">
            <a:spLocks noGrp="1"/>
          </p:cNvSpPr>
          <p:nvPr>
            <p:ph type="title"/>
          </p:nvPr>
        </p:nvSpPr>
        <p:spPr>
          <a:xfrm>
            <a:off x="722375" y="539500"/>
            <a:ext cx="8335486"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2200" dirty="0">
                <a:latin typeface="Open Sans" panose="020B0606030504020204" pitchFamily="34" charset="0"/>
                <a:ea typeface="Open Sans" panose="020B0606030504020204" pitchFamily="34" charset="0"/>
                <a:cs typeface="Open Sans" panose="020B0606030504020204" pitchFamily="34" charset="0"/>
              </a:rPr>
              <a:t>🧩 1. Software Requirements Engineering (SRE)</a:t>
            </a:r>
            <a:endParaRPr sz="2200" dirty="0">
              <a:latin typeface="Open Sans" panose="020B0606030504020204" pitchFamily="34" charset="0"/>
              <a:ea typeface="Open Sans" panose="020B0606030504020204" pitchFamily="34" charset="0"/>
              <a:cs typeface="Open Sans" panose="020B0606030504020204" pitchFamily="34" charset="0"/>
            </a:endParaRPr>
          </a:p>
        </p:txBody>
      </p:sp>
      <p:sp>
        <p:nvSpPr>
          <p:cNvPr id="710" name="Google Shape;710;p32"/>
          <p:cNvSpPr txBox="1">
            <a:spLocks noGrp="1"/>
          </p:cNvSpPr>
          <p:nvPr>
            <p:ph type="subTitle" idx="6"/>
          </p:nvPr>
        </p:nvSpPr>
        <p:spPr>
          <a:xfrm>
            <a:off x="722375" y="1413996"/>
            <a:ext cx="7904921" cy="764509"/>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sz="1600" b="0" dirty="0">
                <a:latin typeface="Open Sans" panose="020B0606030504020204" pitchFamily="34" charset="0"/>
                <a:ea typeface="Open Sans" panose="020B0606030504020204" pitchFamily="34" charset="0"/>
                <a:cs typeface="Open Sans" panose="020B0606030504020204" pitchFamily="34" charset="0"/>
              </a:rPr>
              <a:t>“What’s the most common cause of software project failure?”</a:t>
            </a:r>
            <a:br>
              <a:rPr lang="en-US" sz="1600" b="0" dirty="0">
                <a:latin typeface="Open Sans" panose="020B0606030504020204" pitchFamily="34" charset="0"/>
                <a:ea typeface="Open Sans" panose="020B0606030504020204" pitchFamily="34" charset="0"/>
                <a:cs typeface="Open Sans" panose="020B0606030504020204" pitchFamily="34" charset="0"/>
              </a:rPr>
            </a:br>
            <a:r>
              <a:rPr lang="en-US" sz="1600" dirty="0">
                <a:latin typeface="Open Sans" panose="020B0606030504020204" pitchFamily="34" charset="0"/>
                <a:ea typeface="Open Sans" panose="020B0606030504020204" pitchFamily="34" charset="0"/>
                <a:cs typeface="Open Sans" panose="020B0606030504020204" pitchFamily="34" charset="0"/>
              </a:rPr>
              <a:t>❌ Poorly understood or changing requirements.</a:t>
            </a:r>
            <a:endParaRPr sz="1600" b="0" dirty="0">
              <a:latin typeface="Open Sans" panose="020B0606030504020204" pitchFamily="34" charset="0"/>
              <a:ea typeface="Open Sans" panose="020B0606030504020204" pitchFamily="34" charset="0"/>
              <a:cs typeface="Open Sans" panose="020B0606030504020204" pitchFamily="34" charset="0"/>
            </a:endParaRPr>
          </a:p>
        </p:txBody>
      </p:sp>
      <p:grpSp>
        <p:nvGrpSpPr>
          <p:cNvPr id="755" name="Google Shape;755;p32"/>
          <p:cNvGrpSpPr/>
          <p:nvPr/>
        </p:nvGrpSpPr>
        <p:grpSpPr>
          <a:xfrm>
            <a:off x="8220197" y="4319776"/>
            <a:ext cx="731685" cy="731614"/>
            <a:chOff x="276382" y="1174752"/>
            <a:chExt cx="895027" cy="894940"/>
          </a:xfrm>
        </p:grpSpPr>
        <p:grpSp>
          <p:nvGrpSpPr>
            <p:cNvPr id="756" name="Google Shape;756;p32"/>
            <p:cNvGrpSpPr/>
            <p:nvPr/>
          </p:nvGrpSpPr>
          <p:grpSpPr>
            <a:xfrm>
              <a:off x="276382" y="1174752"/>
              <a:ext cx="895027" cy="894940"/>
              <a:chOff x="2861096" y="3889198"/>
              <a:chExt cx="397772" cy="397716"/>
            </a:xfrm>
          </p:grpSpPr>
          <p:sp>
            <p:nvSpPr>
              <p:cNvPr id="757" name="Google Shape;757;p32"/>
              <p:cNvSpPr/>
              <p:nvPr/>
            </p:nvSpPr>
            <p:spPr>
              <a:xfrm>
                <a:off x="2861096" y="3889198"/>
                <a:ext cx="397772" cy="397716"/>
              </a:xfrm>
              <a:custGeom>
                <a:avLst/>
                <a:gdLst/>
                <a:ahLst/>
                <a:cxnLst/>
                <a:rect l="l" t="t" r="r" b="b"/>
                <a:pathLst>
                  <a:path w="7080" h="7079" extrusionOk="0">
                    <a:moveTo>
                      <a:pt x="3545" y="0"/>
                    </a:moveTo>
                    <a:cubicBezTo>
                      <a:pt x="1588" y="0"/>
                      <a:pt x="1" y="1588"/>
                      <a:pt x="1" y="3535"/>
                    </a:cubicBezTo>
                    <a:cubicBezTo>
                      <a:pt x="1" y="5491"/>
                      <a:pt x="1588" y="7079"/>
                      <a:pt x="3545" y="7079"/>
                    </a:cubicBezTo>
                    <a:cubicBezTo>
                      <a:pt x="5501" y="7079"/>
                      <a:pt x="7079" y="5491"/>
                      <a:pt x="7079" y="3535"/>
                    </a:cubicBezTo>
                    <a:cubicBezTo>
                      <a:pt x="7079" y="1588"/>
                      <a:pt x="5501" y="0"/>
                      <a:pt x="3545" y="0"/>
                    </a:cubicBezTo>
                    <a:close/>
                  </a:path>
                </a:pathLst>
              </a:custGeom>
              <a:solidFill>
                <a:schemeClr val="accent3"/>
              </a:solidFill>
              <a:ln w="9525" cap="flat" cmpd="sng">
                <a:solidFill>
                  <a:schemeClr val="dk1"/>
                </a:solidFill>
                <a:prstDash val="solid"/>
                <a:miter lim="945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600">
                  <a:latin typeface="Open Sans" panose="020B0606030504020204" pitchFamily="34" charset="0"/>
                  <a:ea typeface="Open Sans" panose="020B0606030504020204" pitchFamily="34" charset="0"/>
                  <a:cs typeface="Open Sans" panose="020B0606030504020204" pitchFamily="34" charset="0"/>
                </a:endParaRPr>
              </a:p>
            </p:txBody>
          </p:sp>
          <p:sp>
            <p:nvSpPr>
              <p:cNvPr id="758" name="Google Shape;758;p32"/>
              <p:cNvSpPr/>
              <p:nvPr/>
            </p:nvSpPr>
            <p:spPr>
              <a:xfrm>
                <a:off x="2907821" y="3931467"/>
                <a:ext cx="304332" cy="313132"/>
              </a:xfrm>
              <a:custGeom>
                <a:avLst/>
                <a:gdLst/>
                <a:ahLst/>
                <a:cxnLst/>
                <a:rect l="l" t="t" r="r" b="b"/>
                <a:pathLst>
                  <a:path w="4282" h="4282" extrusionOk="0">
                    <a:moveTo>
                      <a:pt x="2146" y="1"/>
                    </a:moveTo>
                    <a:cubicBezTo>
                      <a:pt x="964" y="1"/>
                      <a:pt x="0" y="955"/>
                      <a:pt x="0" y="2137"/>
                    </a:cubicBezTo>
                    <a:cubicBezTo>
                      <a:pt x="0" y="3327"/>
                      <a:pt x="964" y="4282"/>
                      <a:pt x="2146" y="4282"/>
                    </a:cubicBezTo>
                    <a:cubicBezTo>
                      <a:pt x="3327" y="4282"/>
                      <a:pt x="4281" y="3327"/>
                      <a:pt x="4281" y="2137"/>
                    </a:cubicBezTo>
                    <a:cubicBezTo>
                      <a:pt x="4281" y="955"/>
                      <a:pt x="3327" y="1"/>
                      <a:pt x="2146" y="1"/>
                    </a:cubicBezTo>
                    <a:close/>
                  </a:path>
                </a:pathLst>
              </a:custGeom>
              <a:solidFill>
                <a:schemeClr val="accent1"/>
              </a:solidFill>
              <a:ln w="9525" cap="flat" cmpd="sng">
                <a:solidFill>
                  <a:schemeClr val="dk1"/>
                </a:solidFill>
                <a:prstDash val="solid"/>
                <a:miter lim="945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600">
                  <a:latin typeface="Open Sans" panose="020B0606030504020204" pitchFamily="34" charset="0"/>
                  <a:ea typeface="Open Sans" panose="020B0606030504020204" pitchFamily="34" charset="0"/>
                  <a:cs typeface="Open Sans" panose="020B0606030504020204" pitchFamily="34" charset="0"/>
                </a:endParaRPr>
              </a:p>
            </p:txBody>
          </p:sp>
        </p:grpSp>
        <p:sp>
          <p:nvSpPr>
            <p:cNvPr id="759" name="Google Shape;759;p32"/>
            <p:cNvSpPr/>
            <p:nvPr/>
          </p:nvSpPr>
          <p:spPr>
            <a:xfrm>
              <a:off x="698100" y="1366625"/>
              <a:ext cx="195250" cy="467375"/>
            </a:xfrm>
            <a:custGeom>
              <a:avLst/>
              <a:gdLst/>
              <a:ahLst/>
              <a:cxnLst/>
              <a:rect l="l" t="t" r="r" b="b"/>
              <a:pathLst>
                <a:path w="7810" h="18695" extrusionOk="0">
                  <a:moveTo>
                    <a:pt x="5916" y="0"/>
                  </a:moveTo>
                  <a:lnTo>
                    <a:pt x="0" y="9939"/>
                  </a:lnTo>
                  <a:lnTo>
                    <a:pt x="7810" y="18695"/>
                  </a:lnTo>
                </a:path>
              </a:pathLst>
            </a:custGeom>
            <a:noFill/>
            <a:ln w="9525" cap="flat" cmpd="sng">
              <a:solidFill>
                <a:schemeClr val="dk1"/>
              </a:solidFill>
              <a:prstDash val="solid"/>
              <a:round/>
              <a:headEnd type="none" w="med" len="med"/>
              <a:tailEnd type="none" w="med" len="med"/>
            </a:ln>
          </p:spPr>
        </p:sp>
      </p:grpSp>
      <p:sp>
        <p:nvSpPr>
          <p:cNvPr id="68" name="Google Shape;710;p32">
            <a:extLst>
              <a:ext uri="{FF2B5EF4-FFF2-40B4-BE49-F238E27FC236}">
                <a16:creationId xmlns:a16="http://schemas.microsoft.com/office/drawing/2014/main" id="{18C23833-C2C2-4F5C-B4DA-35986FAC3B53}"/>
              </a:ext>
            </a:extLst>
          </p:cNvPr>
          <p:cNvSpPr txBox="1">
            <a:spLocks/>
          </p:cNvSpPr>
          <p:nvPr/>
        </p:nvSpPr>
        <p:spPr>
          <a:xfrm>
            <a:off x="722375" y="3329988"/>
            <a:ext cx="7904921" cy="849897"/>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04800" algn="ctr" rtl="0">
              <a:lnSpc>
                <a:spcPct val="100000"/>
              </a:lnSpc>
              <a:spcBef>
                <a:spcPts val="0"/>
              </a:spcBef>
              <a:spcAft>
                <a:spcPts val="0"/>
              </a:spcAft>
              <a:buClr>
                <a:schemeClr val="dk1"/>
              </a:buClr>
              <a:buSzPts val="1200"/>
              <a:buFont typeface="Open Sans"/>
              <a:buNone/>
              <a:defRPr sz="1800" b="1" i="0" u="none" strike="noStrike" cap="none">
                <a:solidFill>
                  <a:schemeClr val="dk1"/>
                </a:solidFill>
                <a:latin typeface="Open Sans"/>
                <a:ea typeface="Open Sans"/>
                <a:cs typeface="Open Sans"/>
                <a:sym typeface="Open Sans"/>
              </a:defRPr>
            </a:lvl1pPr>
            <a:lvl2pPr marL="914400" marR="0" lvl="1" indent="-304800" algn="ctr" rtl="0">
              <a:lnSpc>
                <a:spcPct val="100000"/>
              </a:lnSpc>
              <a:spcBef>
                <a:spcPts val="0"/>
              </a:spcBef>
              <a:spcAft>
                <a:spcPts val="0"/>
              </a:spcAft>
              <a:buClr>
                <a:schemeClr val="dk1"/>
              </a:buClr>
              <a:buSzPts val="1200"/>
              <a:buFont typeface="Open Sans"/>
              <a:buNone/>
              <a:defRPr sz="1200" b="1" i="0" u="none" strike="noStrike" cap="none">
                <a:solidFill>
                  <a:schemeClr val="dk1"/>
                </a:solidFill>
                <a:latin typeface="Open Sans"/>
                <a:ea typeface="Open Sans"/>
                <a:cs typeface="Open Sans"/>
                <a:sym typeface="Open Sans"/>
              </a:defRPr>
            </a:lvl2pPr>
            <a:lvl3pPr marL="1371600" marR="0" lvl="2" indent="-304800" algn="ctr" rtl="0">
              <a:lnSpc>
                <a:spcPct val="100000"/>
              </a:lnSpc>
              <a:spcBef>
                <a:spcPts val="0"/>
              </a:spcBef>
              <a:spcAft>
                <a:spcPts val="0"/>
              </a:spcAft>
              <a:buClr>
                <a:schemeClr val="dk1"/>
              </a:buClr>
              <a:buSzPts val="1200"/>
              <a:buFont typeface="Open Sans"/>
              <a:buNone/>
              <a:defRPr sz="1200" b="1" i="0" u="none" strike="noStrike" cap="none">
                <a:solidFill>
                  <a:schemeClr val="dk1"/>
                </a:solidFill>
                <a:latin typeface="Open Sans"/>
                <a:ea typeface="Open Sans"/>
                <a:cs typeface="Open Sans"/>
                <a:sym typeface="Open Sans"/>
              </a:defRPr>
            </a:lvl3pPr>
            <a:lvl4pPr marL="1828800" marR="0" lvl="3" indent="-304800" algn="ctr" rtl="0">
              <a:lnSpc>
                <a:spcPct val="100000"/>
              </a:lnSpc>
              <a:spcBef>
                <a:spcPts val="0"/>
              </a:spcBef>
              <a:spcAft>
                <a:spcPts val="0"/>
              </a:spcAft>
              <a:buClr>
                <a:schemeClr val="dk1"/>
              </a:buClr>
              <a:buSzPts val="1200"/>
              <a:buFont typeface="Open Sans"/>
              <a:buNone/>
              <a:defRPr sz="1200" b="1" i="0" u="none" strike="noStrike" cap="none">
                <a:solidFill>
                  <a:schemeClr val="dk1"/>
                </a:solidFill>
                <a:latin typeface="Open Sans"/>
                <a:ea typeface="Open Sans"/>
                <a:cs typeface="Open Sans"/>
                <a:sym typeface="Open Sans"/>
              </a:defRPr>
            </a:lvl4pPr>
            <a:lvl5pPr marL="2286000" marR="0" lvl="4" indent="-304800" algn="ctr" rtl="0">
              <a:lnSpc>
                <a:spcPct val="100000"/>
              </a:lnSpc>
              <a:spcBef>
                <a:spcPts val="0"/>
              </a:spcBef>
              <a:spcAft>
                <a:spcPts val="0"/>
              </a:spcAft>
              <a:buClr>
                <a:schemeClr val="dk1"/>
              </a:buClr>
              <a:buSzPts val="1200"/>
              <a:buFont typeface="Open Sans"/>
              <a:buNone/>
              <a:defRPr sz="1200" b="1" i="0" u="none" strike="noStrike" cap="none">
                <a:solidFill>
                  <a:schemeClr val="dk1"/>
                </a:solidFill>
                <a:latin typeface="Open Sans"/>
                <a:ea typeface="Open Sans"/>
                <a:cs typeface="Open Sans"/>
                <a:sym typeface="Open Sans"/>
              </a:defRPr>
            </a:lvl5pPr>
            <a:lvl6pPr marL="2743200" marR="0" lvl="5" indent="-304800" algn="ctr" rtl="0">
              <a:lnSpc>
                <a:spcPct val="100000"/>
              </a:lnSpc>
              <a:spcBef>
                <a:spcPts val="0"/>
              </a:spcBef>
              <a:spcAft>
                <a:spcPts val="0"/>
              </a:spcAft>
              <a:buClr>
                <a:schemeClr val="dk1"/>
              </a:buClr>
              <a:buSzPts val="1200"/>
              <a:buFont typeface="Open Sans"/>
              <a:buNone/>
              <a:defRPr sz="1200" b="1" i="0" u="none" strike="noStrike" cap="none">
                <a:solidFill>
                  <a:schemeClr val="dk1"/>
                </a:solidFill>
                <a:latin typeface="Open Sans"/>
                <a:ea typeface="Open Sans"/>
                <a:cs typeface="Open Sans"/>
                <a:sym typeface="Open Sans"/>
              </a:defRPr>
            </a:lvl6pPr>
            <a:lvl7pPr marL="3200400" marR="0" lvl="6" indent="-304800" algn="ctr" rtl="0">
              <a:lnSpc>
                <a:spcPct val="100000"/>
              </a:lnSpc>
              <a:spcBef>
                <a:spcPts val="0"/>
              </a:spcBef>
              <a:spcAft>
                <a:spcPts val="0"/>
              </a:spcAft>
              <a:buClr>
                <a:schemeClr val="dk1"/>
              </a:buClr>
              <a:buSzPts val="1200"/>
              <a:buFont typeface="Open Sans"/>
              <a:buNone/>
              <a:defRPr sz="1200" b="1" i="0" u="none" strike="noStrike" cap="none">
                <a:solidFill>
                  <a:schemeClr val="dk1"/>
                </a:solidFill>
                <a:latin typeface="Open Sans"/>
                <a:ea typeface="Open Sans"/>
                <a:cs typeface="Open Sans"/>
                <a:sym typeface="Open Sans"/>
              </a:defRPr>
            </a:lvl7pPr>
            <a:lvl8pPr marL="3657600" marR="0" lvl="7" indent="-304800" algn="ctr" rtl="0">
              <a:lnSpc>
                <a:spcPct val="100000"/>
              </a:lnSpc>
              <a:spcBef>
                <a:spcPts val="0"/>
              </a:spcBef>
              <a:spcAft>
                <a:spcPts val="0"/>
              </a:spcAft>
              <a:buClr>
                <a:schemeClr val="dk1"/>
              </a:buClr>
              <a:buSzPts val="1200"/>
              <a:buFont typeface="Open Sans"/>
              <a:buNone/>
              <a:defRPr sz="1200" b="1" i="0" u="none" strike="noStrike" cap="none">
                <a:solidFill>
                  <a:schemeClr val="dk1"/>
                </a:solidFill>
                <a:latin typeface="Open Sans"/>
                <a:ea typeface="Open Sans"/>
                <a:cs typeface="Open Sans"/>
                <a:sym typeface="Open Sans"/>
              </a:defRPr>
            </a:lvl8pPr>
            <a:lvl9pPr marL="4114800" marR="0" lvl="8" indent="-304800" algn="ctr" rtl="0">
              <a:lnSpc>
                <a:spcPct val="100000"/>
              </a:lnSpc>
              <a:spcBef>
                <a:spcPts val="0"/>
              </a:spcBef>
              <a:spcAft>
                <a:spcPts val="0"/>
              </a:spcAft>
              <a:buClr>
                <a:schemeClr val="dk1"/>
              </a:buClr>
              <a:buSzPts val="1200"/>
              <a:buFont typeface="Open Sans"/>
              <a:buNone/>
              <a:defRPr sz="1200" b="1" i="0" u="none" strike="noStrike" cap="none">
                <a:solidFill>
                  <a:schemeClr val="dk1"/>
                </a:solidFill>
                <a:latin typeface="Open Sans"/>
                <a:ea typeface="Open Sans"/>
                <a:cs typeface="Open Sans"/>
                <a:sym typeface="Open Sans"/>
              </a:defRPr>
            </a:lvl9pPr>
          </a:lstStyle>
          <a:p>
            <a:pPr marL="0" indent="0" algn="l"/>
            <a:r>
              <a:rPr lang="en-US" sz="1600" b="1" dirty="0">
                <a:latin typeface="Open Sans" panose="020B0606030504020204" pitchFamily="34" charset="0"/>
                <a:ea typeface="Open Sans" panose="020B0606030504020204" pitchFamily="34" charset="0"/>
                <a:cs typeface="Open Sans" panose="020B0606030504020204" pitchFamily="34" charset="0"/>
              </a:rPr>
              <a:t>Software Requirements Engineering (SRE)</a:t>
            </a:r>
            <a:r>
              <a:rPr lang="en-US" sz="1600" dirty="0">
                <a:latin typeface="Open Sans" panose="020B0606030504020204" pitchFamily="34" charset="0"/>
                <a:ea typeface="Open Sans" panose="020B0606030504020204" pitchFamily="34" charset="0"/>
                <a:cs typeface="Open Sans" panose="020B0606030504020204" pitchFamily="34" charset="0"/>
              </a:rPr>
              <a:t> </a:t>
            </a:r>
            <a:r>
              <a:rPr lang="en-US" sz="1600" b="0" dirty="0">
                <a:latin typeface="Open Sans" panose="020B0606030504020204" pitchFamily="34" charset="0"/>
                <a:ea typeface="Open Sans" panose="020B0606030504020204" pitchFamily="34" charset="0"/>
                <a:cs typeface="Open Sans" panose="020B0606030504020204" pitchFamily="34" charset="0"/>
              </a:rPr>
              <a:t>= the disciplined process of discovering, documenting, and maintaining a set of requirements for a software system.</a:t>
            </a:r>
          </a:p>
        </p:txBody>
      </p:sp>
      <p:sp>
        <p:nvSpPr>
          <p:cNvPr id="4" name="Rectangle 3">
            <a:extLst>
              <a:ext uri="{FF2B5EF4-FFF2-40B4-BE49-F238E27FC236}">
                <a16:creationId xmlns:a16="http://schemas.microsoft.com/office/drawing/2014/main" id="{8E48E7B4-8342-4DBA-8318-C18CB3B06BE1}"/>
              </a:ext>
            </a:extLst>
          </p:cNvPr>
          <p:cNvSpPr>
            <a:spLocks noChangeArrowheads="1"/>
          </p:cNvSpPr>
          <p:nvPr/>
        </p:nvSpPr>
        <p:spPr bwMode="auto">
          <a:xfrm>
            <a:off x="722375" y="2353655"/>
            <a:ext cx="8010939"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rPr>
              <a:t>What happens if requirements are unclear?</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i="0" u="none" strike="noStrike" cap="none" normalizeH="0" baseline="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rPr>
              <a:t>Rework, cost overruns, unhappy customers.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03"/>
        <p:cNvGrpSpPr/>
        <p:nvPr/>
      </p:nvGrpSpPr>
      <p:grpSpPr>
        <a:xfrm>
          <a:off x="0" y="0"/>
          <a:ext cx="0" cy="0"/>
          <a:chOff x="0" y="0"/>
          <a:chExt cx="0" cy="0"/>
        </a:xfrm>
      </p:grpSpPr>
      <p:sp>
        <p:nvSpPr>
          <p:cNvPr id="704" name="Google Shape;704;p32"/>
          <p:cNvSpPr txBox="1">
            <a:spLocks noGrp="1"/>
          </p:cNvSpPr>
          <p:nvPr>
            <p:ph type="title"/>
          </p:nvPr>
        </p:nvSpPr>
        <p:spPr>
          <a:xfrm>
            <a:off x="722375" y="539500"/>
            <a:ext cx="8335486"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2200" dirty="0">
                <a:latin typeface="Open Sans" panose="020B0606030504020204" pitchFamily="34" charset="0"/>
                <a:ea typeface="Open Sans" panose="020B0606030504020204" pitchFamily="34" charset="0"/>
                <a:cs typeface="Open Sans" panose="020B0606030504020204" pitchFamily="34" charset="0"/>
              </a:rPr>
              <a:t>⚙️ The Requirements Engineering Process</a:t>
            </a:r>
            <a:endParaRPr sz="2200" dirty="0">
              <a:latin typeface="Open Sans" panose="020B0606030504020204" pitchFamily="34" charset="0"/>
              <a:ea typeface="Open Sans" panose="020B0606030504020204" pitchFamily="34" charset="0"/>
              <a:cs typeface="Open Sans" panose="020B0606030504020204" pitchFamily="34" charset="0"/>
            </a:endParaRPr>
          </a:p>
        </p:txBody>
      </p:sp>
      <p:grpSp>
        <p:nvGrpSpPr>
          <p:cNvPr id="755" name="Google Shape;755;p32"/>
          <p:cNvGrpSpPr/>
          <p:nvPr/>
        </p:nvGrpSpPr>
        <p:grpSpPr>
          <a:xfrm>
            <a:off x="8220197" y="4319776"/>
            <a:ext cx="731685" cy="731614"/>
            <a:chOff x="276382" y="1174752"/>
            <a:chExt cx="895027" cy="894940"/>
          </a:xfrm>
        </p:grpSpPr>
        <p:grpSp>
          <p:nvGrpSpPr>
            <p:cNvPr id="756" name="Google Shape;756;p32"/>
            <p:cNvGrpSpPr/>
            <p:nvPr/>
          </p:nvGrpSpPr>
          <p:grpSpPr>
            <a:xfrm>
              <a:off x="276382" y="1174752"/>
              <a:ext cx="895027" cy="894940"/>
              <a:chOff x="2861096" y="3889198"/>
              <a:chExt cx="397772" cy="397716"/>
            </a:xfrm>
          </p:grpSpPr>
          <p:sp>
            <p:nvSpPr>
              <p:cNvPr id="757" name="Google Shape;757;p32"/>
              <p:cNvSpPr/>
              <p:nvPr/>
            </p:nvSpPr>
            <p:spPr>
              <a:xfrm>
                <a:off x="2861096" y="3889198"/>
                <a:ext cx="397772" cy="397716"/>
              </a:xfrm>
              <a:custGeom>
                <a:avLst/>
                <a:gdLst/>
                <a:ahLst/>
                <a:cxnLst/>
                <a:rect l="l" t="t" r="r" b="b"/>
                <a:pathLst>
                  <a:path w="7080" h="7079" extrusionOk="0">
                    <a:moveTo>
                      <a:pt x="3545" y="0"/>
                    </a:moveTo>
                    <a:cubicBezTo>
                      <a:pt x="1588" y="0"/>
                      <a:pt x="1" y="1588"/>
                      <a:pt x="1" y="3535"/>
                    </a:cubicBezTo>
                    <a:cubicBezTo>
                      <a:pt x="1" y="5491"/>
                      <a:pt x="1588" y="7079"/>
                      <a:pt x="3545" y="7079"/>
                    </a:cubicBezTo>
                    <a:cubicBezTo>
                      <a:pt x="5501" y="7079"/>
                      <a:pt x="7079" y="5491"/>
                      <a:pt x="7079" y="3535"/>
                    </a:cubicBezTo>
                    <a:cubicBezTo>
                      <a:pt x="7079" y="1588"/>
                      <a:pt x="5501" y="0"/>
                      <a:pt x="3545" y="0"/>
                    </a:cubicBezTo>
                    <a:close/>
                  </a:path>
                </a:pathLst>
              </a:custGeom>
              <a:solidFill>
                <a:schemeClr val="accent3"/>
              </a:solidFill>
              <a:ln w="9525" cap="flat" cmpd="sng">
                <a:solidFill>
                  <a:schemeClr val="dk1"/>
                </a:solidFill>
                <a:prstDash val="solid"/>
                <a:miter lim="945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600">
                  <a:latin typeface="Open Sans" panose="020B0606030504020204" pitchFamily="34" charset="0"/>
                  <a:ea typeface="Open Sans" panose="020B0606030504020204" pitchFamily="34" charset="0"/>
                  <a:cs typeface="Open Sans" panose="020B0606030504020204" pitchFamily="34" charset="0"/>
                </a:endParaRPr>
              </a:p>
            </p:txBody>
          </p:sp>
          <p:sp>
            <p:nvSpPr>
              <p:cNvPr id="758" name="Google Shape;758;p32"/>
              <p:cNvSpPr/>
              <p:nvPr/>
            </p:nvSpPr>
            <p:spPr>
              <a:xfrm>
                <a:off x="2907821" y="3931467"/>
                <a:ext cx="304332" cy="313132"/>
              </a:xfrm>
              <a:custGeom>
                <a:avLst/>
                <a:gdLst/>
                <a:ahLst/>
                <a:cxnLst/>
                <a:rect l="l" t="t" r="r" b="b"/>
                <a:pathLst>
                  <a:path w="4282" h="4282" extrusionOk="0">
                    <a:moveTo>
                      <a:pt x="2146" y="1"/>
                    </a:moveTo>
                    <a:cubicBezTo>
                      <a:pt x="964" y="1"/>
                      <a:pt x="0" y="955"/>
                      <a:pt x="0" y="2137"/>
                    </a:cubicBezTo>
                    <a:cubicBezTo>
                      <a:pt x="0" y="3327"/>
                      <a:pt x="964" y="4282"/>
                      <a:pt x="2146" y="4282"/>
                    </a:cubicBezTo>
                    <a:cubicBezTo>
                      <a:pt x="3327" y="4282"/>
                      <a:pt x="4281" y="3327"/>
                      <a:pt x="4281" y="2137"/>
                    </a:cubicBezTo>
                    <a:cubicBezTo>
                      <a:pt x="4281" y="955"/>
                      <a:pt x="3327" y="1"/>
                      <a:pt x="2146" y="1"/>
                    </a:cubicBezTo>
                    <a:close/>
                  </a:path>
                </a:pathLst>
              </a:custGeom>
              <a:solidFill>
                <a:schemeClr val="accent1"/>
              </a:solidFill>
              <a:ln w="9525" cap="flat" cmpd="sng">
                <a:solidFill>
                  <a:schemeClr val="dk1"/>
                </a:solidFill>
                <a:prstDash val="solid"/>
                <a:miter lim="945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600">
                  <a:latin typeface="Open Sans" panose="020B0606030504020204" pitchFamily="34" charset="0"/>
                  <a:ea typeface="Open Sans" panose="020B0606030504020204" pitchFamily="34" charset="0"/>
                  <a:cs typeface="Open Sans" panose="020B0606030504020204" pitchFamily="34" charset="0"/>
                </a:endParaRPr>
              </a:p>
            </p:txBody>
          </p:sp>
        </p:grpSp>
        <p:sp>
          <p:nvSpPr>
            <p:cNvPr id="759" name="Google Shape;759;p32"/>
            <p:cNvSpPr/>
            <p:nvPr/>
          </p:nvSpPr>
          <p:spPr>
            <a:xfrm>
              <a:off x="698100" y="1366625"/>
              <a:ext cx="195250" cy="467375"/>
            </a:xfrm>
            <a:custGeom>
              <a:avLst/>
              <a:gdLst/>
              <a:ahLst/>
              <a:cxnLst/>
              <a:rect l="l" t="t" r="r" b="b"/>
              <a:pathLst>
                <a:path w="7810" h="18695" extrusionOk="0">
                  <a:moveTo>
                    <a:pt x="5916" y="0"/>
                  </a:moveTo>
                  <a:lnTo>
                    <a:pt x="0" y="9939"/>
                  </a:lnTo>
                  <a:lnTo>
                    <a:pt x="7810" y="18695"/>
                  </a:lnTo>
                </a:path>
              </a:pathLst>
            </a:custGeom>
            <a:noFill/>
            <a:ln w="9525" cap="flat" cmpd="sng">
              <a:solidFill>
                <a:schemeClr val="dk1"/>
              </a:solidFill>
              <a:prstDash val="solid"/>
              <a:round/>
              <a:headEnd type="none" w="med" len="med"/>
              <a:tailEnd type="none" w="med" len="med"/>
            </a:ln>
          </p:spPr>
        </p:sp>
      </p:grpSp>
      <p:sp>
        <p:nvSpPr>
          <p:cNvPr id="68" name="Google Shape;710;p32">
            <a:extLst>
              <a:ext uri="{FF2B5EF4-FFF2-40B4-BE49-F238E27FC236}">
                <a16:creationId xmlns:a16="http://schemas.microsoft.com/office/drawing/2014/main" id="{18C23833-C2C2-4F5C-B4DA-35986FAC3B53}"/>
              </a:ext>
            </a:extLst>
          </p:cNvPr>
          <p:cNvSpPr txBox="1">
            <a:spLocks/>
          </p:cNvSpPr>
          <p:nvPr/>
        </p:nvSpPr>
        <p:spPr>
          <a:xfrm>
            <a:off x="617056" y="3733507"/>
            <a:ext cx="7904921" cy="849897"/>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04800" algn="ctr" rtl="0">
              <a:lnSpc>
                <a:spcPct val="100000"/>
              </a:lnSpc>
              <a:spcBef>
                <a:spcPts val="0"/>
              </a:spcBef>
              <a:spcAft>
                <a:spcPts val="0"/>
              </a:spcAft>
              <a:buClr>
                <a:schemeClr val="dk1"/>
              </a:buClr>
              <a:buSzPts val="1200"/>
              <a:buFont typeface="Open Sans"/>
              <a:buNone/>
              <a:defRPr sz="1800" b="1" i="0" u="none" strike="noStrike" cap="none">
                <a:solidFill>
                  <a:schemeClr val="dk1"/>
                </a:solidFill>
                <a:latin typeface="Open Sans"/>
                <a:ea typeface="Open Sans"/>
                <a:cs typeface="Open Sans"/>
                <a:sym typeface="Open Sans"/>
              </a:defRPr>
            </a:lvl1pPr>
            <a:lvl2pPr marL="914400" marR="0" lvl="1" indent="-304800" algn="ctr" rtl="0">
              <a:lnSpc>
                <a:spcPct val="100000"/>
              </a:lnSpc>
              <a:spcBef>
                <a:spcPts val="0"/>
              </a:spcBef>
              <a:spcAft>
                <a:spcPts val="0"/>
              </a:spcAft>
              <a:buClr>
                <a:schemeClr val="dk1"/>
              </a:buClr>
              <a:buSzPts val="1200"/>
              <a:buFont typeface="Open Sans"/>
              <a:buNone/>
              <a:defRPr sz="1200" b="1" i="0" u="none" strike="noStrike" cap="none">
                <a:solidFill>
                  <a:schemeClr val="dk1"/>
                </a:solidFill>
                <a:latin typeface="Open Sans"/>
                <a:ea typeface="Open Sans"/>
                <a:cs typeface="Open Sans"/>
                <a:sym typeface="Open Sans"/>
              </a:defRPr>
            </a:lvl2pPr>
            <a:lvl3pPr marL="1371600" marR="0" lvl="2" indent="-304800" algn="ctr" rtl="0">
              <a:lnSpc>
                <a:spcPct val="100000"/>
              </a:lnSpc>
              <a:spcBef>
                <a:spcPts val="0"/>
              </a:spcBef>
              <a:spcAft>
                <a:spcPts val="0"/>
              </a:spcAft>
              <a:buClr>
                <a:schemeClr val="dk1"/>
              </a:buClr>
              <a:buSzPts val="1200"/>
              <a:buFont typeface="Open Sans"/>
              <a:buNone/>
              <a:defRPr sz="1200" b="1" i="0" u="none" strike="noStrike" cap="none">
                <a:solidFill>
                  <a:schemeClr val="dk1"/>
                </a:solidFill>
                <a:latin typeface="Open Sans"/>
                <a:ea typeface="Open Sans"/>
                <a:cs typeface="Open Sans"/>
                <a:sym typeface="Open Sans"/>
              </a:defRPr>
            </a:lvl3pPr>
            <a:lvl4pPr marL="1828800" marR="0" lvl="3" indent="-304800" algn="ctr" rtl="0">
              <a:lnSpc>
                <a:spcPct val="100000"/>
              </a:lnSpc>
              <a:spcBef>
                <a:spcPts val="0"/>
              </a:spcBef>
              <a:spcAft>
                <a:spcPts val="0"/>
              </a:spcAft>
              <a:buClr>
                <a:schemeClr val="dk1"/>
              </a:buClr>
              <a:buSzPts val="1200"/>
              <a:buFont typeface="Open Sans"/>
              <a:buNone/>
              <a:defRPr sz="1200" b="1" i="0" u="none" strike="noStrike" cap="none">
                <a:solidFill>
                  <a:schemeClr val="dk1"/>
                </a:solidFill>
                <a:latin typeface="Open Sans"/>
                <a:ea typeface="Open Sans"/>
                <a:cs typeface="Open Sans"/>
                <a:sym typeface="Open Sans"/>
              </a:defRPr>
            </a:lvl4pPr>
            <a:lvl5pPr marL="2286000" marR="0" lvl="4" indent="-304800" algn="ctr" rtl="0">
              <a:lnSpc>
                <a:spcPct val="100000"/>
              </a:lnSpc>
              <a:spcBef>
                <a:spcPts val="0"/>
              </a:spcBef>
              <a:spcAft>
                <a:spcPts val="0"/>
              </a:spcAft>
              <a:buClr>
                <a:schemeClr val="dk1"/>
              </a:buClr>
              <a:buSzPts val="1200"/>
              <a:buFont typeface="Open Sans"/>
              <a:buNone/>
              <a:defRPr sz="1200" b="1" i="0" u="none" strike="noStrike" cap="none">
                <a:solidFill>
                  <a:schemeClr val="dk1"/>
                </a:solidFill>
                <a:latin typeface="Open Sans"/>
                <a:ea typeface="Open Sans"/>
                <a:cs typeface="Open Sans"/>
                <a:sym typeface="Open Sans"/>
              </a:defRPr>
            </a:lvl5pPr>
            <a:lvl6pPr marL="2743200" marR="0" lvl="5" indent="-304800" algn="ctr" rtl="0">
              <a:lnSpc>
                <a:spcPct val="100000"/>
              </a:lnSpc>
              <a:spcBef>
                <a:spcPts val="0"/>
              </a:spcBef>
              <a:spcAft>
                <a:spcPts val="0"/>
              </a:spcAft>
              <a:buClr>
                <a:schemeClr val="dk1"/>
              </a:buClr>
              <a:buSzPts val="1200"/>
              <a:buFont typeface="Open Sans"/>
              <a:buNone/>
              <a:defRPr sz="1200" b="1" i="0" u="none" strike="noStrike" cap="none">
                <a:solidFill>
                  <a:schemeClr val="dk1"/>
                </a:solidFill>
                <a:latin typeface="Open Sans"/>
                <a:ea typeface="Open Sans"/>
                <a:cs typeface="Open Sans"/>
                <a:sym typeface="Open Sans"/>
              </a:defRPr>
            </a:lvl6pPr>
            <a:lvl7pPr marL="3200400" marR="0" lvl="6" indent="-304800" algn="ctr" rtl="0">
              <a:lnSpc>
                <a:spcPct val="100000"/>
              </a:lnSpc>
              <a:spcBef>
                <a:spcPts val="0"/>
              </a:spcBef>
              <a:spcAft>
                <a:spcPts val="0"/>
              </a:spcAft>
              <a:buClr>
                <a:schemeClr val="dk1"/>
              </a:buClr>
              <a:buSzPts val="1200"/>
              <a:buFont typeface="Open Sans"/>
              <a:buNone/>
              <a:defRPr sz="1200" b="1" i="0" u="none" strike="noStrike" cap="none">
                <a:solidFill>
                  <a:schemeClr val="dk1"/>
                </a:solidFill>
                <a:latin typeface="Open Sans"/>
                <a:ea typeface="Open Sans"/>
                <a:cs typeface="Open Sans"/>
                <a:sym typeface="Open Sans"/>
              </a:defRPr>
            </a:lvl7pPr>
            <a:lvl8pPr marL="3657600" marR="0" lvl="7" indent="-304800" algn="ctr" rtl="0">
              <a:lnSpc>
                <a:spcPct val="100000"/>
              </a:lnSpc>
              <a:spcBef>
                <a:spcPts val="0"/>
              </a:spcBef>
              <a:spcAft>
                <a:spcPts val="0"/>
              </a:spcAft>
              <a:buClr>
                <a:schemeClr val="dk1"/>
              </a:buClr>
              <a:buSzPts val="1200"/>
              <a:buFont typeface="Open Sans"/>
              <a:buNone/>
              <a:defRPr sz="1200" b="1" i="0" u="none" strike="noStrike" cap="none">
                <a:solidFill>
                  <a:schemeClr val="dk1"/>
                </a:solidFill>
                <a:latin typeface="Open Sans"/>
                <a:ea typeface="Open Sans"/>
                <a:cs typeface="Open Sans"/>
                <a:sym typeface="Open Sans"/>
              </a:defRPr>
            </a:lvl8pPr>
            <a:lvl9pPr marL="4114800" marR="0" lvl="8" indent="-304800" algn="ctr" rtl="0">
              <a:lnSpc>
                <a:spcPct val="100000"/>
              </a:lnSpc>
              <a:spcBef>
                <a:spcPts val="0"/>
              </a:spcBef>
              <a:spcAft>
                <a:spcPts val="0"/>
              </a:spcAft>
              <a:buClr>
                <a:schemeClr val="dk1"/>
              </a:buClr>
              <a:buSzPts val="1200"/>
              <a:buFont typeface="Open Sans"/>
              <a:buNone/>
              <a:defRPr sz="1200" b="1" i="0" u="none" strike="noStrike" cap="none">
                <a:solidFill>
                  <a:schemeClr val="dk1"/>
                </a:solidFill>
                <a:latin typeface="Open Sans"/>
                <a:ea typeface="Open Sans"/>
                <a:cs typeface="Open Sans"/>
                <a:sym typeface="Open Sans"/>
              </a:defRPr>
            </a:lvl9pPr>
          </a:lstStyle>
          <a:p>
            <a:pPr marL="0" indent="0" algn="l"/>
            <a:endParaRPr lang="en-US" sz="1600" b="0" dirty="0">
              <a:latin typeface="Open Sans" panose="020B0606030504020204" pitchFamily="34" charset="0"/>
              <a:ea typeface="Open Sans" panose="020B0606030504020204" pitchFamily="34" charset="0"/>
              <a:cs typeface="Open Sans" panose="020B0606030504020204" pitchFamily="34" charset="0"/>
            </a:endParaRPr>
          </a:p>
        </p:txBody>
      </p:sp>
      <p:sp>
        <p:nvSpPr>
          <p:cNvPr id="10" name="Rectangle 2">
            <a:extLst>
              <a:ext uri="{FF2B5EF4-FFF2-40B4-BE49-F238E27FC236}">
                <a16:creationId xmlns:a16="http://schemas.microsoft.com/office/drawing/2014/main" id="{B3B4DD6D-5417-4E39-9B36-F6A56B3F1FDC}"/>
              </a:ext>
            </a:extLst>
          </p:cNvPr>
          <p:cNvSpPr>
            <a:spLocks noChangeArrowheads="1"/>
          </p:cNvSpPr>
          <p:nvPr/>
        </p:nvSpPr>
        <p:spPr bwMode="auto">
          <a:xfrm>
            <a:off x="722375" y="3199325"/>
            <a:ext cx="6760184"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rPr>
              <a:t>Each step helps ensure we build </a:t>
            </a:r>
            <a:r>
              <a:rPr kumimoji="0" lang="en-US" altLang="en-US" sz="1600" b="1" i="0" u="none" strike="noStrike" cap="none" normalizeH="0" baseline="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rPr>
              <a:t>the right system</a:t>
            </a:r>
            <a:r>
              <a:rPr kumimoji="0" lang="en-US" altLang="en-US" sz="1600" b="0" i="0" u="none" strike="noStrike" cap="none" normalizeH="0" baseline="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rPr>
              <a:t>, not just build it.</a:t>
            </a:r>
          </a:p>
        </p:txBody>
      </p:sp>
      <p:sp>
        <p:nvSpPr>
          <p:cNvPr id="11" name="Google Shape;90;p17">
            <a:extLst>
              <a:ext uri="{FF2B5EF4-FFF2-40B4-BE49-F238E27FC236}">
                <a16:creationId xmlns:a16="http://schemas.microsoft.com/office/drawing/2014/main" id="{E3D6CEFD-6E7D-492F-A027-AEEBEE0E36EB}"/>
              </a:ext>
            </a:extLst>
          </p:cNvPr>
          <p:cNvSpPr txBox="1"/>
          <p:nvPr/>
        </p:nvSpPr>
        <p:spPr>
          <a:xfrm>
            <a:off x="722375" y="2025438"/>
            <a:ext cx="1636800" cy="680468"/>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rgbClr val="000000"/>
              </a:buClr>
              <a:buSzPts val="1100"/>
              <a:buFont typeface="Arial"/>
              <a:buNone/>
            </a:pPr>
            <a:r>
              <a:rPr lang="en-US" sz="1200" dirty="0">
                <a:solidFill>
                  <a:schemeClr val="dk1"/>
                </a:solidFill>
                <a:latin typeface="Montserrat"/>
                <a:ea typeface="Montserrat"/>
                <a:cs typeface="Montserrat"/>
                <a:sym typeface="Montserrat"/>
              </a:rPr>
              <a:t>gathering requirements </a:t>
            </a:r>
            <a:endParaRPr sz="1200" dirty="0">
              <a:solidFill>
                <a:schemeClr val="dk1"/>
              </a:solidFill>
              <a:latin typeface="Montserrat"/>
              <a:ea typeface="Montserrat"/>
              <a:cs typeface="Montserrat"/>
              <a:sym typeface="Montserrat"/>
            </a:endParaRPr>
          </a:p>
        </p:txBody>
      </p:sp>
      <p:sp>
        <p:nvSpPr>
          <p:cNvPr id="12" name="Google Shape;91;p17">
            <a:extLst>
              <a:ext uri="{FF2B5EF4-FFF2-40B4-BE49-F238E27FC236}">
                <a16:creationId xmlns:a16="http://schemas.microsoft.com/office/drawing/2014/main" id="{2279CB51-E01E-4DA8-A38A-C93DFB362F5F}"/>
              </a:ext>
            </a:extLst>
          </p:cNvPr>
          <p:cNvSpPr txBox="1"/>
          <p:nvPr/>
        </p:nvSpPr>
        <p:spPr>
          <a:xfrm>
            <a:off x="757520" y="1594338"/>
            <a:ext cx="1636800" cy="431100"/>
          </a:xfrm>
          <a:prstGeom prst="rect">
            <a:avLst/>
          </a:prstGeom>
          <a:solidFill>
            <a:schemeClr val="dk2"/>
          </a:solid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US" sz="1600" b="1" dirty="0">
                <a:latin typeface="Open Sans" panose="020B0606030504020204" pitchFamily="34" charset="0"/>
                <a:ea typeface="Open Sans" panose="020B0606030504020204" pitchFamily="34" charset="0"/>
                <a:cs typeface="Open Sans" panose="020B0606030504020204" pitchFamily="34" charset="0"/>
              </a:rPr>
              <a:t>Elicitation</a:t>
            </a:r>
            <a:endParaRPr sz="1600" dirty="0">
              <a:solidFill>
                <a:schemeClr val="dk1"/>
              </a:solidFill>
              <a:latin typeface="Montserrat"/>
              <a:ea typeface="Montserrat"/>
              <a:cs typeface="Montserrat"/>
              <a:sym typeface="Montserrat"/>
            </a:endParaRPr>
          </a:p>
        </p:txBody>
      </p:sp>
      <p:sp>
        <p:nvSpPr>
          <p:cNvPr id="13" name="Google Shape;92;p17">
            <a:extLst>
              <a:ext uri="{FF2B5EF4-FFF2-40B4-BE49-F238E27FC236}">
                <a16:creationId xmlns:a16="http://schemas.microsoft.com/office/drawing/2014/main" id="{9D06C6F9-3822-48AA-ABD0-36C5E893A62C}"/>
              </a:ext>
            </a:extLst>
          </p:cNvPr>
          <p:cNvSpPr txBox="1"/>
          <p:nvPr/>
        </p:nvSpPr>
        <p:spPr>
          <a:xfrm>
            <a:off x="2525230" y="2040016"/>
            <a:ext cx="1921679" cy="764031"/>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rgbClr val="000000"/>
              </a:buClr>
              <a:buSzPts val="1100"/>
              <a:buFont typeface="Arial"/>
              <a:buNone/>
            </a:pPr>
            <a:r>
              <a:rPr lang="en-US" sz="1200" dirty="0">
                <a:solidFill>
                  <a:schemeClr val="dk1"/>
                </a:solidFill>
                <a:latin typeface="Montserrat"/>
                <a:ea typeface="Montserrat"/>
                <a:cs typeface="Montserrat"/>
                <a:sym typeface="Montserrat"/>
              </a:rPr>
              <a:t>Documenting the gathered requirements </a:t>
            </a:r>
            <a:endParaRPr sz="1200" dirty="0">
              <a:solidFill>
                <a:schemeClr val="dk1"/>
              </a:solidFill>
              <a:latin typeface="Montserrat"/>
              <a:ea typeface="Montserrat"/>
              <a:cs typeface="Montserrat"/>
              <a:sym typeface="Montserrat"/>
            </a:endParaRPr>
          </a:p>
        </p:txBody>
      </p:sp>
      <p:sp>
        <p:nvSpPr>
          <p:cNvPr id="14" name="Google Shape;93;p17">
            <a:extLst>
              <a:ext uri="{FF2B5EF4-FFF2-40B4-BE49-F238E27FC236}">
                <a16:creationId xmlns:a16="http://schemas.microsoft.com/office/drawing/2014/main" id="{FECE950A-D141-4C79-B1E2-232BA3B8B809}"/>
              </a:ext>
            </a:extLst>
          </p:cNvPr>
          <p:cNvSpPr txBox="1"/>
          <p:nvPr/>
        </p:nvSpPr>
        <p:spPr>
          <a:xfrm>
            <a:off x="2667669" y="1594338"/>
            <a:ext cx="1636800" cy="431100"/>
          </a:xfrm>
          <a:prstGeom prst="rect">
            <a:avLst/>
          </a:prstGeom>
          <a:solidFill>
            <a:schemeClr val="lt2"/>
          </a:solid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US" sz="1600" b="1" dirty="0">
                <a:latin typeface="Open Sans" panose="020B0606030504020204" pitchFamily="34" charset="0"/>
                <a:ea typeface="Open Sans" panose="020B0606030504020204" pitchFamily="34" charset="0"/>
                <a:cs typeface="Open Sans" panose="020B0606030504020204" pitchFamily="34" charset="0"/>
              </a:rPr>
              <a:t>Specification</a:t>
            </a:r>
            <a:endParaRPr sz="1600" dirty="0">
              <a:solidFill>
                <a:schemeClr val="dk1"/>
              </a:solidFill>
              <a:latin typeface="Montserrat"/>
              <a:ea typeface="Montserrat"/>
              <a:cs typeface="Montserrat"/>
              <a:sym typeface="Montserrat"/>
            </a:endParaRPr>
          </a:p>
        </p:txBody>
      </p:sp>
      <p:sp>
        <p:nvSpPr>
          <p:cNvPr id="15" name="Google Shape;95;p17">
            <a:extLst>
              <a:ext uri="{FF2B5EF4-FFF2-40B4-BE49-F238E27FC236}">
                <a16:creationId xmlns:a16="http://schemas.microsoft.com/office/drawing/2014/main" id="{41962239-B304-41F0-A230-90EC707DDD04}"/>
              </a:ext>
            </a:extLst>
          </p:cNvPr>
          <p:cNvSpPr txBox="1"/>
          <p:nvPr/>
        </p:nvSpPr>
        <p:spPr>
          <a:xfrm>
            <a:off x="6692279" y="1588642"/>
            <a:ext cx="1636800" cy="431100"/>
          </a:xfrm>
          <a:prstGeom prst="rect">
            <a:avLst/>
          </a:prstGeom>
          <a:solidFill>
            <a:schemeClr val="accent2"/>
          </a:solid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US" sz="1600" b="1" dirty="0">
                <a:latin typeface="Open Sans" panose="020B0606030504020204" pitchFamily="34" charset="0"/>
                <a:ea typeface="Open Sans" panose="020B0606030504020204" pitchFamily="34" charset="0"/>
                <a:cs typeface="Open Sans" panose="020B0606030504020204" pitchFamily="34" charset="0"/>
              </a:rPr>
              <a:t>Management</a:t>
            </a:r>
            <a:endParaRPr sz="1600" dirty="0">
              <a:solidFill>
                <a:schemeClr val="dk1"/>
              </a:solidFill>
              <a:latin typeface="Montserrat"/>
              <a:ea typeface="Montserrat"/>
              <a:cs typeface="Montserrat"/>
              <a:sym typeface="Montserrat"/>
            </a:endParaRPr>
          </a:p>
        </p:txBody>
      </p:sp>
      <p:sp>
        <p:nvSpPr>
          <p:cNvPr id="16" name="Google Shape;96;p17">
            <a:extLst>
              <a:ext uri="{FF2B5EF4-FFF2-40B4-BE49-F238E27FC236}">
                <a16:creationId xmlns:a16="http://schemas.microsoft.com/office/drawing/2014/main" id="{DF7A2FB4-559B-41ED-A810-BC05A43E81D4}"/>
              </a:ext>
            </a:extLst>
          </p:cNvPr>
          <p:cNvSpPr txBox="1"/>
          <p:nvPr/>
        </p:nvSpPr>
        <p:spPr>
          <a:xfrm>
            <a:off x="6620131" y="2052738"/>
            <a:ext cx="1841112" cy="696957"/>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rgbClr val="000000"/>
              </a:buClr>
              <a:buSzPts val="1100"/>
              <a:buFont typeface="Arial"/>
              <a:buNone/>
            </a:pPr>
            <a:r>
              <a:rPr lang="en-US" sz="1200" dirty="0">
                <a:solidFill>
                  <a:schemeClr val="dk1"/>
                </a:solidFill>
                <a:latin typeface="Montserrat"/>
                <a:ea typeface="Montserrat"/>
                <a:cs typeface="Montserrat"/>
                <a:sym typeface="Montserrat"/>
              </a:rPr>
              <a:t>Right tools to manage</a:t>
            </a:r>
            <a:endParaRPr sz="1200" dirty="0">
              <a:solidFill>
                <a:schemeClr val="dk1"/>
              </a:solidFill>
              <a:latin typeface="Montserrat"/>
              <a:ea typeface="Montserrat"/>
              <a:cs typeface="Montserrat"/>
              <a:sym typeface="Montserrat"/>
            </a:endParaRPr>
          </a:p>
        </p:txBody>
      </p:sp>
      <p:sp>
        <p:nvSpPr>
          <p:cNvPr id="17" name="Google Shape;97;p17">
            <a:extLst>
              <a:ext uri="{FF2B5EF4-FFF2-40B4-BE49-F238E27FC236}">
                <a16:creationId xmlns:a16="http://schemas.microsoft.com/office/drawing/2014/main" id="{25C1DD49-D3E5-4821-96F2-CF911BE49575}"/>
              </a:ext>
            </a:extLst>
          </p:cNvPr>
          <p:cNvSpPr txBox="1"/>
          <p:nvPr/>
        </p:nvSpPr>
        <p:spPr>
          <a:xfrm>
            <a:off x="4577818" y="1599601"/>
            <a:ext cx="1841112" cy="431100"/>
          </a:xfrm>
          <a:prstGeom prst="rect">
            <a:avLst/>
          </a:prstGeom>
          <a:solidFill>
            <a:schemeClr val="accent1"/>
          </a:solid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US" sz="1600" b="1" dirty="0">
                <a:latin typeface="Open Sans" panose="020B0606030504020204" pitchFamily="34" charset="0"/>
                <a:ea typeface="Open Sans" panose="020B0606030504020204" pitchFamily="34" charset="0"/>
                <a:cs typeface="Open Sans" panose="020B0606030504020204" pitchFamily="34" charset="0"/>
              </a:rPr>
              <a:t>Validation</a:t>
            </a:r>
            <a:endParaRPr sz="1600" dirty="0">
              <a:solidFill>
                <a:schemeClr val="dk1"/>
              </a:solidFill>
              <a:latin typeface="Montserrat"/>
              <a:ea typeface="Montserrat"/>
              <a:cs typeface="Montserrat"/>
              <a:sym typeface="Montserrat"/>
            </a:endParaRPr>
          </a:p>
        </p:txBody>
      </p:sp>
      <p:cxnSp>
        <p:nvCxnSpPr>
          <p:cNvPr id="21" name="Google Shape;104;p17">
            <a:extLst>
              <a:ext uri="{FF2B5EF4-FFF2-40B4-BE49-F238E27FC236}">
                <a16:creationId xmlns:a16="http://schemas.microsoft.com/office/drawing/2014/main" id="{ECBED518-D7C1-4CBF-BC05-26379D9A3DF3}"/>
              </a:ext>
            </a:extLst>
          </p:cNvPr>
          <p:cNvCxnSpPr>
            <a:cxnSpLocks/>
            <a:stCxn id="15" idx="3"/>
            <a:endCxn id="15" idx="3"/>
          </p:cNvCxnSpPr>
          <p:nvPr/>
        </p:nvCxnSpPr>
        <p:spPr>
          <a:xfrm>
            <a:off x="8329079" y="1804192"/>
            <a:ext cx="0" cy="0"/>
          </a:xfrm>
          <a:prstGeom prst="straightConnector1">
            <a:avLst/>
          </a:prstGeom>
          <a:noFill/>
          <a:ln w="9525" cap="flat" cmpd="sng">
            <a:solidFill>
              <a:schemeClr val="dk1"/>
            </a:solidFill>
            <a:prstDash val="solid"/>
            <a:round/>
            <a:headEnd type="none" w="med" len="med"/>
            <a:tailEnd type="none" w="med" len="med"/>
          </a:ln>
        </p:spPr>
      </p:cxnSp>
      <p:sp>
        <p:nvSpPr>
          <p:cNvPr id="54" name="TextBox 53">
            <a:extLst>
              <a:ext uri="{FF2B5EF4-FFF2-40B4-BE49-F238E27FC236}">
                <a16:creationId xmlns:a16="http://schemas.microsoft.com/office/drawing/2014/main" id="{213F6E5D-B174-4448-A960-2C57EAA393D9}"/>
              </a:ext>
            </a:extLst>
          </p:cNvPr>
          <p:cNvSpPr txBox="1"/>
          <p:nvPr/>
        </p:nvSpPr>
        <p:spPr>
          <a:xfrm>
            <a:off x="2357947" y="1636399"/>
            <a:ext cx="309722" cy="307777"/>
          </a:xfrm>
          <a:prstGeom prst="rect">
            <a:avLst/>
          </a:prstGeom>
          <a:noFill/>
        </p:spPr>
        <p:txBody>
          <a:bodyPr wrap="square">
            <a:spAutoFit/>
          </a:bodyPr>
          <a:lstStyle/>
          <a:p>
            <a:r>
              <a:rPr lang="en-US" sz="1400" b="1" dirty="0">
                <a:latin typeface="Open Sans" panose="020B0606030504020204" pitchFamily="34" charset="0"/>
                <a:ea typeface="Open Sans" panose="020B0606030504020204" pitchFamily="34" charset="0"/>
                <a:cs typeface="Open Sans" panose="020B0606030504020204" pitchFamily="34" charset="0"/>
              </a:rPr>
              <a:t>→</a:t>
            </a:r>
            <a:endParaRPr lang="en-US" dirty="0"/>
          </a:p>
        </p:txBody>
      </p:sp>
      <p:sp>
        <p:nvSpPr>
          <p:cNvPr id="55" name="TextBox 54">
            <a:extLst>
              <a:ext uri="{FF2B5EF4-FFF2-40B4-BE49-F238E27FC236}">
                <a16:creationId xmlns:a16="http://schemas.microsoft.com/office/drawing/2014/main" id="{88122735-5A0D-45BB-93F2-172F43279530}"/>
              </a:ext>
            </a:extLst>
          </p:cNvPr>
          <p:cNvSpPr txBox="1"/>
          <p:nvPr/>
        </p:nvSpPr>
        <p:spPr>
          <a:xfrm>
            <a:off x="4268096" y="1636399"/>
            <a:ext cx="309722" cy="307777"/>
          </a:xfrm>
          <a:prstGeom prst="rect">
            <a:avLst/>
          </a:prstGeom>
          <a:noFill/>
        </p:spPr>
        <p:txBody>
          <a:bodyPr wrap="square">
            <a:spAutoFit/>
          </a:bodyPr>
          <a:lstStyle/>
          <a:p>
            <a:r>
              <a:rPr lang="en-US" sz="1400" b="1" dirty="0">
                <a:latin typeface="Open Sans" panose="020B0606030504020204" pitchFamily="34" charset="0"/>
                <a:ea typeface="Open Sans" panose="020B0606030504020204" pitchFamily="34" charset="0"/>
                <a:cs typeface="Open Sans" panose="020B0606030504020204" pitchFamily="34" charset="0"/>
              </a:rPr>
              <a:t>→</a:t>
            </a:r>
            <a:endParaRPr lang="en-US" dirty="0"/>
          </a:p>
        </p:txBody>
      </p:sp>
      <p:sp>
        <p:nvSpPr>
          <p:cNvPr id="56" name="TextBox 55">
            <a:extLst>
              <a:ext uri="{FF2B5EF4-FFF2-40B4-BE49-F238E27FC236}">
                <a16:creationId xmlns:a16="http://schemas.microsoft.com/office/drawing/2014/main" id="{9A0CD4F3-B927-4A35-A958-96608DEFFE06}"/>
              </a:ext>
            </a:extLst>
          </p:cNvPr>
          <p:cNvSpPr txBox="1"/>
          <p:nvPr/>
        </p:nvSpPr>
        <p:spPr>
          <a:xfrm>
            <a:off x="6368251" y="1650303"/>
            <a:ext cx="309722" cy="307777"/>
          </a:xfrm>
          <a:prstGeom prst="rect">
            <a:avLst/>
          </a:prstGeom>
          <a:noFill/>
        </p:spPr>
        <p:txBody>
          <a:bodyPr wrap="square">
            <a:spAutoFit/>
          </a:bodyPr>
          <a:lstStyle/>
          <a:p>
            <a:r>
              <a:rPr lang="en-US" sz="1400" b="1" dirty="0">
                <a:latin typeface="Open Sans" panose="020B0606030504020204" pitchFamily="34" charset="0"/>
                <a:ea typeface="Open Sans" panose="020B0606030504020204" pitchFamily="34" charset="0"/>
                <a:cs typeface="Open Sans" panose="020B0606030504020204" pitchFamily="34" charset="0"/>
              </a:rPr>
              <a:t>→</a:t>
            </a:r>
            <a:endParaRPr lang="en-US" dirty="0"/>
          </a:p>
        </p:txBody>
      </p:sp>
      <p:sp>
        <p:nvSpPr>
          <p:cNvPr id="58" name="Google Shape;96;p17">
            <a:extLst>
              <a:ext uri="{FF2B5EF4-FFF2-40B4-BE49-F238E27FC236}">
                <a16:creationId xmlns:a16="http://schemas.microsoft.com/office/drawing/2014/main" id="{EE39D4C8-56F3-4A08-AAA8-409DB3396D95}"/>
              </a:ext>
            </a:extLst>
          </p:cNvPr>
          <p:cNvSpPr txBox="1"/>
          <p:nvPr/>
        </p:nvSpPr>
        <p:spPr>
          <a:xfrm>
            <a:off x="4612964" y="2107089"/>
            <a:ext cx="1841112" cy="696958"/>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rgbClr val="000000"/>
              </a:buClr>
              <a:buSzPts val="1100"/>
              <a:buFont typeface="Arial"/>
              <a:buNone/>
            </a:pPr>
            <a:r>
              <a:rPr lang="en-US" sz="1200" dirty="0">
                <a:solidFill>
                  <a:schemeClr val="dk1"/>
                </a:solidFill>
                <a:latin typeface="Montserrat"/>
                <a:ea typeface="Montserrat"/>
                <a:cs typeface="Montserrat"/>
                <a:sym typeface="Montserrat"/>
              </a:rPr>
              <a:t>documented requirements are Correct</a:t>
            </a:r>
          </a:p>
        </p:txBody>
      </p:sp>
    </p:spTree>
    <p:extLst>
      <p:ext uri="{BB962C8B-B14F-4D97-AF65-F5344CB8AC3E}">
        <p14:creationId xmlns:p14="http://schemas.microsoft.com/office/powerpoint/2010/main" val="36676033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03"/>
        <p:cNvGrpSpPr/>
        <p:nvPr/>
      </p:nvGrpSpPr>
      <p:grpSpPr>
        <a:xfrm>
          <a:off x="0" y="0"/>
          <a:ext cx="0" cy="0"/>
          <a:chOff x="0" y="0"/>
          <a:chExt cx="0" cy="0"/>
        </a:xfrm>
      </p:grpSpPr>
      <p:sp>
        <p:nvSpPr>
          <p:cNvPr id="704" name="Google Shape;704;p32"/>
          <p:cNvSpPr txBox="1">
            <a:spLocks noGrp="1"/>
          </p:cNvSpPr>
          <p:nvPr>
            <p:ph type="title"/>
          </p:nvPr>
        </p:nvSpPr>
        <p:spPr>
          <a:xfrm>
            <a:off x="722375" y="539500"/>
            <a:ext cx="8335486"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2200" dirty="0">
                <a:latin typeface="Open Sans" panose="020B0606030504020204" pitchFamily="34" charset="0"/>
                <a:ea typeface="Open Sans" panose="020B0606030504020204" pitchFamily="34" charset="0"/>
                <a:cs typeface="Open Sans" panose="020B0606030504020204" pitchFamily="34" charset="0"/>
              </a:rPr>
              <a:t>🔍 1. Requirements Elicitation</a:t>
            </a:r>
          </a:p>
        </p:txBody>
      </p:sp>
      <p:grpSp>
        <p:nvGrpSpPr>
          <p:cNvPr id="755" name="Google Shape;755;p32"/>
          <p:cNvGrpSpPr/>
          <p:nvPr/>
        </p:nvGrpSpPr>
        <p:grpSpPr>
          <a:xfrm>
            <a:off x="8220197" y="4319776"/>
            <a:ext cx="731685" cy="731614"/>
            <a:chOff x="276382" y="1174752"/>
            <a:chExt cx="895027" cy="894940"/>
          </a:xfrm>
        </p:grpSpPr>
        <p:grpSp>
          <p:nvGrpSpPr>
            <p:cNvPr id="756" name="Google Shape;756;p32"/>
            <p:cNvGrpSpPr/>
            <p:nvPr/>
          </p:nvGrpSpPr>
          <p:grpSpPr>
            <a:xfrm>
              <a:off x="276382" y="1174752"/>
              <a:ext cx="895027" cy="894940"/>
              <a:chOff x="2861096" y="3889198"/>
              <a:chExt cx="397772" cy="397716"/>
            </a:xfrm>
          </p:grpSpPr>
          <p:sp>
            <p:nvSpPr>
              <p:cNvPr id="757" name="Google Shape;757;p32"/>
              <p:cNvSpPr/>
              <p:nvPr/>
            </p:nvSpPr>
            <p:spPr>
              <a:xfrm>
                <a:off x="2861096" y="3889198"/>
                <a:ext cx="397772" cy="397716"/>
              </a:xfrm>
              <a:custGeom>
                <a:avLst/>
                <a:gdLst/>
                <a:ahLst/>
                <a:cxnLst/>
                <a:rect l="l" t="t" r="r" b="b"/>
                <a:pathLst>
                  <a:path w="7080" h="7079" extrusionOk="0">
                    <a:moveTo>
                      <a:pt x="3545" y="0"/>
                    </a:moveTo>
                    <a:cubicBezTo>
                      <a:pt x="1588" y="0"/>
                      <a:pt x="1" y="1588"/>
                      <a:pt x="1" y="3535"/>
                    </a:cubicBezTo>
                    <a:cubicBezTo>
                      <a:pt x="1" y="5491"/>
                      <a:pt x="1588" y="7079"/>
                      <a:pt x="3545" y="7079"/>
                    </a:cubicBezTo>
                    <a:cubicBezTo>
                      <a:pt x="5501" y="7079"/>
                      <a:pt x="7079" y="5491"/>
                      <a:pt x="7079" y="3535"/>
                    </a:cubicBezTo>
                    <a:cubicBezTo>
                      <a:pt x="7079" y="1588"/>
                      <a:pt x="5501" y="0"/>
                      <a:pt x="3545" y="0"/>
                    </a:cubicBezTo>
                    <a:close/>
                  </a:path>
                </a:pathLst>
              </a:custGeom>
              <a:solidFill>
                <a:schemeClr val="accent3"/>
              </a:solidFill>
              <a:ln w="9525" cap="flat" cmpd="sng">
                <a:solidFill>
                  <a:schemeClr val="dk1"/>
                </a:solidFill>
                <a:prstDash val="solid"/>
                <a:miter lim="945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600">
                  <a:latin typeface="Open Sans" panose="020B0606030504020204" pitchFamily="34" charset="0"/>
                  <a:ea typeface="Open Sans" panose="020B0606030504020204" pitchFamily="34" charset="0"/>
                  <a:cs typeface="Open Sans" panose="020B0606030504020204" pitchFamily="34" charset="0"/>
                </a:endParaRPr>
              </a:p>
            </p:txBody>
          </p:sp>
          <p:sp>
            <p:nvSpPr>
              <p:cNvPr id="758" name="Google Shape;758;p32"/>
              <p:cNvSpPr/>
              <p:nvPr/>
            </p:nvSpPr>
            <p:spPr>
              <a:xfrm>
                <a:off x="2907821" y="3931467"/>
                <a:ext cx="304332" cy="313132"/>
              </a:xfrm>
              <a:custGeom>
                <a:avLst/>
                <a:gdLst/>
                <a:ahLst/>
                <a:cxnLst/>
                <a:rect l="l" t="t" r="r" b="b"/>
                <a:pathLst>
                  <a:path w="4282" h="4282" extrusionOk="0">
                    <a:moveTo>
                      <a:pt x="2146" y="1"/>
                    </a:moveTo>
                    <a:cubicBezTo>
                      <a:pt x="964" y="1"/>
                      <a:pt x="0" y="955"/>
                      <a:pt x="0" y="2137"/>
                    </a:cubicBezTo>
                    <a:cubicBezTo>
                      <a:pt x="0" y="3327"/>
                      <a:pt x="964" y="4282"/>
                      <a:pt x="2146" y="4282"/>
                    </a:cubicBezTo>
                    <a:cubicBezTo>
                      <a:pt x="3327" y="4282"/>
                      <a:pt x="4281" y="3327"/>
                      <a:pt x="4281" y="2137"/>
                    </a:cubicBezTo>
                    <a:cubicBezTo>
                      <a:pt x="4281" y="955"/>
                      <a:pt x="3327" y="1"/>
                      <a:pt x="2146" y="1"/>
                    </a:cubicBezTo>
                    <a:close/>
                  </a:path>
                </a:pathLst>
              </a:custGeom>
              <a:solidFill>
                <a:schemeClr val="accent1"/>
              </a:solidFill>
              <a:ln w="9525" cap="flat" cmpd="sng">
                <a:solidFill>
                  <a:schemeClr val="dk1"/>
                </a:solidFill>
                <a:prstDash val="solid"/>
                <a:miter lim="945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600">
                  <a:latin typeface="Open Sans" panose="020B0606030504020204" pitchFamily="34" charset="0"/>
                  <a:ea typeface="Open Sans" panose="020B0606030504020204" pitchFamily="34" charset="0"/>
                  <a:cs typeface="Open Sans" panose="020B0606030504020204" pitchFamily="34" charset="0"/>
                </a:endParaRPr>
              </a:p>
            </p:txBody>
          </p:sp>
        </p:grpSp>
        <p:sp>
          <p:nvSpPr>
            <p:cNvPr id="759" name="Google Shape;759;p32"/>
            <p:cNvSpPr/>
            <p:nvPr/>
          </p:nvSpPr>
          <p:spPr>
            <a:xfrm>
              <a:off x="698100" y="1366625"/>
              <a:ext cx="195250" cy="467375"/>
            </a:xfrm>
            <a:custGeom>
              <a:avLst/>
              <a:gdLst/>
              <a:ahLst/>
              <a:cxnLst/>
              <a:rect l="l" t="t" r="r" b="b"/>
              <a:pathLst>
                <a:path w="7810" h="18695" extrusionOk="0">
                  <a:moveTo>
                    <a:pt x="5916" y="0"/>
                  </a:moveTo>
                  <a:lnTo>
                    <a:pt x="0" y="9939"/>
                  </a:lnTo>
                  <a:lnTo>
                    <a:pt x="7810" y="18695"/>
                  </a:lnTo>
                </a:path>
              </a:pathLst>
            </a:custGeom>
            <a:noFill/>
            <a:ln w="9525" cap="flat" cmpd="sng">
              <a:solidFill>
                <a:schemeClr val="dk1"/>
              </a:solidFill>
              <a:prstDash val="solid"/>
              <a:round/>
              <a:headEnd type="none" w="med" len="med"/>
              <a:tailEnd type="none" w="med" len="med"/>
            </a:ln>
          </p:spPr>
        </p:sp>
      </p:grpSp>
      <p:sp>
        <p:nvSpPr>
          <p:cNvPr id="12" name="TextBox 11">
            <a:extLst>
              <a:ext uri="{FF2B5EF4-FFF2-40B4-BE49-F238E27FC236}">
                <a16:creationId xmlns:a16="http://schemas.microsoft.com/office/drawing/2014/main" id="{BF50D724-B0A0-4976-9162-031882E6F06B}"/>
              </a:ext>
            </a:extLst>
          </p:cNvPr>
          <p:cNvSpPr txBox="1"/>
          <p:nvPr/>
        </p:nvSpPr>
        <p:spPr>
          <a:xfrm>
            <a:off x="722375" y="1268690"/>
            <a:ext cx="8002194" cy="2554545"/>
          </a:xfrm>
          <a:prstGeom prst="rect">
            <a:avLst/>
          </a:prstGeom>
          <a:noFill/>
        </p:spPr>
        <p:txBody>
          <a:bodyPr wrap="square">
            <a:spAutoFit/>
          </a:bodyPr>
          <a:lstStyle/>
          <a:p>
            <a:r>
              <a:rPr lang="en-US" sz="1600" b="1" dirty="0">
                <a:latin typeface="Open Sans" panose="020B0606030504020204" pitchFamily="34" charset="0"/>
                <a:ea typeface="Open Sans" panose="020B0606030504020204" pitchFamily="34" charset="0"/>
                <a:cs typeface="Open Sans" panose="020B0606030504020204" pitchFamily="34" charset="0"/>
              </a:rPr>
              <a:t>Definition:</a:t>
            </a:r>
          </a:p>
          <a:p>
            <a:r>
              <a:rPr lang="en-US" sz="1600" dirty="0">
                <a:latin typeface="Open Sans" panose="020B0606030504020204" pitchFamily="34" charset="0"/>
                <a:ea typeface="Open Sans" panose="020B0606030504020204" pitchFamily="34" charset="0"/>
                <a:cs typeface="Open Sans" panose="020B0606030504020204" pitchFamily="34" charset="0"/>
              </a:rPr>
              <a:t>The process of </a:t>
            </a:r>
            <a:r>
              <a:rPr lang="en-US" sz="1600" b="1" dirty="0">
                <a:latin typeface="Open Sans" panose="020B0606030504020204" pitchFamily="34" charset="0"/>
                <a:ea typeface="Open Sans" panose="020B0606030504020204" pitchFamily="34" charset="0"/>
                <a:cs typeface="Open Sans" panose="020B0606030504020204" pitchFamily="34" charset="0"/>
              </a:rPr>
              <a:t>gathering requirements</a:t>
            </a:r>
            <a:r>
              <a:rPr lang="en-US" sz="1600" dirty="0">
                <a:latin typeface="Open Sans" panose="020B0606030504020204" pitchFamily="34" charset="0"/>
                <a:ea typeface="Open Sans" panose="020B0606030504020204" pitchFamily="34" charset="0"/>
                <a:cs typeface="Open Sans" panose="020B0606030504020204" pitchFamily="34" charset="0"/>
              </a:rPr>
              <a:t> from stakeholders (clients, users, domain experts, etc.).</a:t>
            </a:r>
          </a:p>
          <a:p>
            <a:endParaRPr lang="en-US" sz="1600" dirty="0">
              <a:latin typeface="Open Sans" panose="020B0606030504020204" pitchFamily="34" charset="0"/>
              <a:ea typeface="Open Sans" panose="020B0606030504020204" pitchFamily="34" charset="0"/>
              <a:cs typeface="Open Sans" panose="020B0606030504020204" pitchFamily="34" charset="0"/>
            </a:endParaRPr>
          </a:p>
          <a:p>
            <a:endParaRPr lang="en-US" sz="1600" dirty="0">
              <a:latin typeface="Open Sans" panose="020B0606030504020204" pitchFamily="34" charset="0"/>
              <a:ea typeface="Open Sans" panose="020B0606030504020204" pitchFamily="34" charset="0"/>
              <a:cs typeface="Open Sans" panose="020B0606030504020204" pitchFamily="34" charset="0"/>
            </a:endParaRPr>
          </a:p>
          <a:p>
            <a:r>
              <a:rPr lang="en-US" sz="1600" b="1" dirty="0">
                <a:latin typeface="Open Sans" panose="020B0606030504020204" pitchFamily="34" charset="0"/>
                <a:ea typeface="Open Sans" panose="020B0606030504020204" pitchFamily="34" charset="0"/>
                <a:cs typeface="Open Sans" panose="020B0606030504020204" pitchFamily="34" charset="0"/>
              </a:rPr>
              <a:t>Key Challenges:</a:t>
            </a:r>
          </a:p>
          <a:p>
            <a:endParaRPr lang="en-US" sz="1600" b="1" dirty="0">
              <a:latin typeface="Open Sans" panose="020B0606030504020204" pitchFamily="34" charset="0"/>
              <a:ea typeface="Open Sans" panose="020B0606030504020204" pitchFamily="34" charset="0"/>
              <a:cs typeface="Open Sans" panose="020B0606030504020204" pitchFamily="34" charset="0"/>
            </a:endParaRPr>
          </a:p>
          <a:p>
            <a:pPr>
              <a:buFont typeface="Arial" panose="020B0604020202020204" pitchFamily="34" charset="0"/>
              <a:buChar char="•"/>
            </a:pPr>
            <a:r>
              <a:rPr lang="en-US" sz="1600" dirty="0">
                <a:latin typeface="Open Sans" panose="020B0606030504020204" pitchFamily="34" charset="0"/>
                <a:ea typeface="Open Sans" panose="020B0606030504020204" pitchFamily="34" charset="0"/>
                <a:cs typeface="Open Sans" panose="020B0606030504020204" pitchFamily="34" charset="0"/>
              </a:rPr>
              <a:t>Users don’t always know what they want.</a:t>
            </a:r>
          </a:p>
          <a:p>
            <a:pPr>
              <a:buFont typeface="Arial" panose="020B0604020202020204" pitchFamily="34" charset="0"/>
              <a:buChar char="•"/>
            </a:pPr>
            <a:r>
              <a:rPr lang="en-US" sz="1600" dirty="0">
                <a:latin typeface="Open Sans" panose="020B0606030504020204" pitchFamily="34" charset="0"/>
                <a:ea typeface="Open Sans" panose="020B0606030504020204" pitchFamily="34" charset="0"/>
                <a:cs typeface="Open Sans" panose="020B0606030504020204" pitchFamily="34" charset="0"/>
              </a:rPr>
              <a:t>Conflicting needs from different stakeholders.</a:t>
            </a:r>
          </a:p>
          <a:p>
            <a:pPr>
              <a:buFont typeface="Arial" panose="020B0604020202020204" pitchFamily="34" charset="0"/>
              <a:buChar char="•"/>
            </a:pPr>
            <a:r>
              <a:rPr lang="en-US" sz="1600" dirty="0">
                <a:latin typeface="Open Sans" panose="020B0606030504020204" pitchFamily="34" charset="0"/>
                <a:ea typeface="Open Sans" panose="020B0606030504020204" pitchFamily="34" charset="0"/>
                <a:cs typeface="Open Sans" panose="020B0606030504020204" pitchFamily="34" charset="0"/>
              </a:rPr>
              <a:t>Requirements can change over time.</a:t>
            </a:r>
          </a:p>
        </p:txBody>
      </p:sp>
    </p:spTree>
    <p:extLst>
      <p:ext uri="{BB962C8B-B14F-4D97-AF65-F5344CB8AC3E}">
        <p14:creationId xmlns:p14="http://schemas.microsoft.com/office/powerpoint/2010/main" val="20107918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703"/>
        <p:cNvGrpSpPr/>
        <p:nvPr/>
      </p:nvGrpSpPr>
      <p:grpSpPr>
        <a:xfrm>
          <a:off x="0" y="0"/>
          <a:ext cx="0" cy="0"/>
          <a:chOff x="0" y="0"/>
          <a:chExt cx="0" cy="0"/>
        </a:xfrm>
      </p:grpSpPr>
      <p:sp>
        <p:nvSpPr>
          <p:cNvPr id="704" name="Google Shape;704;p32"/>
          <p:cNvSpPr txBox="1">
            <a:spLocks noGrp="1"/>
          </p:cNvSpPr>
          <p:nvPr>
            <p:ph type="title"/>
          </p:nvPr>
        </p:nvSpPr>
        <p:spPr>
          <a:xfrm>
            <a:off x="722375" y="539500"/>
            <a:ext cx="8335486"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fr-FR" sz="2200" dirty="0">
                <a:latin typeface="Open Sans" panose="020B0606030504020204" pitchFamily="34" charset="0"/>
                <a:ea typeface="Open Sans" panose="020B0606030504020204" pitchFamily="34" charset="0"/>
                <a:cs typeface="Open Sans" panose="020B0606030504020204" pitchFamily="34" charset="0"/>
              </a:rPr>
              <a:t>Techniques for Requirements Elicitation</a:t>
            </a:r>
            <a:endParaRPr lang="en-US" sz="2200" dirty="0">
              <a:latin typeface="Open Sans" panose="020B0606030504020204" pitchFamily="34" charset="0"/>
              <a:ea typeface="Open Sans" panose="020B0606030504020204" pitchFamily="34" charset="0"/>
              <a:cs typeface="Open Sans" panose="020B0606030504020204" pitchFamily="34" charset="0"/>
            </a:endParaRPr>
          </a:p>
        </p:txBody>
      </p:sp>
      <p:sp>
        <p:nvSpPr>
          <p:cNvPr id="68" name="Google Shape;710;p32">
            <a:extLst>
              <a:ext uri="{FF2B5EF4-FFF2-40B4-BE49-F238E27FC236}">
                <a16:creationId xmlns:a16="http://schemas.microsoft.com/office/drawing/2014/main" id="{18C23833-C2C2-4F5C-B4DA-35986FAC3B53}"/>
              </a:ext>
            </a:extLst>
          </p:cNvPr>
          <p:cNvSpPr txBox="1">
            <a:spLocks/>
          </p:cNvSpPr>
          <p:nvPr/>
        </p:nvSpPr>
        <p:spPr>
          <a:xfrm>
            <a:off x="617056" y="3733507"/>
            <a:ext cx="7904921" cy="849897"/>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04800" algn="ctr" rtl="0">
              <a:lnSpc>
                <a:spcPct val="100000"/>
              </a:lnSpc>
              <a:spcBef>
                <a:spcPts val="0"/>
              </a:spcBef>
              <a:spcAft>
                <a:spcPts val="0"/>
              </a:spcAft>
              <a:buClr>
                <a:schemeClr val="dk1"/>
              </a:buClr>
              <a:buSzPts val="1200"/>
              <a:buFont typeface="Open Sans"/>
              <a:buNone/>
              <a:defRPr sz="1800" b="1" i="0" u="none" strike="noStrike" cap="none">
                <a:solidFill>
                  <a:schemeClr val="dk1"/>
                </a:solidFill>
                <a:latin typeface="Open Sans"/>
                <a:ea typeface="Open Sans"/>
                <a:cs typeface="Open Sans"/>
                <a:sym typeface="Open Sans"/>
              </a:defRPr>
            </a:lvl1pPr>
            <a:lvl2pPr marL="914400" marR="0" lvl="1" indent="-304800" algn="ctr" rtl="0">
              <a:lnSpc>
                <a:spcPct val="100000"/>
              </a:lnSpc>
              <a:spcBef>
                <a:spcPts val="0"/>
              </a:spcBef>
              <a:spcAft>
                <a:spcPts val="0"/>
              </a:spcAft>
              <a:buClr>
                <a:schemeClr val="dk1"/>
              </a:buClr>
              <a:buSzPts val="1200"/>
              <a:buFont typeface="Open Sans"/>
              <a:buNone/>
              <a:defRPr sz="1200" b="1" i="0" u="none" strike="noStrike" cap="none">
                <a:solidFill>
                  <a:schemeClr val="dk1"/>
                </a:solidFill>
                <a:latin typeface="Open Sans"/>
                <a:ea typeface="Open Sans"/>
                <a:cs typeface="Open Sans"/>
                <a:sym typeface="Open Sans"/>
              </a:defRPr>
            </a:lvl2pPr>
            <a:lvl3pPr marL="1371600" marR="0" lvl="2" indent="-304800" algn="ctr" rtl="0">
              <a:lnSpc>
                <a:spcPct val="100000"/>
              </a:lnSpc>
              <a:spcBef>
                <a:spcPts val="0"/>
              </a:spcBef>
              <a:spcAft>
                <a:spcPts val="0"/>
              </a:spcAft>
              <a:buClr>
                <a:schemeClr val="dk1"/>
              </a:buClr>
              <a:buSzPts val="1200"/>
              <a:buFont typeface="Open Sans"/>
              <a:buNone/>
              <a:defRPr sz="1200" b="1" i="0" u="none" strike="noStrike" cap="none">
                <a:solidFill>
                  <a:schemeClr val="dk1"/>
                </a:solidFill>
                <a:latin typeface="Open Sans"/>
                <a:ea typeface="Open Sans"/>
                <a:cs typeface="Open Sans"/>
                <a:sym typeface="Open Sans"/>
              </a:defRPr>
            </a:lvl3pPr>
            <a:lvl4pPr marL="1828800" marR="0" lvl="3" indent="-304800" algn="ctr" rtl="0">
              <a:lnSpc>
                <a:spcPct val="100000"/>
              </a:lnSpc>
              <a:spcBef>
                <a:spcPts val="0"/>
              </a:spcBef>
              <a:spcAft>
                <a:spcPts val="0"/>
              </a:spcAft>
              <a:buClr>
                <a:schemeClr val="dk1"/>
              </a:buClr>
              <a:buSzPts val="1200"/>
              <a:buFont typeface="Open Sans"/>
              <a:buNone/>
              <a:defRPr sz="1200" b="1" i="0" u="none" strike="noStrike" cap="none">
                <a:solidFill>
                  <a:schemeClr val="dk1"/>
                </a:solidFill>
                <a:latin typeface="Open Sans"/>
                <a:ea typeface="Open Sans"/>
                <a:cs typeface="Open Sans"/>
                <a:sym typeface="Open Sans"/>
              </a:defRPr>
            </a:lvl4pPr>
            <a:lvl5pPr marL="2286000" marR="0" lvl="4" indent="-304800" algn="ctr" rtl="0">
              <a:lnSpc>
                <a:spcPct val="100000"/>
              </a:lnSpc>
              <a:spcBef>
                <a:spcPts val="0"/>
              </a:spcBef>
              <a:spcAft>
                <a:spcPts val="0"/>
              </a:spcAft>
              <a:buClr>
                <a:schemeClr val="dk1"/>
              </a:buClr>
              <a:buSzPts val="1200"/>
              <a:buFont typeface="Open Sans"/>
              <a:buNone/>
              <a:defRPr sz="1200" b="1" i="0" u="none" strike="noStrike" cap="none">
                <a:solidFill>
                  <a:schemeClr val="dk1"/>
                </a:solidFill>
                <a:latin typeface="Open Sans"/>
                <a:ea typeface="Open Sans"/>
                <a:cs typeface="Open Sans"/>
                <a:sym typeface="Open Sans"/>
              </a:defRPr>
            </a:lvl5pPr>
            <a:lvl6pPr marL="2743200" marR="0" lvl="5" indent="-304800" algn="ctr" rtl="0">
              <a:lnSpc>
                <a:spcPct val="100000"/>
              </a:lnSpc>
              <a:spcBef>
                <a:spcPts val="0"/>
              </a:spcBef>
              <a:spcAft>
                <a:spcPts val="0"/>
              </a:spcAft>
              <a:buClr>
                <a:schemeClr val="dk1"/>
              </a:buClr>
              <a:buSzPts val="1200"/>
              <a:buFont typeface="Open Sans"/>
              <a:buNone/>
              <a:defRPr sz="1200" b="1" i="0" u="none" strike="noStrike" cap="none">
                <a:solidFill>
                  <a:schemeClr val="dk1"/>
                </a:solidFill>
                <a:latin typeface="Open Sans"/>
                <a:ea typeface="Open Sans"/>
                <a:cs typeface="Open Sans"/>
                <a:sym typeface="Open Sans"/>
              </a:defRPr>
            </a:lvl6pPr>
            <a:lvl7pPr marL="3200400" marR="0" lvl="6" indent="-304800" algn="ctr" rtl="0">
              <a:lnSpc>
                <a:spcPct val="100000"/>
              </a:lnSpc>
              <a:spcBef>
                <a:spcPts val="0"/>
              </a:spcBef>
              <a:spcAft>
                <a:spcPts val="0"/>
              </a:spcAft>
              <a:buClr>
                <a:schemeClr val="dk1"/>
              </a:buClr>
              <a:buSzPts val="1200"/>
              <a:buFont typeface="Open Sans"/>
              <a:buNone/>
              <a:defRPr sz="1200" b="1" i="0" u="none" strike="noStrike" cap="none">
                <a:solidFill>
                  <a:schemeClr val="dk1"/>
                </a:solidFill>
                <a:latin typeface="Open Sans"/>
                <a:ea typeface="Open Sans"/>
                <a:cs typeface="Open Sans"/>
                <a:sym typeface="Open Sans"/>
              </a:defRPr>
            </a:lvl7pPr>
            <a:lvl8pPr marL="3657600" marR="0" lvl="7" indent="-304800" algn="ctr" rtl="0">
              <a:lnSpc>
                <a:spcPct val="100000"/>
              </a:lnSpc>
              <a:spcBef>
                <a:spcPts val="0"/>
              </a:spcBef>
              <a:spcAft>
                <a:spcPts val="0"/>
              </a:spcAft>
              <a:buClr>
                <a:schemeClr val="dk1"/>
              </a:buClr>
              <a:buSzPts val="1200"/>
              <a:buFont typeface="Open Sans"/>
              <a:buNone/>
              <a:defRPr sz="1200" b="1" i="0" u="none" strike="noStrike" cap="none">
                <a:solidFill>
                  <a:schemeClr val="dk1"/>
                </a:solidFill>
                <a:latin typeface="Open Sans"/>
                <a:ea typeface="Open Sans"/>
                <a:cs typeface="Open Sans"/>
                <a:sym typeface="Open Sans"/>
              </a:defRPr>
            </a:lvl8pPr>
            <a:lvl9pPr marL="4114800" marR="0" lvl="8" indent="-304800" algn="ctr" rtl="0">
              <a:lnSpc>
                <a:spcPct val="100000"/>
              </a:lnSpc>
              <a:spcBef>
                <a:spcPts val="0"/>
              </a:spcBef>
              <a:spcAft>
                <a:spcPts val="0"/>
              </a:spcAft>
              <a:buClr>
                <a:schemeClr val="dk1"/>
              </a:buClr>
              <a:buSzPts val="1200"/>
              <a:buFont typeface="Open Sans"/>
              <a:buNone/>
              <a:defRPr sz="1200" b="1" i="0" u="none" strike="noStrike" cap="none">
                <a:solidFill>
                  <a:schemeClr val="dk1"/>
                </a:solidFill>
                <a:latin typeface="Open Sans"/>
                <a:ea typeface="Open Sans"/>
                <a:cs typeface="Open Sans"/>
                <a:sym typeface="Open Sans"/>
              </a:defRPr>
            </a:lvl9pPr>
          </a:lstStyle>
          <a:p>
            <a:pPr marL="0" indent="0" algn="l"/>
            <a:endParaRPr lang="en-US" sz="1600" b="0" dirty="0">
              <a:latin typeface="Open Sans" panose="020B0606030504020204" pitchFamily="34" charset="0"/>
              <a:ea typeface="Open Sans" panose="020B0606030504020204" pitchFamily="34" charset="0"/>
              <a:cs typeface="Open Sans" panose="020B0606030504020204" pitchFamily="34" charset="0"/>
            </a:endParaRPr>
          </a:p>
        </p:txBody>
      </p:sp>
      <p:graphicFrame>
        <p:nvGraphicFramePr>
          <p:cNvPr id="2" name="Table 1">
            <a:extLst>
              <a:ext uri="{FF2B5EF4-FFF2-40B4-BE49-F238E27FC236}">
                <a16:creationId xmlns:a16="http://schemas.microsoft.com/office/drawing/2014/main" id="{33F82ADC-F91E-4BDF-9441-664F93D53232}"/>
              </a:ext>
            </a:extLst>
          </p:cNvPr>
          <p:cNvGraphicFramePr>
            <a:graphicFrameLocks noGrp="1"/>
          </p:cNvGraphicFramePr>
          <p:nvPr>
            <p:extLst>
              <p:ext uri="{D42A27DB-BD31-4B8C-83A1-F6EECF244321}">
                <p14:modId xmlns:p14="http://schemas.microsoft.com/office/powerpoint/2010/main" val="3557656538"/>
              </p:ext>
            </p:extLst>
          </p:nvPr>
        </p:nvGraphicFramePr>
        <p:xfrm>
          <a:off x="716756" y="1189955"/>
          <a:ext cx="7762266" cy="2961290"/>
        </p:xfrm>
        <a:graphic>
          <a:graphicData uri="http://schemas.openxmlformats.org/drawingml/2006/table">
            <a:tbl>
              <a:tblPr/>
              <a:tblGrid>
                <a:gridCol w="2587422">
                  <a:extLst>
                    <a:ext uri="{9D8B030D-6E8A-4147-A177-3AD203B41FA5}">
                      <a16:colId xmlns:a16="http://schemas.microsoft.com/office/drawing/2014/main" val="3113492580"/>
                    </a:ext>
                  </a:extLst>
                </a:gridCol>
                <a:gridCol w="2587422">
                  <a:extLst>
                    <a:ext uri="{9D8B030D-6E8A-4147-A177-3AD203B41FA5}">
                      <a16:colId xmlns:a16="http://schemas.microsoft.com/office/drawing/2014/main" val="2239000750"/>
                    </a:ext>
                  </a:extLst>
                </a:gridCol>
                <a:gridCol w="2587422">
                  <a:extLst>
                    <a:ext uri="{9D8B030D-6E8A-4147-A177-3AD203B41FA5}">
                      <a16:colId xmlns:a16="http://schemas.microsoft.com/office/drawing/2014/main" val="4106145720"/>
                    </a:ext>
                  </a:extLst>
                </a:gridCol>
              </a:tblGrid>
              <a:tr h="280025">
                <a:tc>
                  <a:txBody>
                    <a:bodyPr/>
                    <a:lstStyle/>
                    <a:p>
                      <a:r>
                        <a:rPr lang="en-US" sz="1300" dirty="0"/>
                        <a:t>Technique</a:t>
                      </a:r>
                    </a:p>
                  </a:txBody>
                  <a:tcPr marL="84007" marR="84007" marT="42004" marB="4200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300"/>
                        <a:t>Description</a:t>
                      </a:r>
                    </a:p>
                  </a:txBody>
                  <a:tcPr marL="84007" marR="84007" marT="42004" marB="4200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300" dirty="0"/>
                        <a:t>Example</a:t>
                      </a:r>
                    </a:p>
                  </a:txBody>
                  <a:tcPr marL="84007" marR="84007" marT="42004" marB="4200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65630565"/>
                  </a:ext>
                </a:extLst>
              </a:tr>
              <a:tr h="476042">
                <a:tc>
                  <a:txBody>
                    <a:bodyPr/>
                    <a:lstStyle/>
                    <a:p>
                      <a:r>
                        <a:rPr lang="en-US" sz="1300" b="1" dirty="0"/>
                        <a:t>Interviews</a:t>
                      </a:r>
                      <a:endParaRPr lang="en-US" sz="1300" dirty="0"/>
                    </a:p>
                  </a:txBody>
                  <a:tcPr marL="84007" marR="84007" marT="42004" marB="4200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300"/>
                        <a:t>One-on-one discussion to extract user needs</a:t>
                      </a:r>
                    </a:p>
                  </a:txBody>
                  <a:tcPr marL="84007" marR="84007" marT="42004" marB="4200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300" dirty="0"/>
                        <a:t>Ask restaurant owner how online ordering works</a:t>
                      </a:r>
                    </a:p>
                  </a:txBody>
                  <a:tcPr marL="84007" marR="84007" marT="42004" marB="4200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21304005"/>
                  </a:ext>
                </a:extLst>
              </a:tr>
              <a:tr h="280025">
                <a:tc>
                  <a:txBody>
                    <a:bodyPr/>
                    <a:lstStyle/>
                    <a:p>
                      <a:r>
                        <a:rPr lang="en-US" sz="1300" b="1"/>
                        <a:t>Workshops / Focus Groups</a:t>
                      </a:r>
                      <a:endParaRPr lang="en-US" sz="1300"/>
                    </a:p>
                  </a:txBody>
                  <a:tcPr marL="84007" marR="84007" marT="42004" marB="4200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300"/>
                        <a:t>Gather multiple stakeholders</a:t>
                      </a:r>
                    </a:p>
                  </a:txBody>
                  <a:tcPr marL="84007" marR="84007" marT="42004" marB="4200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300" dirty="0"/>
                        <a:t>Joint discussion on order flow</a:t>
                      </a:r>
                    </a:p>
                  </a:txBody>
                  <a:tcPr marL="84007" marR="84007" marT="42004" marB="4200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9747921"/>
                  </a:ext>
                </a:extLst>
              </a:tr>
              <a:tr h="476042">
                <a:tc>
                  <a:txBody>
                    <a:bodyPr/>
                    <a:lstStyle/>
                    <a:p>
                      <a:r>
                        <a:rPr lang="en-US" sz="1300" b="1"/>
                        <a:t>Observation / Ethnography</a:t>
                      </a:r>
                      <a:endParaRPr lang="en-US" sz="1300"/>
                    </a:p>
                  </a:txBody>
                  <a:tcPr marL="84007" marR="84007" marT="42004" marB="4200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300" dirty="0"/>
                        <a:t>Watch users in their real environment</a:t>
                      </a:r>
                    </a:p>
                  </a:txBody>
                  <a:tcPr marL="84007" marR="84007" marT="42004" marB="4200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300" dirty="0"/>
                        <a:t>Observe hotel receptionist using booking software</a:t>
                      </a:r>
                    </a:p>
                  </a:txBody>
                  <a:tcPr marL="84007" marR="84007" marT="42004" marB="4200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0211464"/>
                  </a:ext>
                </a:extLst>
              </a:tr>
              <a:tr h="476042">
                <a:tc>
                  <a:txBody>
                    <a:bodyPr/>
                    <a:lstStyle/>
                    <a:p>
                      <a:r>
                        <a:rPr lang="en-US" sz="1300" b="1"/>
                        <a:t>Questionnaires / Surveys</a:t>
                      </a:r>
                      <a:endParaRPr lang="en-US" sz="1300"/>
                    </a:p>
                  </a:txBody>
                  <a:tcPr marL="84007" marR="84007" marT="42004" marB="4200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300"/>
                        <a:t>Collect info from many users quickly</a:t>
                      </a:r>
                    </a:p>
                  </a:txBody>
                  <a:tcPr marL="84007" marR="84007" marT="42004" marB="4200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300" dirty="0"/>
                        <a:t>Collect feedback on desired mobile app features</a:t>
                      </a:r>
                    </a:p>
                  </a:txBody>
                  <a:tcPr marL="84007" marR="84007" marT="42004" marB="4200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64869675"/>
                  </a:ext>
                </a:extLst>
              </a:tr>
              <a:tr h="476042">
                <a:tc>
                  <a:txBody>
                    <a:bodyPr/>
                    <a:lstStyle/>
                    <a:p>
                      <a:r>
                        <a:rPr lang="en-US" sz="1300" b="1"/>
                        <a:t>Brainstorming</a:t>
                      </a:r>
                      <a:endParaRPr lang="en-US" sz="1300"/>
                    </a:p>
                  </a:txBody>
                  <a:tcPr marL="84007" marR="84007" marT="42004" marB="4200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300"/>
                        <a:t>Generate new ideas</a:t>
                      </a:r>
                    </a:p>
                  </a:txBody>
                  <a:tcPr marL="84007" marR="84007" marT="42004" marB="4200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300" dirty="0"/>
                        <a:t>Team session to explore new payment methods</a:t>
                      </a:r>
                    </a:p>
                  </a:txBody>
                  <a:tcPr marL="84007" marR="84007" marT="42004" marB="4200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84960312"/>
                  </a:ext>
                </a:extLst>
              </a:tr>
              <a:tr h="476042">
                <a:tc>
                  <a:txBody>
                    <a:bodyPr/>
                    <a:lstStyle/>
                    <a:p>
                      <a:r>
                        <a:rPr lang="en-US" sz="1300" b="1"/>
                        <a:t>Prototyping</a:t>
                      </a:r>
                      <a:endParaRPr lang="en-US" sz="1300"/>
                    </a:p>
                  </a:txBody>
                  <a:tcPr marL="84007" marR="84007" marT="42004" marB="4200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300"/>
                        <a:t>Show mockups to refine needs</a:t>
                      </a:r>
                    </a:p>
                  </a:txBody>
                  <a:tcPr marL="84007" marR="84007" marT="42004" marB="4200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300" dirty="0"/>
                        <a:t>Figma prototype of homepage</a:t>
                      </a:r>
                    </a:p>
                  </a:txBody>
                  <a:tcPr marL="84007" marR="84007" marT="42004" marB="4200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52237912"/>
                  </a:ext>
                </a:extLst>
              </a:tr>
            </a:tbl>
          </a:graphicData>
        </a:graphic>
      </p:graphicFrame>
    </p:spTree>
    <p:extLst>
      <p:ext uri="{BB962C8B-B14F-4D97-AF65-F5344CB8AC3E}">
        <p14:creationId xmlns:p14="http://schemas.microsoft.com/office/powerpoint/2010/main" val="18224645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703"/>
        <p:cNvGrpSpPr/>
        <p:nvPr/>
      </p:nvGrpSpPr>
      <p:grpSpPr>
        <a:xfrm>
          <a:off x="0" y="0"/>
          <a:ext cx="0" cy="0"/>
          <a:chOff x="0" y="0"/>
          <a:chExt cx="0" cy="0"/>
        </a:xfrm>
      </p:grpSpPr>
      <p:sp>
        <p:nvSpPr>
          <p:cNvPr id="704" name="Google Shape;704;p32"/>
          <p:cNvSpPr txBox="1">
            <a:spLocks noGrp="1"/>
          </p:cNvSpPr>
          <p:nvPr>
            <p:ph type="title"/>
          </p:nvPr>
        </p:nvSpPr>
        <p:spPr>
          <a:xfrm>
            <a:off x="722375" y="539500"/>
            <a:ext cx="8335486"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fr-FR" sz="2200" dirty="0">
                <a:latin typeface="Open Sans" panose="020B0606030504020204" pitchFamily="34" charset="0"/>
                <a:ea typeface="Open Sans" panose="020B0606030504020204" pitchFamily="34" charset="0"/>
                <a:cs typeface="Open Sans" panose="020B0606030504020204" pitchFamily="34" charset="0"/>
              </a:rPr>
              <a:t>📄 2. Requirements Specification</a:t>
            </a:r>
            <a:endParaRPr lang="en-US" sz="2200" dirty="0">
              <a:latin typeface="Open Sans" panose="020B0606030504020204" pitchFamily="34" charset="0"/>
              <a:ea typeface="Open Sans" panose="020B0606030504020204" pitchFamily="34" charset="0"/>
              <a:cs typeface="Open Sans" panose="020B0606030504020204" pitchFamily="34" charset="0"/>
            </a:endParaRPr>
          </a:p>
        </p:txBody>
      </p:sp>
      <p:grpSp>
        <p:nvGrpSpPr>
          <p:cNvPr id="755" name="Google Shape;755;p32"/>
          <p:cNvGrpSpPr/>
          <p:nvPr/>
        </p:nvGrpSpPr>
        <p:grpSpPr>
          <a:xfrm>
            <a:off x="8220197" y="4319776"/>
            <a:ext cx="731685" cy="731614"/>
            <a:chOff x="276382" y="1174752"/>
            <a:chExt cx="895027" cy="894940"/>
          </a:xfrm>
        </p:grpSpPr>
        <p:grpSp>
          <p:nvGrpSpPr>
            <p:cNvPr id="756" name="Google Shape;756;p32"/>
            <p:cNvGrpSpPr/>
            <p:nvPr/>
          </p:nvGrpSpPr>
          <p:grpSpPr>
            <a:xfrm>
              <a:off x="276382" y="1174752"/>
              <a:ext cx="895027" cy="894940"/>
              <a:chOff x="2861096" y="3889198"/>
              <a:chExt cx="397772" cy="397716"/>
            </a:xfrm>
          </p:grpSpPr>
          <p:sp>
            <p:nvSpPr>
              <p:cNvPr id="757" name="Google Shape;757;p32"/>
              <p:cNvSpPr/>
              <p:nvPr/>
            </p:nvSpPr>
            <p:spPr>
              <a:xfrm>
                <a:off x="2861096" y="3889198"/>
                <a:ext cx="397772" cy="397716"/>
              </a:xfrm>
              <a:custGeom>
                <a:avLst/>
                <a:gdLst/>
                <a:ahLst/>
                <a:cxnLst/>
                <a:rect l="l" t="t" r="r" b="b"/>
                <a:pathLst>
                  <a:path w="7080" h="7079" extrusionOk="0">
                    <a:moveTo>
                      <a:pt x="3545" y="0"/>
                    </a:moveTo>
                    <a:cubicBezTo>
                      <a:pt x="1588" y="0"/>
                      <a:pt x="1" y="1588"/>
                      <a:pt x="1" y="3535"/>
                    </a:cubicBezTo>
                    <a:cubicBezTo>
                      <a:pt x="1" y="5491"/>
                      <a:pt x="1588" y="7079"/>
                      <a:pt x="3545" y="7079"/>
                    </a:cubicBezTo>
                    <a:cubicBezTo>
                      <a:pt x="5501" y="7079"/>
                      <a:pt x="7079" y="5491"/>
                      <a:pt x="7079" y="3535"/>
                    </a:cubicBezTo>
                    <a:cubicBezTo>
                      <a:pt x="7079" y="1588"/>
                      <a:pt x="5501" y="0"/>
                      <a:pt x="3545" y="0"/>
                    </a:cubicBezTo>
                    <a:close/>
                  </a:path>
                </a:pathLst>
              </a:custGeom>
              <a:solidFill>
                <a:schemeClr val="accent3"/>
              </a:solidFill>
              <a:ln w="9525" cap="flat" cmpd="sng">
                <a:solidFill>
                  <a:schemeClr val="dk1"/>
                </a:solidFill>
                <a:prstDash val="solid"/>
                <a:miter lim="945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600">
                  <a:latin typeface="Open Sans" panose="020B0606030504020204" pitchFamily="34" charset="0"/>
                  <a:ea typeface="Open Sans" panose="020B0606030504020204" pitchFamily="34" charset="0"/>
                  <a:cs typeface="Open Sans" panose="020B0606030504020204" pitchFamily="34" charset="0"/>
                </a:endParaRPr>
              </a:p>
            </p:txBody>
          </p:sp>
          <p:sp>
            <p:nvSpPr>
              <p:cNvPr id="758" name="Google Shape;758;p32"/>
              <p:cNvSpPr/>
              <p:nvPr/>
            </p:nvSpPr>
            <p:spPr>
              <a:xfrm>
                <a:off x="2907821" y="3931467"/>
                <a:ext cx="304332" cy="313132"/>
              </a:xfrm>
              <a:custGeom>
                <a:avLst/>
                <a:gdLst/>
                <a:ahLst/>
                <a:cxnLst/>
                <a:rect l="l" t="t" r="r" b="b"/>
                <a:pathLst>
                  <a:path w="4282" h="4282" extrusionOk="0">
                    <a:moveTo>
                      <a:pt x="2146" y="1"/>
                    </a:moveTo>
                    <a:cubicBezTo>
                      <a:pt x="964" y="1"/>
                      <a:pt x="0" y="955"/>
                      <a:pt x="0" y="2137"/>
                    </a:cubicBezTo>
                    <a:cubicBezTo>
                      <a:pt x="0" y="3327"/>
                      <a:pt x="964" y="4282"/>
                      <a:pt x="2146" y="4282"/>
                    </a:cubicBezTo>
                    <a:cubicBezTo>
                      <a:pt x="3327" y="4282"/>
                      <a:pt x="4281" y="3327"/>
                      <a:pt x="4281" y="2137"/>
                    </a:cubicBezTo>
                    <a:cubicBezTo>
                      <a:pt x="4281" y="955"/>
                      <a:pt x="3327" y="1"/>
                      <a:pt x="2146" y="1"/>
                    </a:cubicBezTo>
                    <a:close/>
                  </a:path>
                </a:pathLst>
              </a:custGeom>
              <a:solidFill>
                <a:schemeClr val="accent1"/>
              </a:solidFill>
              <a:ln w="9525" cap="flat" cmpd="sng">
                <a:solidFill>
                  <a:schemeClr val="dk1"/>
                </a:solidFill>
                <a:prstDash val="solid"/>
                <a:miter lim="945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600">
                  <a:latin typeface="Open Sans" panose="020B0606030504020204" pitchFamily="34" charset="0"/>
                  <a:ea typeface="Open Sans" panose="020B0606030504020204" pitchFamily="34" charset="0"/>
                  <a:cs typeface="Open Sans" panose="020B0606030504020204" pitchFamily="34" charset="0"/>
                </a:endParaRPr>
              </a:p>
            </p:txBody>
          </p:sp>
        </p:grpSp>
        <p:sp>
          <p:nvSpPr>
            <p:cNvPr id="759" name="Google Shape;759;p32"/>
            <p:cNvSpPr/>
            <p:nvPr/>
          </p:nvSpPr>
          <p:spPr>
            <a:xfrm>
              <a:off x="698100" y="1366625"/>
              <a:ext cx="195250" cy="467375"/>
            </a:xfrm>
            <a:custGeom>
              <a:avLst/>
              <a:gdLst/>
              <a:ahLst/>
              <a:cxnLst/>
              <a:rect l="l" t="t" r="r" b="b"/>
              <a:pathLst>
                <a:path w="7810" h="18695" extrusionOk="0">
                  <a:moveTo>
                    <a:pt x="5916" y="0"/>
                  </a:moveTo>
                  <a:lnTo>
                    <a:pt x="0" y="9939"/>
                  </a:lnTo>
                  <a:lnTo>
                    <a:pt x="7810" y="18695"/>
                  </a:lnTo>
                </a:path>
              </a:pathLst>
            </a:custGeom>
            <a:noFill/>
            <a:ln w="9525" cap="flat" cmpd="sng">
              <a:solidFill>
                <a:schemeClr val="dk1"/>
              </a:solidFill>
              <a:prstDash val="solid"/>
              <a:round/>
              <a:headEnd type="none" w="med" len="med"/>
              <a:tailEnd type="none" w="med" len="med"/>
            </a:ln>
          </p:spPr>
        </p:sp>
      </p:grpSp>
      <p:sp>
        <p:nvSpPr>
          <p:cNvPr id="68" name="Google Shape;710;p32">
            <a:extLst>
              <a:ext uri="{FF2B5EF4-FFF2-40B4-BE49-F238E27FC236}">
                <a16:creationId xmlns:a16="http://schemas.microsoft.com/office/drawing/2014/main" id="{18C23833-C2C2-4F5C-B4DA-35986FAC3B53}"/>
              </a:ext>
            </a:extLst>
          </p:cNvPr>
          <p:cNvSpPr txBox="1">
            <a:spLocks/>
          </p:cNvSpPr>
          <p:nvPr/>
        </p:nvSpPr>
        <p:spPr>
          <a:xfrm>
            <a:off x="617056" y="3733507"/>
            <a:ext cx="7904921" cy="849897"/>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04800" algn="ctr" rtl="0">
              <a:lnSpc>
                <a:spcPct val="100000"/>
              </a:lnSpc>
              <a:spcBef>
                <a:spcPts val="0"/>
              </a:spcBef>
              <a:spcAft>
                <a:spcPts val="0"/>
              </a:spcAft>
              <a:buClr>
                <a:schemeClr val="dk1"/>
              </a:buClr>
              <a:buSzPts val="1200"/>
              <a:buFont typeface="Open Sans"/>
              <a:buNone/>
              <a:defRPr sz="1800" b="1" i="0" u="none" strike="noStrike" cap="none">
                <a:solidFill>
                  <a:schemeClr val="dk1"/>
                </a:solidFill>
                <a:latin typeface="Open Sans"/>
                <a:ea typeface="Open Sans"/>
                <a:cs typeface="Open Sans"/>
                <a:sym typeface="Open Sans"/>
              </a:defRPr>
            </a:lvl1pPr>
            <a:lvl2pPr marL="914400" marR="0" lvl="1" indent="-304800" algn="ctr" rtl="0">
              <a:lnSpc>
                <a:spcPct val="100000"/>
              </a:lnSpc>
              <a:spcBef>
                <a:spcPts val="0"/>
              </a:spcBef>
              <a:spcAft>
                <a:spcPts val="0"/>
              </a:spcAft>
              <a:buClr>
                <a:schemeClr val="dk1"/>
              </a:buClr>
              <a:buSzPts val="1200"/>
              <a:buFont typeface="Open Sans"/>
              <a:buNone/>
              <a:defRPr sz="1200" b="1" i="0" u="none" strike="noStrike" cap="none">
                <a:solidFill>
                  <a:schemeClr val="dk1"/>
                </a:solidFill>
                <a:latin typeface="Open Sans"/>
                <a:ea typeface="Open Sans"/>
                <a:cs typeface="Open Sans"/>
                <a:sym typeface="Open Sans"/>
              </a:defRPr>
            </a:lvl2pPr>
            <a:lvl3pPr marL="1371600" marR="0" lvl="2" indent="-304800" algn="ctr" rtl="0">
              <a:lnSpc>
                <a:spcPct val="100000"/>
              </a:lnSpc>
              <a:spcBef>
                <a:spcPts val="0"/>
              </a:spcBef>
              <a:spcAft>
                <a:spcPts val="0"/>
              </a:spcAft>
              <a:buClr>
                <a:schemeClr val="dk1"/>
              </a:buClr>
              <a:buSzPts val="1200"/>
              <a:buFont typeface="Open Sans"/>
              <a:buNone/>
              <a:defRPr sz="1200" b="1" i="0" u="none" strike="noStrike" cap="none">
                <a:solidFill>
                  <a:schemeClr val="dk1"/>
                </a:solidFill>
                <a:latin typeface="Open Sans"/>
                <a:ea typeface="Open Sans"/>
                <a:cs typeface="Open Sans"/>
                <a:sym typeface="Open Sans"/>
              </a:defRPr>
            </a:lvl3pPr>
            <a:lvl4pPr marL="1828800" marR="0" lvl="3" indent="-304800" algn="ctr" rtl="0">
              <a:lnSpc>
                <a:spcPct val="100000"/>
              </a:lnSpc>
              <a:spcBef>
                <a:spcPts val="0"/>
              </a:spcBef>
              <a:spcAft>
                <a:spcPts val="0"/>
              </a:spcAft>
              <a:buClr>
                <a:schemeClr val="dk1"/>
              </a:buClr>
              <a:buSzPts val="1200"/>
              <a:buFont typeface="Open Sans"/>
              <a:buNone/>
              <a:defRPr sz="1200" b="1" i="0" u="none" strike="noStrike" cap="none">
                <a:solidFill>
                  <a:schemeClr val="dk1"/>
                </a:solidFill>
                <a:latin typeface="Open Sans"/>
                <a:ea typeface="Open Sans"/>
                <a:cs typeface="Open Sans"/>
                <a:sym typeface="Open Sans"/>
              </a:defRPr>
            </a:lvl4pPr>
            <a:lvl5pPr marL="2286000" marR="0" lvl="4" indent="-304800" algn="ctr" rtl="0">
              <a:lnSpc>
                <a:spcPct val="100000"/>
              </a:lnSpc>
              <a:spcBef>
                <a:spcPts val="0"/>
              </a:spcBef>
              <a:spcAft>
                <a:spcPts val="0"/>
              </a:spcAft>
              <a:buClr>
                <a:schemeClr val="dk1"/>
              </a:buClr>
              <a:buSzPts val="1200"/>
              <a:buFont typeface="Open Sans"/>
              <a:buNone/>
              <a:defRPr sz="1200" b="1" i="0" u="none" strike="noStrike" cap="none">
                <a:solidFill>
                  <a:schemeClr val="dk1"/>
                </a:solidFill>
                <a:latin typeface="Open Sans"/>
                <a:ea typeface="Open Sans"/>
                <a:cs typeface="Open Sans"/>
                <a:sym typeface="Open Sans"/>
              </a:defRPr>
            </a:lvl5pPr>
            <a:lvl6pPr marL="2743200" marR="0" lvl="5" indent="-304800" algn="ctr" rtl="0">
              <a:lnSpc>
                <a:spcPct val="100000"/>
              </a:lnSpc>
              <a:spcBef>
                <a:spcPts val="0"/>
              </a:spcBef>
              <a:spcAft>
                <a:spcPts val="0"/>
              </a:spcAft>
              <a:buClr>
                <a:schemeClr val="dk1"/>
              </a:buClr>
              <a:buSzPts val="1200"/>
              <a:buFont typeface="Open Sans"/>
              <a:buNone/>
              <a:defRPr sz="1200" b="1" i="0" u="none" strike="noStrike" cap="none">
                <a:solidFill>
                  <a:schemeClr val="dk1"/>
                </a:solidFill>
                <a:latin typeface="Open Sans"/>
                <a:ea typeface="Open Sans"/>
                <a:cs typeface="Open Sans"/>
                <a:sym typeface="Open Sans"/>
              </a:defRPr>
            </a:lvl6pPr>
            <a:lvl7pPr marL="3200400" marR="0" lvl="6" indent="-304800" algn="ctr" rtl="0">
              <a:lnSpc>
                <a:spcPct val="100000"/>
              </a:lnSpc>
              <a:spcBef>
                <a:spcPts val="0"/>
              </a:spcBef>
              <a:spcAft>
                <a:spcPts val="0"/>
              </a:spcAft>
              <a:buClr>
                <a:schemeClr val="dk1"/>
              </a:buClr>
              <a:buSzPts val="1200"/>
              <a:buFont typeface="Open Sans"/>
              <a:buNone/>
              <a:defRPr sz="1200" b="1" i="0" u="none" strike="noStrike" cap="none">
                <a:solidFill>
                  <a:schemeClr val="dk1"/>
                </a:solidFill>
                <a:latin typeface="Open Sans"/>
                <a:ea typeface="Open Sans"/>
                <a:cs typeface="Open Sans"/>
                <a:sym typeface="Open Sans"/>
              </a:defRPr>
            </a:lvl7pPr>
            <a:lvl8pPr marL="3657600" marR="0" lvl="7" indent="-304800" algn="ctr" rtl="0">
              <a:lnSpc>
                <a:spcPct val="100000"/>
              </a:lnSpc>
              <a:spcBef>
                <a:spcPts val="0"/>
              </a:spcBef>
              <a:spcAft>
                <a:spcPts val="0"/>
              </a:spcAft>
              <a:buClr>
                <a:schemeClr val="dk1"/>
              </a:buClr>
              <a:buSzPts val="1200"/>
              <a:buFont typeface="Open Sans"/>
              <a:buNone/>
              <a:defRPr sz="1200" b="1" i="0" u="none" strike="noStrike" cap="none">
                <a:solidFill>
                  <a:schemeClr val="dk1"/>
                </a:solidFill>
                <a:latin typeface="Open Sans"/>
                <a:ea typeface="Open Sans"/>
                <a:cs typeface="Open Sans"/>
                <a:sym typeface="Open Sans"/>
              </a:defRPr>
            </a:lvl8pPr>
            <a:lvl9pPr marL="4114800" marR="0" lvl="8" indent="-304800" algn="ctr" rtl="0">
              <a:lnSpc>
                <a:spcPct val="100000"/>
              </a:lnSpc>
              <a:spcBef>
                <a:spcPts val="0"/>
              </a:spcBef>
              <a:spcAft>
                <a:spcPts val="0"/>
              </a:spcAft>
              <a:buClr>
                <a:schemeClr val="dk1"/>
              </a:buClr>
              <a:buSzPts val="1200"/>
              <a:buFont typeface="Open Sans"/>
              <a:buNone/>
              <a:defRPr sz="1200" b="1" i="0" u="none" strike="noStrike" cap="none">
                <a:solidFill>
                  <a:schemeClr val="dk1"/>
                </a:solidFill>
                <a:latin typeface="Open Sans"/>
                <a:ea typeface="Open Sans"/>
                <a:cs typeface="Open Sans"/>
                <a:sym typeface="Open Sans"/>
              </a:defRPr>
            </a:lvl9pPr>
          </a:lstStyle>
          <a:p>
            <a:pPr marL="0" indent="0" algn="l"/>
            <a:endParaRPr lang="en-US" sz="1600" b="0" dirty="0">
              <a:latin typeface="Open Sans" panose="020B0606030504020204" pitchFamily="34" charset="0"/>
              <a:ea typeface="Open Sans" panose="020B0606030504020204" pitchFamily="34" charset="0"/>
              <a:cs typeface="Open Sans" panose="020B0606030504020204" pitchFamily="34" charset="0"/>
            </a:endParaRPr>
          </a:p>
        </p:txBody>
      </p:sp>
      <p:sp>
        <p:nvSpPr>
          <p:cNvPr id="13" name="TextBox 12">
            <a:extLst>
              <a:ext uri="{FF2B5EF4-FFF2-40B4-BE49-F238E27FC236}">
                <a16:creationId xmlns:a16="http://schemas.microsoft.com/office/drawing/2014/main" id="{944FDD59-60D0-4F22-A4DC-821A8CED4897}"/>
              </a:ext>
            </a:extLst>
          </p:cNvPr>
          <p:cNvSpPr txBox="1"/>
          <p:nvPr/>
        </p:nvSpPr>
        <p:spPr>
          <a:xfrm>
            <a:off x="722374" y="1330937"/>
            <a:ext cx="7904921" cy="584775"/>
          </a:xfrm>
          <a:prstGeom prst="rect">
            <a:avLst/>
          </a:prstGeom>
          <a:noFill/>
        </p:spPr>
        <p:txBody>
          <a:bodyPr wrap="square">
            <a:spAutoFit/>
          </a:bodyPr>
          <a:lstStyle/>
          <a:p>
            <a:r>
              <a:rPr lang="en-US" sz="1600" b="1" dirty="0">
                <a:latin typeface="Open Sans" panose="020B0606030504020204" pitchFamily="34" charset="0"/>
                <a:ea typeface="Open Sans" panose="020B0606030504020204" pitchFamily="34" charset="0"/>
                <a:cs typeface="Open Sans" panose="020B0606030504020204" pitchFamily="34" charset="0"/>
              </a:rPr>
              <a:t>Definition:</a:t>
            </a:r>
          </a:p>
          <a:p>
            <a:r>
              <a:rPr lang="en-US" sz="1600" dirty="0">
                <a:latin typeface="Open Sans" panose="020B0606030504020204" pitchFamily="34" charset="0"/>
                <a:ea typeface="Open Sans" panose="020B0606030504020204" pitchFamily="34" charset="0"/>
                <a:cs typeface="Open Sans" panose="020B0606030504020204" pitchFamily="34" charset="0"/>
              </a:rPr>
              <a:t>Documenting the gathered requirements in a clear, structured, and testable way.</a:t>
            </a:r>
          </a:p>
        </p:txBody>
      </p:sp>
      <p:sp>
        <p:nvSpPr>
          <p:cNvPr id="15" name="TextBox 14">
            <a:extLst>
              <a:ext uri="{FF2B5EF4-FFF2-40B4-BE49-F238E27FC236}">
                <a16:creationId xmlns:a16="http://schemas.microsoft.com/office/drawing/2014/main" id="{E32D55B3-A729-4C80-891B-3E41628FBAC1}"/>
              </a:ext>
            </a:extLst>
          </p:cNvPr>
          <p:cNvSpPr txBox="1"/>
          <p:nvPr/>
        </p:nvSpPr>
        <p:spPr>
          <a:xfrm>
            <a:off x="722373" y="2189200"/>
            <a:ext cx="7904921" cy="1815882"/>
          </a:xfrm>
          <a:prstGeom prst="rect">
            <a:avLst/>
          </a:prstGeom>
          <a:noFill/>
        </p:spPr>
        <p:txBody>
          <a:bodyPr wrap="square">
            <a:spAutoFit/>
          </a:bodyPr>
          <a:lstStyle/>
          <a:p>
            <a:r>
              <a:rPr lang="en-US" sz="1600" b="1" dirty="0">
                <a:latin typeface="Open Sans" panose="020B0606030504020204" pitchFamily="34" charset="0"/>
                <a:ea typeface="Open Sans" panose="020B0606030504020204" pitchFamily="34" charset="0"/>
                <a:cs typeface="Open Sans" panose="020B0606030504020204" pitchFamily="34" charset="0"/>
              </a:rPr>
              <a:t>Types:</a:t>
            </a:r>
          </a:p>
          <a:p>
            <a:pPr>
              <a:buFont typeface="Arial" panose="020B0604020202020204" pitchFamily="34" charset="0"/>
              <a:buChar char="•"/>
            </a:pPr>
            <a:r>
              <a:rPr lang="en-US" sz="1600" b="1" dirty="0">
                <a:latin typeface="Open Sans" panose="020B0606030504020204" pitchFamily="34" charset="0"/>
                <a:ea typeface="Open Sans" panose="020B0606030504020204" pitchFamily="34" charset="0"/>
                <a:cs typeface="Open Sans" panose="020B0606030504020204" pitchFamily="34" charset="0"/>
              </a:rPr>
              <a:t>Functional Requirements:</a:t>
            </a:r>
            <a:r>
              <a:rPr lang="en-US" sz="1600" dirty="0">
                <a:latin typeface="Open Sans" panose="020B0606030504020204" pitchFamily="34" charset="0"/>
                <a:ea typeface="Open Sans" panose="020B0606030504020204" pitchFamily="34" charset="0"/>
                <a:cs typeface="Open Sans" panose="020B0606030504020204" pitchFamily="34" charset="0"/>
              </a:rPr>
              <a:t> what the system </a:t>
            </a:r>
            <a:r>
              <a:rPr lang="en-US" sz="1600" i="1" dirty="0">
                <a:latin typeface="Open Sans" panose="020B0606030504020204" pitchFamily="34" charset="0"/>
                <a:ea typeface="Open Sans" panose="020B0606030504020204" pitchFamily="34" charset="0"/>
                <a:cs typeface="Open Sans" panose="020B0606030504020204" pitchFamily="34" charset="0"/>
              </a:rPr>
              <a:t>should do</a:t>
            </a:r>
            <a:r>
              <a:rPr lang="en-US" sz="1600" dirty="0">
                <a:latin typeface="Open Sans" panose="020B0606030504020204" pitchFamily="34" charset="0"/>
                <a:ea typeface="Open Sans" panose="020B0606030504020204" pitchFamily="34" charset="0"/>
                <a:cs typeface="Open Sans" panose="020B0606030504020204" pitchFamily="34" charset="0"/>
              </a:rPr>
              <a:t> (features, behaviors).</a:t>
            </a:r>
          </a:p>
          <a:p>
            <a:pPr marL="742950" lvl="1" indent="-285750">
              <a:buFont typeface="Arial" panose="020B0604020202020204" pitchFamily="34" charset="0"/>
              <a:buChar char="•"/>
            </a:pPr>
            <a:r>
              <a:rPr lang="en-US" sz="1600" dirty="0">
                <a:latin typeface="Open Sans" panose="020B0606030504020204" pitchFamily="34" charset="0"/>
                <a:ea typeface="Open Sans" panose="020B0606030504020204" pitchFamily="34" charset="0"/>
                <a:cs typeface="Open Sans" panose="020B0606030504020204" pitchFamily="34" charset="0"/>
              </a:rPr>
              <a:t>Example: “The system shall send an email when a booking is confirmed.”</a:t>
            </a:r>
          </a:p>
          <a:p>
            <a:pPr marL="742950" lvl="1" indent="-285750">
              <a:buFont typeface="Arial" panose="020B0604020202020204" pitchFamily="34" charset="0"/>
              <a:buChar char="•"/>
            </a:pPr>
            <a:endParaRPr lang="en-US" sz="1600" dirty="0">
              <a:latin typeface="Open Sans" panose="020B0606030504020204" pitchFamily="34" charset="0"/>
              <a:ea typeface="Open Sans" panose="020B0606030504020204" pitchFamily="34" charset="0"/>
              <a:cs typeface="Open Sans" panose="020B0606030504020204" pitchFamily="34" charset="0"/>
            </a:endParaRPr>
          </a:p>
          <a:p>
            <a:pPr marL="457200" lvl="1"/>
            <a:endParaRPr lang="en-US" sz="1600" dirty="0">
              <a:latin typeface="Open Sans" panose="020B0606030504020204" pitchFamily="34" charset="0"/>
              <a:ea typeface="Open Sans" panose="020B0606030504020204" pitchFamily="34" charset="0"/>
              <a:cs typeface="Open Sans" panose="020B0606030504020204" pitchFamily="34" charset="0"/>
            </a:endParaRPr>
          </a:p>
          <a:p>
            <a:pPr>
              <a:buFont typeface="Arial" panose="020B0604020202020204" pitchFamily="34" charset="0"/>
              <a:buChar char="•"/>
            </a:pPr>
            <a:r>
              <a:rPr lang="en-US" sz="1600" b="1" dirty="0">
                <a:latin typeface="Open Sans" panose="020B0606030504020204" pitchFamily="34" charset="0"/>
                <a:ea typeface="Open Sans" panose="020B0606030504020204" pitchFamily="34" charset="0"/>
                <a:cs typeface="Open Sans" panose="020B0606030504020204" pitchFamily="34" charset="0"/>
              </a:rPr>
              <a:t>Non-Functional Requirements:</a:t>
            </a:r>
            <a:r>
              <a:rPr lang="en-US" sz="1600" dirty="0">
                <a:latin typeface="Open Sans" panose="020B0606030504020204" pitchFamily="34" charset="0"/>
                <a:ea typeface="Open Sans" panose="020B0606030504020204" pitchFamily="34" charset="0"/>
                <a:cs typeface="Open Sans" panose="020B0606030504020204" pitchFamily="34" charset="0"/>
              </a:rPr>
              <a:t> how the system </a:t>
            </a:r>
            <a:r>
              <a:rPr lang="en-US" sz="1600" i="1" dirty="0">
                <a:latin typeface="Open Sans" panose="020B0606030504020204" pitchFamily="34" charset="0"/>
                <a:ea typeface="Open Sans" panose="020B0606030504020204" pitchFamily="34" charset="0"/>
                <a:cs typeface="Open Sans" panose="020B0606030504020204" pitchFamily="34" charset="0"/>
              </a:rPr>
              <a:t>should perform.</a:t>
            </a:r>
            <a:endParaRPr lang="en-US" sz="1600" dirty="0">
              <a:latin typeface="Open Sans" panose="020B0606030504020204" pitchFamily="34" charset="0"/>
              <a:ea typeface="Open Sans" panose="020B0606030504020204" pitchFamily="34" charset="0"/>
              <a:cs typeface="Open Sans" panose="020B0606030504020204" pitchFamily="34" charset="0"/>
            </a:endParaRPr>
          </a:p>
          <a:p>
            <a:pPr marL="742950" lvl="1" indent="-285750">
              <a:buFont typeface="Arial" panose="020B0604020202020204" pitchFamily="34" charset="0"/>
              <a:buChar char="•"/>
            </a:pPr>
            <a:r>
              <a:rPr lang="en-US" sz="1600" dirty="0">
                <a:latin typeface="Open Sans" panose="020B0606030504020204" pitchFamily="34" charset="0"/>
                <a:ea typeface="Open Sans" panose="020B0606030504020204" pitchFamily="34" charset="0"/>
                <a:cs typeface="Open Sans" panose="020B0606030504020204" pitchFamily="34" charset="0"/>
              </a:rPr>
              <a:t>Example: “The system shall respond within 2 seconds.”</a:t>
            </a:r>
          </a:p>
        </p:txBody>
      </p:sp>
    </p:spTree>
    <p:extLst>
      <p:ext uri="{BB962C8B-B14F-4D97-AF65-F5344CB8AC3E}">
        <p14:creationId xmlns:p14="http://schemas.microsoft.com/office/powerpoint/2010/main" val="33109631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703"/>
        <p:cNvGrpSpPr/>
        <p:nvPr/>
      </p:nvGrpSpPr>
      <p:grpSpPr>
        <a:xfrm>
          <a:off x="0" y="0"/>
          <a:ext cx="0" cy="0"/>
          <a:chOff x="0" y="0"/>
          <a:chExt cx="0" cy="0"/>
        </a:xfrm>
      </p:grpSpPr>
      <p:sp>
        <p:nvSpPr>
          <p:cNvPr id="704" name="Google Shape;704;p32"/>
          <p:cNvSpPr txBox="1">
            <a:spLocks noGrp="1"/>
          </p:cNvSpPr>
          <p:nvPr>
            <p:ph type="title"/>
          </p:nvPr>
        </p:nvSpPr>
        <p:spPr>
          <a:xfrm>
            <a:off x="722375" y="539500"/>
            <a:ext cx="8335486"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fr-FR" sz="2200" dirty="0">
                <a:latin typeface="Open Sans" panose="020B0606030504020204" pitchFamily="34" charset="0"/>
                <a:ea typeface="Open Sans" panose="020B0606030504020204" pitchFamily="34" charset="0"/>
                <a:cs typeface="Open Sans" panose="020B0606030504020204" pitchFamily="34" charset="0"/>
              </a:rPr>
              <a:t>📄 2. Requirements Specification</a:t>
            </a:r>
            <a:endParaRPr lang="en-US" sz="2200" dirty="0">
              <a:latin typeface="Open Sans" panose="020B0606030504020204" pitchFamily="34" charset="0"/>
              <a:ea typeface="Open Sans" panose="020B0606030504020204" pitchFamily="34" charset="0"/>
              <a:cs typeface="Open Sans" panose="020B0606030504020204" pitchFamily="34" charset="0"/>
            </a:endParaRPr>
          </a:p>
        </p:txBody>
      </p:sp>
      <p:grpSp>
        <p:nvGrpSpPr>
          <p:cNvPr id="755" name="Google Shape;755;p32"/>
          <p:cNvGrpSpPr/>
          <p:nvPr/>
        </p:nvGrpSpPr>
        <p:grpSpPr>
          <a:xfrm>
            <a:off x="8220197" y="4319776"/>
            <a:ext cx="731685" cy="731614"/>
            <a:chOff x="276382" y="1174752"/>
            <a:chExt cx="895027" cy="894940"/>
          </a:xfrm>
        </p:grpSpPr>
        <p:grpSp>
          <p:nvGrpSpPr>
            <p:cNvPr id="756" name="Google Shape;756;p32"/>
            <p:cNvGrpSpPr/>
            <p:nvPr/>
          </p:nvGrpSpPr>
          <p:grpSpPr>
            <a:xfrm>
              <a:off x="276382" y="1174752"/>
              <a:ext cx="895027" cy="894940"/>
              <a:chOff x="2861096" y="3889198"/>
              <a:chExt cx="397772" cy="397716"/>
            </a:xfrm>
          </p:grpSpPr>
          <p:sp>
            <p:nvSpPr>
              <p:cNvPr id="757" name="Google Shape;757;p32"/>
              <p:cNvSpPr/>
              <p:nvPr/>
            </p:nvSpPr>
            <p:spPr>
              <a:xfrm>
                <a:off x="2861096" y="3889198"/>
                <a:ext cx="397772" cy="397716"/>
              </a:xfrm>
              <a:custGeom>
                <a:avLst/>
                <a:gdLst/>
                <a:ahLst/>
                <a:cxnLst/>
                <a:rect l="l" t="t" r="r" b="b"/>
                <a:pathLst>
                  <a:path w="7080" h="7079" extrusionOk="0">
                    <a:moveTo>
                      <a:pt x="3545" y="0"/>
                    </a:moveTo>
                    <a:cubicBezTo>
                      <a:pt x="1588" y="0"/>
                      <a:pt x="1" y="1588"/>
                      <a:pt x="1" y="3535"/>
                    </a:cubicBezTo>
                    <a:cubicBezTo>
                      <a:pt x="1" y="5491"/>
                      <a:pt x="1588" y="7079"/>
                      <a:pt x="3545" y="7079"/>
                    </a:cubicBezTo>
                    <a:cubicBezTo>
                      <a:pt x="5501" y="7079"/>
                      <a:pt x="7079" y="5491"/>
                      <a:pt x="7079" y="3535"/>
                    </a:cubicBezTo>
                    <a:cubicBezTo>
                      <a:pt x="7079" y="1588"/>
                      <a:pt x="5501" y="0"/>
                      <a:pt x="3545" y="0"/>
                    </a:cubicBezTo>
                    <a:close/>
                  </a:path>
                </a:pathLst>
              </a:custGeom>
              <a:solidFill>
                <a:schemeClr val="accent3"/>
              </a:solidFill>
              <a:ln w="9525" cap="flat" cmpd="sng">
                <a:solidFill>
                  <a:schemeClr val="dk1"/>
                </a:solidFill>
                <a:prstDash val="solid"/>
                <a:miter lim="945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600">
                  <a:latin typeface="Open Sans" panose="020B0606030504020204" pitchFamily="34" charset="0"/>
                  <a:ea typeface="Open Sans" panose="020B0606030504020204" pitchFamily="34" charset="0"/>
                  <a:cs typeface="Open Sans" panose="020B0606030504020204" pitchFamily="34" charset="0"/>
                </a:endParaRPr>
              </a:p>
            </p:txBody>
          </p:sp>
          <p:sp>
            <p:nvSpPr>
              <p:cNvPr id="758" name="Google Shape;758;p32"/>
              <p:cNvSpPr/>
              <p:nvPr/>
            </p:nvSpPr>
            <p:spPr>
              <a:xfrm>
                <a:off x="2907821" y="3931467"/>
                <a:ext cx="304332" cy="313132"/>
              </a:xfrm>
              <a:custGeom>
                <a:avLst/>
                <a:gdLst/>
                <a:ahLst/>
                <a:cxnLst/>
                <a:rect l="l" t="t" r="r" b="b"/>
                <a:pathLst>
                  <a:path w="4282" h="4282" extrusionOk="0">
                    <a:moveTo>
                      <a:pt x="2146" y="1"/>
                    </a:moveTo>
                    <a:cubicBezTo>
                      <a:pt x="964" y="1"/>
                      <a:pt x="0" y="955"/>
                      <a:pt x="0" y="2137"/>
                    </a:cubicBezTo>
                    <a:cubicBezTo>
                      <a:pt x="0" y="3327"/>
                      <a:pt x="964" y="4282"/>
                      <a:pt x="2146" y="4282"/>
                    </a:cubicBezTo>
                    <a:cubicBezTo>
                      <a:pt x="3327" y="4282"/>
                      <a:pt x="4281" y="3327"/>
                      <a:pt x="4281" y="2137"/>
                    </a:cubicBezTo>
                    <a:cubicBezTo>
                      <a:pt x="4281" y="955"/>
                      <a:pt x="3327" y="1"/>
                      <a:pt x="2146" y="1"/>
                    </a:cubicBezTo>
                    <a:close/>
                  </a:path>
                </a:pathLst>
              </a:custGeom>
              <a:solidFill>
                <a:schemeClr val="accent1"/>
              </a:solidFill>
              <a:ln w="9525" cap="flat" cmpd="sng">
                <a:solidFill>
                  <a:schemeClr val="dk1"/>
                </a:solidFill>
                <a:prstDash val="solid"/>
                <a:miter lim="945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600">
                  <a:latin typeface="Open Sans" panose="020B0606030504020204" pitchFamily="34" charset="0"/>
                  <a:ea typeface="Open Sans" panose="020B0606030504020204" pitchFamily="34" charset="0"/>
                  <a:cs typeface="Open Sans" panose="020B0606030504020204" pitchFamily="34" charset="0"/>
                </a:endParaRPr>
              </a:p>
            </p:txBody>
          </p:sp>
        </p:grpSp>
        <p:sp>
          <p:nvSpPr>
            <p:cNvPr id="759" name="Google Shape;759;p32"/>
            <p:cNvSpPr/>
            <p:nvPr/>
          </p:nvSpPr>
          <p:spPr>
            <a:xfrm>
              <a:off x="698100" y="1366625"/>
              <a:ext cx="195250" cy="467375"/>
            </a:xfrm>
            <a:custGeom>
              <a:avLst/>
              <a:gdLst/>
              <a:ahLst/>
              <a:cxnLst/>
              <a:rect l="l" t="t" r="r" b="b"/>
              <a:pathLst>
                <a:path w="7810" h="18695" extrusionOk="0">
                  <a:moveTo>
                    <a:pt x="5916" y="0"/>
                  </a:moveTo>
                  <a:lnTo>
                    <a:pt x="0" y="9939"/>
                  </a:lnTo>
                  <a:lnTo>
                    <a:pt x="7810" y="18695"/>
                  </a:lnTo>
                </a:path>
              </a:pathLst>
            </a:custGeom>
            <a:noFill/>
            <a:ln w="9525" cap="flat" cmpd="sng">
              <a:solidFill>
                <a:schemeClr val="dk1"/>
              </a:solidFill>
              <a:prstDash val="solid"/>
              <a:round/>
              <a:headEnd type="none" w="med" len="med"/>
              <a:tailEnd type="none" w="med" len="med"/>
            </a:ln>
          </p:spPr>
        </p:sp>
      </p:grpSp>
      <p:sp>
        <p:nvSpPr>
          <p:cNvPr id="68" name="Google Shape;710;p32">
            <a:extLst>
              <a:ext uri="{FF2B5EF4-FFF2-40B4-BE49-F238E27FC236}">
                <a16:creationId xmlns:a16="http://schemas.microsoft.com/office/drawing/2014/main" id="{18C23833-C2C2-4F5C-B4DA-35986FAC3B53}"/>
              </a:ext>
            </a:extLst>
          </p:cNvPr>
          <p:cNvSpPr txBox="1">
            <a:spLocks/>
          </p:cNvSpPr>
          <p:nvPr/>
        </p:nvSpPr>
        <p:spPr>
          <a:xfrm>
            <a:off x="617056" y="3733507"/>
            <a:ext cx="7904921" cy="849897"/>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04800" algn="ctr" rtl="0">
              <a:lnSpc>
                <a:spcPct val="100000"/>
              </a:lnSpc>
              <a:spcBef>
                <a:spcPts val="0"/>
              </a:spcBef>
              <a:spcAft>
                <a:spcPts val="0"/>
              </a:spcAft>
              <a:buClr>
                <a:schemeClr val="dk1"/>
              </a:buClr>
              <a:buSzPts val="1200"/>
              <a:buFont typeface="Open Sans"/>
              <a:buNone/>
              <a:defRPr sz="1800" b="1" i="0" u="none" strike="noStrike" cap="none">
                <a:solidFill>
                  <a:schemeClr val="dk1"/>
                </a:solidFill>
                <a:latin typeface="Open Sans"/>
                <a:ea typeface="Open Sans"/>
                <a:cs typeface="Open Sans"/>
                <a:sym typeface="Open Sans"/>
              </a:defRPr>
            </a:lvl1pPr>
            <a:lvl2pPr marL="914400" marR="0" lvl="1" indent="-304800" algn="ctr" rtl="0">
              <a:lnSpc>
                <a:spcPct val="100000"/>
              </a:lnSpc>
              <a:spcBef>
                <a:spcPts val="0"/>
              </a:spcBef>
              <a:spcAft>
                <a:spcPts val="0"/>
              </a:spcAft>
              <a:buClr>
                <a:schemeClr val="dk1"/>
              </a:buClr>
              <a:buSzPts val="1200"/>
              <a:buFont typeface="Open Sans"/>
              <a:buNone/>
              <a:defRPr sz="1200" b="1" i="0" u="none" strike="noStrike" cap="none">
                <a:solidFill>
                  <a:schemeClr val="dk1"/>
                </a:solidFill>
                <a:latin typeface="Open Sans"/>
                <a:ea typeface="Open Sans"/>
                <a:cs typeface="Open Sans"/>
                <a:sym typeface="Open Sans"/>
              </a:defRPr>
            </a:lvl2pPr>
            <a:lvl3pPr marL="1371600" marR="0" lvl="2" indent="-304800" algn="ctr" rtl="0">
              <a:lnSpc>
                <a:spcPct val="100000"/>
              </a:lnSpc>
              <a:spcBef>
                <a:spcPts val="0"/>
              </a:spcBef>
              <a:spcAft>
                <a:spcPts val="0"/>
              </a:spcAft>
              <a:buClr>
                <a:schemeClr val="dk1"/>
              </a:buClr>
              <a:buSzPts val="1200"/>
              <a:buFont typeface="Open Sans"/>
              <a:buNone/>
              <a:defRPr sz="1200" b="1" i="0" u="none" strike="noStrike" cap="none">
                <a:solidFill>
                  <a:schemeClr val="dk1"/>
                </a:solidFill>
                <a:latin typeface="Open Sans"/>
                <a:ea typeface="Open Sans"/>
                <a:cs typeface="Open Sans"/>
                <a:sym typeface="Open Sans"/>
              </a:defRPr>
            </a:lvl3pPr>
            <a:lvl4pPr marL="1828800" marR="0" lvl="3" indent="-304800" algn="ctr" rtl="0">
              <a:lnSpc>
                <a:spcPct val="100000"/>
              </a:lnSpc>
              <a:spcBef>
                <a:spcPts val="0"/>
              </a:spcBef>
              <a:spcAft>
                <a:spcPts val="0"/>
              </a:spcAft>
              <a:buClr>
                <a:schemeClr val="dk1"/>
              </a:buClr>
              <a:buSzPts val="1200"/>
              <a:buFont typeface="Open Sans"/>
              <a:buNone/>
              <a:defRPr sz="1200" b="1" i="0" u="none" strike="noStrike" cap="none">
                <a:solidFill>
                  <a:schemeClr val="dk1"/>
                </a:solidFill>
                <a:latin typeface="Open Sans"/>
                <a:ea typeface="Open Sans"/>
                <a:cs typeface="Open Sans"/>
                <a:sym typeface="Open Sans"/>
              </a:defRPr>
            </a:lvl4pPr>
            <a:lvl5pPr marL="2286000" marR="0" lvl="4" indent="-304800" algn="ctr" rtl="0">
              <a:lnSpc>
                <a:spcPct val="100000"/>
              </a:lnSpc>
              <a:spcBef>
                <a:spcPts val="0"/>
              </a:spcBef>
              <a:spcAft>
                <a:spcPts val="0"/>
              </a:spcAft>
              <a:buClr>
                <a:schemeClr val="dk1"/>
              </a:buClr>
              <a:buSzPts val="1200"/>
              <a:buFont typeface="Open Sans"/>
              <a:buNone/>
              <a:defRPr sz="1200" b="1" i="0" u="none" strike="noStrike" cap="none">
                <a:solidFill>
                  <a:schemeClr val="dk1"/>
                </a:solidFill>
                <a:latin typeface="Open Sans"/>
                <a:ea typeface="Open Sans"/>
                <a:cs typeface="Open Sans"/>
                <a:sym typeface="Open Sans"/>
              </a:defRPr>
            </a:lvl5pPr>
            <a:lvl6pPr marL="2743200" marR="0" lvl="5" indent="-304800" algn="ctr" rtl="0">
              <a:lnSpc>
                <a:spcPct val="100000"/>
              </a:lnSpc>
              <a:spcBef>
                <a:spcPts val="0"/>
              </a:spcBef>
              <a:spcAft>
                <a:spcPts val="0"/>
              </a:spcAft>
              <a:buClr>
                <a:schemeClr val="dk1"/>
              </a:buClr>
              <a:buSzPts val="1200"/>
              <a:buFont typeface="Open Sans"/>
              <a:buNone/>
              <a:defRPr sz="1200" b="1" i="0" u="none" strike="noStrike" cap="none">
                <a:solidFill>
                  <a:schemeClr val="dk1"/>
                </a:solidFill>
                <a:latin typeface="Open Sans"/>
                <a:ea typeface="Open Sans"/>
                <a:cs typeface="Open Sans"/>
                <a:sym typeface="Open Sans"/>
              </a:defRPr>
            </a:lvl6pPr>
            <a:lvl7pPr marL="3200400" marR="0" lvl="6" indent="-304800" algn="ctr" rtl="0">
              <a:lnSpc>
                <a:spcPct val="100000"/>
              </a:lnSpc>
              <a:spcBef>
                <a:spcPts val="0"/>
              </a:spcBef>
              <a:spcAft>
                <a:spcPts val="0"/>
              </a:spcAft>
              <a:buClr>
                <a:schemeClr val="dk1"/>
              </a:buClr>
              <a:buSzPts val="1200"/>
              <a:buFont typeface="Open Sans"/>
              <a:buNone/>
              <a:defRPr sz="1200" b="1" i="0" u="none" strike="noStrike" cap="none">
                <a:solidFill>
                  <a:schemeClr val="dk1"/>
                </a:solidFill>
                <a:latin typeface="Open Sans"/>
                <a:ea typeface="Open Sans"/>
                <a:cs typeface="Open Sans"/>
                <a:sym typeface="Open Sans"/>
              </a:defRPr>
            </a:lvl7pPr>
            <a:lvl8pPr marL="3657600" marR="0" lvl="7" indent="-304800" algn="ctr" rtl="0">
              <a:lnSpc>
                <a:spcPct val="100000"/>
              </a:lnSpc>
              <a:spcBef>
                <a:spcPts val="0"/>
              </a:spcBef>
              <a:spcAft>
                <a:spcPts val="0"/>
              </a:spcAft>
              <a:buClr>
                <a:schemeClr val="dk1"/>
              </a:buClr>
              <a:buSzPts val="1200"/>
              <a:buFont typeface="Open Sans"/>
              <a:buNone/>
              <a:defRPr sz="1200" b="1" i="0" u="none" strike="noStrike" cap="none">
                <a:solidFill>
                  <a:schemeClr val="dk1"/>
                </a:solidFill>
                <a:latin typeface="Open Sans"/>
                <a:ea typeface="Open Sans"/>
                <a:cs typeface="Open Sans"/>
                <a:sym typeface="Open Sans"/>
              </a:defRPr>
            </a:lvl8pPr>
            <a:lvl9pPr marL="4114800" marR="0" lvl="8" indent="-304800" algn="ctr" rtl="0">
              <a:lnSpc>
                <a:spcPct val="100000"/>
              </a:lnSpc>
              <a:spcBef>
                <a:spcPts val="0"/>
              </a:spcBef>
              <a:spcAft>
                <a:spcPts val="0"/>
              </a:spcAft>
              <a:buClr>
                <a:schemeClr val="dk1"/>
              </a:buClr>
              <a:buSzPts val="1200"/>
              <a:buFont typeface="Open Sans"/>
              <a:buNone/>
              <a:defRPr sz="1200" b="1" i="0" u="none" strike="noStrike" cap="none">
                <a:solidFill>
                  <a:schemeClr val="dk1"/>
                </a:solidFill>
                <a:latin typeface="Open Sans"/>
                <a:ea typeface="Open Sans"/>
                <a:cs typeface="Open Sans"/>
                <a:sym typeface="Open Sans"/>
              </a:defRPr>
            </a:lvl9pPr>
          </a:lstStyle>
          <a:p>
            <a:pPr marL="0" indent="0" algn="l"/>
            <a:endParaRPr lang="en-US" sz="1600" b="0" dirty="0">
              <a:latin typeface="Open Sans" panose="020B0606030504020204" pitchFamily="34" charset="0"/>
              <a:ea typeface="Open Sans" panose="020B0606030504020204" pitchFamily="34" charset="0"/>
              <a:cs typeface="Open Sans" panose="020B0606030504020204" pitchFamily="34" charset="0"/>
            </a:endParaRPr>
          </a:p>
        </p:txBody>
      </p:sp>
      <p:sp>
        <p:nvSpPr>
          <p:cNvPr id="2" name="Rectangle 1">
            <a:extLst>
              <a:ext uri="{FF2B5EF4-FFF2-40B4-BE49-F238E27FC236}">
                <a16:creationId xmlns:a16="http://schemas.microsoft.com/office/drawing/2014/main" id="{9D26C25F-6FDF-4E24-975B-999D2E5C0A47}"/>
              </a:ext>
            </a:extLst>
          </p:cNvPr>
          <p:cNvSpPr>
            <a:spLocks noChangeArrowheads="1"/>
          </p:cNvSpPr>
          <p:nvPr/>
        </p:nvSpPr>
        <p:spPr bwMode="auto">
          <a:xfrm>
            <a:off x="789043" y="1239472"/>
            <a:ext cx="7904921" cy="31085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rPr>
              <a:t>Software Requirements Categories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rPr>
              <a:t>Requirements are mainly divided into two broad types: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1" i="0" u="none" strike="noStrike" cap="none" normalizeH="0" baseline="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rPr>
              <a:t>A. Functional Requirements (FR)</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rPr>
              <a:t>Define </a:t>
            </a:r>
            <a:r>
              <a:rPr kumimoji="0" lang="en-US" altLang="en-US" b="0" i="1" u="none" strike="noStrike" cap="none" normalizeH="0" baseline="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rPr>
              <a:t>what the system should do</a:t>
            </a:r>
            <a:r>
              <a:rPr kumimoji="0" lang="en-US" altLang="en-US" b="0" i="0" u="none" strike="noStrike" cap="none" normalizeH="0" baseline="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rPr>
              <a:t> — its features, behaviors, or functions.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rPr>
              <a:t>Examples:</a:t>
            </a:r>
            <a:endParaRPr kumimoji="0" lang="en-US" altLang="en-US" b="0" i="0" u="none" strike="noStrike" cap="none" normalizeH="0" baseline="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rPr>
              <a:t>The system shall allow users to log in using email and password.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rPr>
              <a:t>The system shall send an OTP for account verification.</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b="0" i="0" u="none" strike="noStrike" cap="none" normalizeH="0" baseline="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rPr>
              <a:t>Representation:</a:t>
            </a:r>
            <a:endParaRPr kumimoji="0" lang="en-US" altLang="en-US" b="0" i="0" u="none" strike="noStrike" cap="none" normalizeH="0" baseline="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rPr>
              <a:t>Use cases, user stories, or feature lists.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b="0" i="0" u="none" strike="noStrike" cap="none" normalizeH="0" baseline="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rPr>
              <a:t>💡 </a:t>
            </a:r>
            <a:r>
              <a:rPr kumimoji="0" lang="en-US" altLang="en-US" b="1" i="0" u="none" strike="noStrike" cap="none" normalizeH="0" baseline="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rPr>
              <a:t>Tip:</a:t>
            </a:r>
            <a:r>
              <a:rPr kumimoji="0" lang="en-US" altLang="en-US" b="0" i="0" u="none" strike="noStrike" cap="none" normalizeH="0" baseline="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rPr>
              <a:t> These are </a:t>
            </a:r>
            <a:r>
              <a:rPr kumimoji="0" lang="en-US" altLang="en-US" b="0" i="1" u="none" strike="noStrike" cap="none" normalizeH="0" baseline="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rPr>
              <a:t>visible</a:t>
            </a:r>
            <a:r>
              <a:rPr kumimoji="0" lang="en-US" altLang="en-US" b="0" i="0" u="none" strike="noStrike" cap="none" normalizeH="0" baseline="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rPr>
              <a:t> to users and directly related to system operations.</a:t>
            </a:r>
          </a:p>
        </p:txBody>
      </p:sp>
    </p:spTree>
    <p:extLst>
      <p:ext uri="{BB962C8B-B14F-4D97-AF65-F5344CB8AC3E}">
        <p14:creationId xmlns:p14="http://schemas.microsoft.com/office/powerpoint/2010/main" val="36303225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703"/>
        <p:cNvGrpSpPr/>
        <p:nvPr/>
      </p:nvGrpSpPr>
      <p:grpSpPr>
        <a:xfrm>
          <a:off x="0" y="0"/>
          <a:ext cx="0" cy="0"/>
          <a:chOff x="0" y="0"/>
          <a:chExt cx="0" cy="0"/>
        </a:xfrm>
      </p:grpSpPr>
      <p:sp>
        <p:nvSpPr>
          <p:cNvPr id="704" name="Google Shape;704;p32"/>
          <p:cNvSpPr txBox="1">
            <a:spLocks noGrp="1"/>
          </p:cNvSpPr>
          <p:nvPr>
            <p:ph type="title"/>
          </p:nvPr>
        </p:nvSpPr>
        <p:spPr>
          <a:xfrm>
            <a:off x="722375" y="539500"/>
            <a:ext cx="8335486"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fr-FR" sz="2200" dirty="0">
                <a:latin typeface="Open Sans" panose="020B0606030504020204" pitchFamily="34" charset="0"/>
                <a:ea typeface="Open Sans" panose="020B0606030504020204" pitchFamily="34" charset="0"/>
                <a:cs typeface="Open Sans" panose="020B0606030504020204" pitchFamily="34" charset="0"/>
              </a:rPr>
              <a:t>📄 2. Requirements Specification</a:t>
            </a:r>
            <a:endParaRPr lang="en-US" sz="2200" dirty="0">
              <a:latin typeface="Open Sans" panose="020B0606030504020204" pitchFamily="34" charset="0"/>
              <a:ea typeface="Open Sans" panose="020B0606030504020204" pitchFamily="34" charset="0"/>
              <a:cs typeface="Open Sans" panose="020B0606030504020204" pitchFamily="34" charset="0"/>
            </a:endParaRPr>
          </a:p>
        </p:txBody>
      </p:sp>
      <p:grpSp>
        <p:nvGrpSpPr>
          <p:cNvPr id="755" name="Google Shape;755;p32"/>
          <p:cNvGrpSpPr/>
          <p:nvPr/>
        </p:nvGrpSpPr>
        <p:grpSpPr>
          <a:xfrm>
            <a:off x="8220197" y="4319776"/>
            <a:ext cx="731685" cy="731614"/>
            <a:chOff x="276382" y="1174752"/>
            <a:chExt cx="895027" cy="894940"/>
          </a:xfrm>
        </p:grpSpPr>
        <p:grpSp>
          <p:nvGrpSpPr>
            <p:cNvPr id="756" name="Google Shape;756;p32"/>
            <p:cNvGrpSpPr/>
            <p:nvPr/>
          </p:nvGrpSpPr>
          <p:grpSpPr>
            <a:xfrm>
              <a:off x="276382" y="1174752"/>
              <a:ext cx="895027" cy="894940"/>
              <a:chOff x="2861096" y="3889198"/>
              <a:chExt cx="397772" cy="397716"/>
            </a:xfrm>
          </p:grpSpPr>
          <p:sp>
            <p:nvSpPr>
              <p:cNvPr id="757" name="Google Shape;757;p32"/>
              <p:cNvSpPr/>
              <p:nvPr/>
            </p:nvSpPr>
            <p:spPr>
              <a:xfrm>
                <a:off x="2861096" y="3889198"/>
                <a:ext cx="397772" cy="397716"/>
              </a:xfrm>
              <a:custGeom>
                <a:avLst/>
                <a:gdLst/>
                <a:ahLst/>
                <a:cxnLst/>
                <a:rect l="l" t="t" r="r" b="b"/>
                <a:pathLst>
                  <a:path w="7080" h="7079" extrusionOk="0">
                    <a:moveTo>
                      <a:pt x="3545" y="0"/>
                    </a:moveTo>
                    <a:cubicBezTo>
                      <a:pt x="1588" y="0"/>
                      <a:pt x="1" y="1588"/>
                      <a:pt x="1" y="3535"/>
                    </a:cubicBezTo>
                    <a:cubicBezTo>
                      <a:pt x="1" y="5491"/>
                      <a:pt x="1588" y="7079"/>
                      <a:pt x="3545" y="7079"/>
                    </a:cubicBezTo>
                    <a:cubicBezTo>
                      <a:pt x="5501" y="7079"/>
                      <a:pt x="7079" y="5491"/>
                      <a:pt x="7079" y="3535"/>
                    </a:cubicBezTo>
                    <a:cubicBezTo>
                      <a:pt x="7079" y="1588"/>
                      <a:pt x="5501" y="0"/>
                      <a:pt x="3545" y="0"/>
                    </a:cubicBezTo>
                    <a:close/>
                  </a:path>
                </a:pathLst>
              </a:custGeom>
              <a:solidFill>
                <a:schemeClr val="accent3"/>
              </a:solidFill>
              <a:ln w="9525" cap="flat" cmpd="sng">
                <a:solidFill>
                  <a:schemeClr val="dk1"/>
                </a:solidFill>
                <a:prstDash val="solid"/>
                <a:miter lim="945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600">
                  <a:latin typeface="Open Sans" panose="020B0606030504020204" pitchFamily="34" charset="0"/>
                  <a:ea typeface="Open Sans" panose="020B0606030504020204" pitchFamily="34" charset="0"/>
                  <a:cs typeface="Open Sans" panose="020B0606030504020204" pitchFamily="34" charset="0"/>
                </a:endParaRPr>
              </a:p>
            </p:txBody>
          </p:sp>
          <p:sp>
            <p:nvSpPr>
              <p:cNvPr id="758" name="Google Shape;758;p32"/>
              <p:cNvSpPr/>
              <p:nvPr/>
            </p:nvSpPr>
            <p:spPr>
              <a:xfrm>
                <a:off x="2907821" y="3931467"/>
                <a:ext cx="304332" cy="313132"/>
              </a:xfrm>
              <a:custGeom>
                <a:avLst/>
                <a:gdLst/>
                <a:ahLst/>
                <a:cxnLst/>
                <a:rect l="l" t="t" r="r" b="b"/>
                <a:pathLst>
                  <a:path w="4282" h="4282" extrusionOk="0">
                    <a:moveTo>
                      <a:pt x="2146" y="1"/>
                    </a:moveTo>
                    <a:cubicBezTo>
                      <a:pt x="964" y="1"/>
                      <a:pt x="0" y="955"/>
                      <a:pt x="0" y="2137"/>
                    </a:cubicBezTo>
                    <a:cubicBezTo>
                      <a:pt x="0" y="3327"/>
                      <a:pt x="964" y="4282"/>
                      <a:pt x="2146" y="4282"/>
                    </a:cubicBezTo>
                    <a:cubicBezTo>
                      <a:pt x="3327" y="4282"/>
                      <a:pt x="4281" y="3327"/>
                      <a:pt x="4281" y="2137"/>
                    </a:cubicBezTo>
                    <a:cubicBezTo>
                      <a:pt x="4281" y="955"/>
                      <a:pt x="3327" y="1"/>
                      <a:pt x="2146" y="1"/>
                    </a:cubicBezTo>
                    <a:close/>
                  </a:path>
                </a:pathLst>
              </a:custGeom>
              <a:solidFill>
                <a:schemeClr val="accent1"/>
              </a:solidFill>
              <a:ln w="9525" cap="flat" cmpd="sng">
                <a:solidFill>
                  <a:schemeClr val="dk1"/>
                </a:solidFill>
                <a:prstDash val="solid"/>
                <a:miter lim="945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600">
                  <a:latin typeface="Open Sans" panose="020B0606030504020204" pitchFamily="34" charset="0"/>
                  <a:ea typeface="Open Sans" panose="020B0606030504020204" pitchFamily="34" charset="0"/>
                  <a:cs typeface="Open Sans" panose="020B0606030504020204" pitchFamily="34" charset="0"/>
                </a:endParaRPr>
              </a:p>
            </p:txBody>
          </p:sp>
        </p:grpSp>
        <p:sp>
          <p:nvSpPr>
            <p:cNvPr id="759" name="Google Shape;759;p32"/>
            <p:cNvSpPr/>
            <p:nvPr/>
          </p:nvSpPr>
          <p:spPr>
            <a:xfrm>
              <a:off x="698100" y="1366625"/>
              <a:ext cx="195250" cy="467375"/>
            </a:xfrm>
            <a:custGeom>
              <a:avLst/>
              <a:gdLst/>
              <a:ahLst/>
              <a:cxnLst/>
              <a:rect l="l" t="t" r="r" b="b"/>
              <a:pathLst>
                <a:path w="7810" h="18695" extrusionOk="0">
                  <a:moveTo>
                    <a:pt x="5916" y="0"/>
                  </a:moveTo>
                  <a:lnTo>
                    <a:pt x="0" y="9939"/>
                  </a:lnTo>
                  <a:lnTo>
                    <a:pt x="7810" y="18695"/>
                  </a:lnTo>
                </a:path>
              </a:pathLst>
            </a:custGeom>
            <a:noFill/>
            <a:ln w="9525" cap="flat" cmpd="sng">
              <a:solidFill>
                <a:schemeClr val="dk1"/>
              </a:solidFill>
              <a:prstDash val="solid"/>
              <a:round/>
              <a:headEnd type="none" w="med" len="med"/>
              <a:tailEnd type="none" w="med" len="med"/>
            </a:ln>
          </p:spPr>
        </p:sp>
      </p:grpSp>
      <p:sp>
        <p:nvSpPr>
          <p:cNvPr id="68" name="Google Shape;710;p32">
            <a:extLst>
              <a:ext uri="{FF2B5EF4-FFF2-40B4-BE49-F238E27FC236}">
                <a16:creationId xmlns:a16="http://schemas.microsoft.com/office/drawing/2014/main" id="{18C23833-C2C2-4F5C-B4DA-35986FAC3B53}"/>
              </a:ext>
            </a:extLst>
          </p:cNvPr>
          <p:cNvSpPr txBox="1">
            <a:spLocks/>
          </p:cNvSpPr>
          <p:nvPr/>
        </p:nvSpPr>
        <p:spPr>
          <a:xfrm>
            <a:off x="617056" y="3733507"/>
            <a:ext cx="7904921" cy="849897"/>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04800" algn="ctr" rtl="0">
              <a:lnSpc>
                <a:spcPct val="100000"/>
              </a:lnSpc>
              <a:spcBef>
                <a:spcPts val="0"/>
              </a:spcBef>
              <a:spcAft>
                <a:spcPts val="0"/>
              </a:spcAft>
              <a:buClr>
                <a:schemeClr val="dk1"/>
              </a:buClr>
              <a:buSzPts val="1200"/>
              <a:buFont typeface="Open Sans"/>
              <a:buNone/>
              <a:defRPr sz="1800" b="1" i="0" u="none" strike="noStrike" cap="none">
                <a:solidFill>
                  <a:schemeClr val="dk1"/>
                </a:solidFill>
                <a:latin typeface="Open Sans"/>
                <a:ea typeface="Open Sans"/>
                <a:cs typeface="Open Sans"/>
                <a:sym typeface="Open Sans"/>
              </a:defRPr>
            </a:lvl1pPr>
            <a:lvl2pPr marL="914400" marR="0" lvl="1" indent="-304800" algn="ctr" rtl="0">
              <a:lnSpc>
                <a:spcPct val="100000"/>
              </a:lnSpc>
              <a:spcBef>
                <a:spcPts val="0"/>
              </a:spcBef>
              <a:spcAft>
                <a:spcPts val="0"/>
              </a:spcAft>
              <a:buClr>
                <a:schemeClr val="dk1"/>
              </a:buClr>
              <a:buSzPts val="1200"/>
              <a:buFont typeface="Open Sans"/>
              <a:buNone/>
              <a:defRPr sz="1200" b="1" i="0" u="none" strike="noStrike" cap="none">
                <a:solidFill>
                  <a:schemeClr val="dk1"/>
                </a:solidFill>
                <a:latin typeface="Open Sans"/>
                <a:ea typeface="Open Sans"/>
                <a:cs typeface="Open Sans"/>
                <a:sym typeface="Open Sans"/>
              </a:defRPr>
            </a:lvl2pPr>
            <a:lvl3pPr marL="1371600" marR="0" lvl="2" indent="-304800" algn="ctr" rtl="0">
              <a:lnSpc>
                <a:spcPct val="100000"/>
              </a:lnSpc>
              <a:spcBef>
                <a:spcPts val="0"/>
              </a:spcBef>
              <a:spcAft>
                <a:spcPts val="0"/>
              </a:spcAft>
              <a:buClr>
                <a:schemeClr val="dk1"/>
              </a:buClr>
              <a:buSzPts val="1200"/>
              <a:buFont typeface="Open Sans"/>
              <a:buNone/>
              <a:defRPr sz="1200" b="1" i="0" u="none" strike="noStrike" cap="none">
                <a:solidFill>
                  <a:schemeClr val="dk1"/>
                </a:solidFill>
                <a:latin typeface="Open Sans"/>
                <a:ea typeface="Open Sans"/>
                <a:cs typeface="Open Sans"/>
                <a:sym typeface="Open Sans"/>
              </a:defRPr>
            </a:lvl3pPr>
            <a:lvl4pPr marL="1828800" marR="0" lvl="3" indent="-304800" algn="ctr" rtl="0">
              <a:lnSpc>
                <a:spcPct val="100000"/>
              </a:lnSpc>
              <a:spcBef>
                <a:spcPts val="0"/>
              </a:spcBef>
              <a:spcAft>
                <a:spcPts val="0"/>
              </a:spcAft>
              <a:buClr>
                <a:schemeClr val="dk1"/>
              </a:buClr>
              <a:buSzPts val="1200"/>
              <a:buFont typeface="Open Sans"/>
              <a:buNone/>
              <a:defRPr sz="1200" b="1" i="0" u="none" strike="noStrike" cap="none">
                <a:solidFill>
                  <a:schemeClr val="dk1"/>
                </a:solidFill>
                <a:latin typeface="Open Sans"/>
                <a:ea typeface="Open Sans"/>
                <a:cs typeface="Open Sans"/>
                <a:sym typeface="Open Sans"/>
              </a:defRPr>
            </a:lvl4pPr>
            <a:lvl5pPr marL="2286000" marR="0" lvl="4" indent="-304800" algn="ctr" rtl="0">
              <a:lnSpc>
                <a:spcPct val="100000"/>
              </a:lnSpc>
              <a:spcBef>
                <a:spcPts val="0"/>
              </a:spcBef>
              <a:spcAft>
                <a:spcPts val="0"/>
              </a:spcAft>
              <a:buClr>
                <a:schemeClr val="dk1"/>
              </a:buClr>
              <a:buSzPts val="1200"/>
              <a:buFont typeface="Open Sans"/>
              <a:buNone/>
              <a:defRPr sz="1200" b="1" i="0" u="none" strike="noStrike" cap="none">
                <a:solidFill>
                  <a:schemeClr val="dk1"/>
                </a:solidFill>
                <a:latin typeface="Open Sans"/>
                <a:ea typeface="Open Sans"/>
                <a:cs typeface="Open Sans"/>
                <a:sym typeface="Open Sans"/>
              </a:defRPr>
            </a:lvl5pPr>
            <a:lvl6pPr marL="2743200" marR="0" lvl="5" indent="-304800" algn="ctr" rtl="0">
              <a:lnSpc>
                <a:spcPct val="100000"/>
              </a:lnSpc>
              <a:spcBef>
                <a:spcPts val="0"/>
              </a:spcBef>
              <a:spcAft>
                <a:spcPts val="0"/>
              </a:spcAft>
              <a:buClr>
                <a:schemeClr val="dk1"/>
              </a:buClr>
              <a:buSzPts val="1200"/>
              <a:buFont typeface="Open Sans"/>
              <a:buNone/>
              <a:defRPr sz="1200" b="1" i="0" u="none" strike="noStrike" cap="none">
                <a:solidFill>
                  <a:schemeClr val="dk1"/>
                </a:solidFill>
                <a:latin typeface="Open Sans"/>
                <a:ea typeface="Open Sans"/>
                <a:cs typeface="Open Sans"/>
                <a:sym typeface="Open Sans"/>
              </a:defRPr>
            </a:lvl6pPr>
            <a:lvl7pPr marL="3200400" marR="0" lvl="6" indent="-304800" algn="ctr" rtl="0">
              <a:lnSpc>
                <a:spcPct val="100000"/>
              </a:lnSpc>
              <a:spcBef>
                <a:spcPts val="0"/>
              </a:spcBef>
              <a:spcAft>
                <a:spcPts val="0"/>
              </a:spcAft>
              <a:buClr>
                <a:schemeClr val="dk1"/>
              </a:buClr>
              <a:buSzPts val="1200"/>
              <a:buFont typeface="Open Sans"/>
              <a:buNone/>
              <a:defRPr sz="1200" b="1" i="0" u="none" strike="noStrike" cap="none">
                <a:solidFill>
                  <a:schemeClr val="dk1"/>
                </a:solidFill>
                <a:latin typeface="Open Sans"/>
                <a:ea typeface="Open Sans"/>
                <a:cs typeface="Open Sans"/>
                <a:sym typeface="Open Sans"/>
              </a:defRPr>
            </a:lvl7pPr>
            <a:lvl8pPr marL="3657600" marR="0" lvl="7" indent="-304800" algn="ctr" rtl="0">
              <a:lnSpc>
                <a:spcPct val="100000"/>
              </a:lnSpc>
              <a:spcBef>
                <a:spcPts val="0"/>
              </a:spcBef>
              <a:spcAft>
                <a:spcPts val="0"/>
              </a:spcAft>
              <a:buClr>
                <a:schemeClr val="dk1"/>
              </a:buClr>
              <a:buSzPts val="1200"/>
              <a:buFont typeface="Open Sans"/>
              <a:buNone/>
              <a:defRPr sz="1200" b="1" i="0" u="none" strike="noStrike" cap="none">
                <a:solidFill>
                  <a:schemeClr val="dk1"/>
                </a:solidFill>
                <a:latin typeface="Open Sans"/>
                <a:ea typeface="Open Sans"/>
                <a:cs typeface="Open Sans"/>
                <a:sym typeface="Open Sans"/>
              </a:defRPr>
            </a:lvl8pPr>
            <a:lvl9pPr marL="4114800" marR="0" lvl="8" indent="-304800" algn="ctr" rtl="0">
              <a:lnSpc>
                <a:spcPct val="100000"/>
              </a:lnSpc>
              <a:spcBef>
                <a:spcPts val="0"/>
              </a:spcBef>
              <a:spcAft>
                <a:spcPts val="0"/>
              </a:spcAft>
              <a:buClr>
                <a:schemeClr val="dk1"/>
              </a:buClr>
              <a:buSzPts val="1200"/>
              <a:buFont typeface="Open Sans"/>
              <a:buNone/>
              <a:defRPr sz="1200" b="1" i="0" u="none" strike="noStrike" cap="none">
                <a:solidFill>
                  <a:schemeClr val="dk1"/>
                </a:solidFill>
                <a:latin typeface="Open Sans"/>
                <a:ea typeface="Open Sans"/>
                <a:cs typeface="Open Sans"/>
                <a:sym typeface="Open Sans"/>
              </a:defRPr>
            </a:lvl9pPr>
          </a:lstStyle>
          <a:p>
            <a:pPr marL="0" indent="0" algn="l"/>
            <a:endParaRPr lang="en-US" sz="1600" b="0" dirty="0">
              <a:latin typeface="Open Sans" panose="020B0606030504020204" pitchFamily="34" charset="0"/>
              <a:ea typeface="Open Sans" panose="020B0606030504020204" pitchFamily="34" charset="0"/>
              <a:cs typeface="Open Sans" panose="020B0606030504020204" pitchFamily="34" charset="0"/>
            </a:endParaRPr>
          </a:p>
        </p:txBody>
      </p:sp>
      <p:graphicFrame>
        <p:nvGraphicFramePr>
          <p:cNvPr id="3" name="Table 2">
            <a:extLst>
              <a:ext uri="{FF2B5EF4-FFF2-40B4-BE49-F238E27FC236}">
                <a16:creationId xmlns:a16="http://schemas.microsoft.com/office/drawing/2014/main" id="{3F5FF871-7B27-4607-8250-A601CCB7B2EE}"/>
              </a:ext>
            </a:extLst>
          </p:cNvPr>
          <p:cNvGraphicFramePr>
            <a:graphicFrameLocks noGrp="1"/>
          </p:cNvGraphicFramePr>
          <p:nvPr>
            <p:extLst>
              <p:ext uri="{D42A27DB-BD31-4B8C-83A1-F6EECF244321}">
                <p14:modId xmlns:p14="http://schemas.microsoft.com/office/powerpoint/2010/main" val="693655351"/>
              </p:ext>
            </p:extLst>
          </p:nvPr>
        </p:nvGraphicFramePr>
        <p:xfrm>
          <a:off x="804397" y="2122496"/>
          <a:ext cx="6415232" cy="2563044"/>
        </p:xfrm>
        <a:graphic>
          <a:graphicData uri="http://schemas.openxmlformats.org/drawingml/2006/table">
            <a:tbl>
              <a:tblPr/>
              <a:tblGrid>
                <a:gridCol w="1145284">
                  <a:extLst>
                    <a:ext uri="{9D8B030D-6E8A-4147-A177-3AD203B41FA5}">
                      <a16:colId xmlns:a16="http://schemas.microsoft.com/office/drawing/2014/main" val="1803445585"/>
                    </a:ext>
                  </a:extLst>
                </a:gridCol>
                <a:gridCol w="2634974">
                  <a:extLst>
                    <a:ext uri="{9D8B030D-6E8A-4147-A177-3AD203B41FA5}">
                      <a16:colId xmlns:a16="http://schemas.microsoft.com/office/drawing/2014/main" val="1482676434"/>
                    </a:ext>
                  </a:extLst>
                </a:gridCol>
                <a:gridCol w="2634974">
                  <a:extLst>
                    <a:ext uri="{9D8B030D-6E8A-4147-A177-3AD203B41FA5}">
                      <a16:colId xmlns:a16="http://schemas.microsoft.com/office/drawing/2014/main" val="1878232733"/>
                    </a:ext>
                  </a:extLst>
                </a:gridCol>
              </a:tblGrid>
              <a:tr h="155483">
                <a:tc>
                  <a:txBody>
                    <a:bodyPr/>
                    <a:lstStyle/>
                    <a:p>
                      <a:r>
                        <a:rPr lang="en-US" sz="1000"/>
                        <a:t>Type</a:t>
                      </a:r>
                    </a:p>
                  </a:txBody>
                  <a:tcPr marL="70198" marR="70198" marT="35099" marB="35099" anchor="ctr">
                    <a:lnL>
                      <a:noFill/>
                    </a:lnL>
                    <a:lnR>
                      <a:noFill/>
                    </a:lnR>
                    <a:lnT>
                      <a:noFill/>
                    </a:lnT>
                    <a:lnB>
                      <a:noFill/>
                    </a:lnB>
                  </a:tcPr>
                </a:tc>
                <a:tc>
                  <a:txBody>
                    <a:bodyPr/>
                    <a:lstStyle/>
                    <a:p>
                      <a:r>
                        <a:rPr lang="en-US" sz="1000"/>
                        <a:t>Description</a:t>
                      </a:r>
                    </a:p>
                  </a:txBody>
                  <a:tcPr marL="70198" marR="70198" marT="35099" marB="35099" anchor="ctr">
                    <a:lnL>
                      <a:noFill/>
                    </a:lnL>
                    <a:lnR>
                      <a:noFill/>
                    </a:lnR>
                    <a:lnT>
                      <a:noFill/>
                    </a:lnT>
                    <a:lnB>
                      <a:noFill/>
                    </a:lnB>
                  </a:tcPr>
                </a:tc>
                <a:tc>
                  <a:txBody>
                    <a:bodyPr/>
                    <a:lstStyle/>
                    <a:p>
                      <a:r>
                        <a:rPr lang="en-US" sz="1000"/>
                        <a:t>Example</a:t>
                      </a:r>
                    </a:p>
                  </a:txBody>
                  <a:tcPr marL="70198" marR="70198" marT="35099" marB="35099" anchor="ctr">
                    <a:lnL>
                      <a:noFill/>
                    </a:lnL>
                    <a:lnR>
                      <a:noFill/>
                    </a:lnR>
                    <a:lnT>
                      <a:noFill/>
                    </a:lnT>
                    <a:lnB>
                      <a:noFill/>
                    </a:lnB>
                  </a:tcPr>
                </a:tc>
                <a:extLst>
                  <a:ext uri="{0D108BD9-81ED-4DB2-BD59-A6C34878D82A}">
                    <a16:rowId xmlns:a16="http://schemas.microsoft.com/office/drawing/2014/main" val="2409680776"/>
                  </a:ext>
                </a:extLst>
              </a:tr>
              <a:tr h="265075">
                <a:tc>
                  <a:txBody>
                    <a:bodyPr/>
                    <a:lstStyle/>
                    <a:p>
                      <a:r>
                        <a:rPr lang="en-US" sz="1000" b="1"/>
                        <a:t>Performance</a:t>
                      </a:r>
                      <a:endParaRPr lang="en-US" sz="1000"/>
                    </a:p>
                  </a:txBody>
                  <a:tcPr marL="70198" marR="70198" marT="35099" marB="35099" anchor="ctr">
                    <a:lnL>
                      <a:noFill/>
                    </a:lnL>
                    <a:lnR>
                      <a:noFill/>
                    </a:lnR>
                    <a:lnT>
                      <a:noFill/>
                    </a:lnT>
                    <a:lnB>
                      <a:noFill/>
                    </a:lnB>
                  </a:tcPr>
                </a:tc>
                <a:tc>
                  <a:txBody>
                    <a:bodyPr/>
                    <a:lstStyle/>
                    <a:p>
                      <a:r>
                        <a:rPr lang="en-US" sz="1000" dirty="0"/>
                        <a:t>Speed, response time</a:t>
                      </a:r>
                    </a:p>
                  </a:txBody>
                  <a:tcPr marL="70198" marR="70198" marT="35099" marB="35099" anchor="ctr">
                    <a:lnL>
                      <a:noFill/>
                    </a:lnL>
                    <a:lnR>
                      <a:noFill/>
                    </a:lnR>
                    <a:lnT>
                      <a:noFill/>
                    </a:lnT>
                    <a:lnB>
                      <a:noFill/>
                    </a:lnB>
                  </a:tcPr>
                </a:tc>
                <a:tc>
                  <a:txBody>
                    <a:bodyPr/>
                    <a:lstStyle/>
                    <a:p>
                      <a:r>
                        <a:rPr lang="en-US" sz="1000"/>
                        <a:t>“System shall respond within 3 seconds.”</a:t>
                      </a:r>
                    </a:p>
                  </a:txBody>
                  <a:tcPr marL="70198" marR="70198" marT="35099" marB="35099" anchor="ctr">
                    <a:lnL>
                      <a:noFill/>
                    </a:lnL>
                    <a:lnR>
                      <a:noFill/>
                    </a:lnR>
                    <a:lnT>
                      <a:noFill/>
                    </a:lnT>
                    <a:lnB>
                      <a:noFill/>
                    </a:lnB>
                  </a:tcPr>
                </a:tc>
                <a:extLst>
                  <a:ext uri="{0D108BD9-81ED-4DB2-BD59-A6C34878D82A}">
                    <a16:rowId xmlns:a16="http://schemas.microsoft.com/office/drawing/2014/main" val="3065763103"/>
                  </a:ext>
                </a:extLst>
              </a:tr>
              <a:tr h="265075">
                <a:tc>
                  <a:txBody>
                    <a:bodyPr/>
                    <a:lstStyle/>
                    <a:p>
                      <a:r>
                        <a:rPr lang="en-US" sz="1000" b="1"/>
                        <a:t>Security</a:t>
                      </a:r>
                      <a:endParaRPr lang="en-US" sz="1000"/>
                    </a:p>
                  </a:txBody>
                  <a:tcPr marL="70198" marR="70198" marT="35099" marB="35099" anchor="ctr">
                    <a:lnL>
                      <a:noFill/>
                    </a:lnL>
                    <a:lnR>
                      <a:noFill/>
                    </a:lnR>
                    <a:lnT>
                      <a:noFill/>
                    </a:lnT>
                    <a:lnB>
                      <a:noFill/>
                    </a:lnB>
                  </a:tcPr>
                </a:tc>
                <a:tc>
                  <a:txBody>
                    <a:bodyPr/>
                    <a:lstStyle/>
                    <a:p>
                      <a:r>
                        <a:rPr lang="en-US" sz="1000"/>
                        <a:t>Protection from unauthorized access</a:t>
                      </a:r>
                    </a:p>
                  </a:txBody>
                  <a:tcPr marL="70198" marR="70198" marT="35099" marB="35099" anchor="ctr">
                    <a:lnL>
                      <a:noFill/>
                    </a:lnL>
                    <a:lnR>
                      <a:noFill/>
                    </a:lnR>
                    <a:lnT>
                      <a:noFill/>
                    </a:lnT>
                    <a:lnB>
                      <a:noFill/>
                    </a:lnB>
                  </a:tcPr>
                </a:tc>
                <a:tc>
                  <a:txBody>
                    <a:bodyPr/>
                    <a:lstStyle/>
                    <a:p>
                      <a:r>
                        <a:rPr lang="en-US" sz="1000" dirty="0"/>
                        <a:t>“System shall encrypt all passwords.”</a:t>
                      </a:r>
                    </a:p>
                  </a:txBody>
                  <a:tcPr marL="70198" marR="70198" marT="35099" marB="35099" anchor="ctr">
                    <a:lnL>
                      <a:noFill/>
                    </a:lnL>
                    <a:lnR>
                      <a:noFill/>
                    </a:lnR>
                    <a:lnT>
                      <a:noFill/>
                    </a:lnT>
                    <a:lnB>
                      <a:noFill/>
                    </a:lnB>
                  </a:tcPr>
                </a:tc>
                <a:extLst>
                  <a:ext uri="{0D108BD9-81ED-4DB2-BD59-A6C34878D82A}">
                    <a16:rowId xmlns:a16="http://schemas.microsoft.com/office/drawing/2014/main" val="1028187738"/>
                  </a:ext>
                </a:extLst>
              </a:tr>
              <a:tr h="265075">
                <a:tc>
                  <a:txBody>
                    <a:bodyPr/>
                    <a:lstStyle/>
                    <a:p>
                      <a:r>
                        <a:rPr lang="en-US" sz="1000" b="1"/>
                        <a:t>Usability</a:t>
                      </a:r>
                      <a:endParaRPr lang="en-US" sz="1000"/>
                    </a:p>
                  </a:txBody>
                  <a:tcPr marL="70198" marR="70198" marT="35099" marB="35099" anchor="ctr">
                    <a:lnL>
                      <a:noFill/>
                    </a:lnL>
                    <a:lnR>
                      <a:noFill/>
                    </a:lnR>
                    <a:lnT>
                      <a:noFill/>
                    </a:lnT>
                    <a:lnB>
                      <a:noFill/>
                    </a:lnB>
                  </a:tcPr>
                </a:tc>
                <a:tc>
                  <a:txBody>
                    <a:bodyPr/>
                    <a:lstStyle/>
                    <a:p>
                      <a:r>
                        <a:rPr lang="en-US" sz="1000" dirty="0"/>
                        <a:t>Ease of use, accessibility</a:t>
                      </a:r>
                    </a:p>
                  </a:txBody>
                  <a:tcPr marL="70198" marR="70198" marT="35099" marB="35099" anchor="ctr">
                    <a:lnL>
                      <a:noFill/>
                    </a:lnL>
                    <a:lnR>
                      <a:noFill/>
                    </a:lnR>
                    <a:lnT>
                      <a:noFill/>
                    </a:lnT>
                    <a:lnB>
                      <a:noFill/>
                    </a:lnB>
                  </a:tcPr>
                </a:tc>
                <a:tc>
                  <a:txBody>
                    <a:bodyPr/>
                    <a:lstStyle/>
                    <a:p>
                      <a:r>
                        <a:rPr lang="en-US" sz="1000"/>
                        <a:t>“Interface shall support both English and Arabic.”</a:t>
                      </a:r>
                    </a:p>
                  </a:txBody>
                  <a:tcPr marL="70198" marR="70198" marT="35099" marB="35099" anchor="ctr">
                    <a:lnL>
                      <a:noFill/>
                    </a:lnL>
                    <a:lnR>
                      <a:noFill/>
                    </a:lnR>
                    <a:lnT>
                      <a:noFill/>
                    </a:lnT>
                    <a:lnB>
                      <a:noFill/>
                    </a:lnB>
                  </a:tcPr>
                </a:tc>
                <a:extLst>
                  <a:ext uri="{0D108BD9-81ED-4DB2-BD59-A6C34878D82A}">
                    <a16:rowId xmlns:a16="http://schemas.microsoft.com/office/drawing/2014/main" val="757023996"/>
                  </a:ext>
                </a:extLst>
              </a:tr>
              <a:tr h="265075">
                <a:tc>
                  <a:txBody>
                    <a:bodyPr/>
                    <a:lstStyle/>
                    <a:p>
                      <a:r>
                        <a:rPr lang="en-US" sz="1000" b="1"/>
                        <a:t>Reliability</a:t>
                      </a:r>
                      <a:endParaRPr lang="en-US" sz="1000"/>
                    </a:p>
                  </a:txBody>
                  <a:tcPr marL="70198" marR="70198" marT="35099" marB="35099" anchor="ctr">
                    <a:lnL>
                      <a:noFill/>
                    </a:lnL>
                    <a:lnR>
                      <a:noFill/>
                    </a:lnR>
                    <a:lnT>
                      <a:noFill/>
                    </a:lnT>
                    <a:lnB>
                      <a:noFill/>
                    </a:lnB>
                  </a:tcPr>
                </a:tc>
                <a:tc>
                  <a:txBody>
                    <a:bodyPr/>
                    <a:lstStyle/>
                    <a:p>
                      <a:r>
                        <a:rPr lang="en-US" sz="1000" dirty="0"/>
                        <a:t>System stability and fault tolerance</a:t>
                      </a:r>
                    </a:p>
                  </a:txBody>
                  <a:tcPr marL="70198" marR="70198" marT="35099" marB="35099" anchor="ctr">
                    <a:lnL>
                      <a:noFill/>
                    </a:lnL>
                    <a:lnR>
                      <a:noFill/>
                    </a:lnR>
                    <a:lnT>
                      <a:noFill/>
                    </a:lnT>
                    <a:lnB>
                      <a:noFill/>
                    </a:lnB>
                  </a:tcPr>
                </a:tc>
                <a:tc>
                  <a:txBody>
                    <a:bodyPr/>
                    <a:lstStyle/>
                    <a:p>
                      <a:r>
                        <a:rPr lang="en-US" sz="1000" dirty="0"/>
                        <a:t>“System uptime shall be 99.9%.”</a:t>
                      </a:r>
                    </a:p>
                  </a:txBody>
                  <a:tcPr marL="70198" marR="70198" marT="35099" marB="35099" anchor="ctr">
                    <a:lnL>
                      <a:noFill/>
                    </a:lnL>
                    <a:lnR>
                      <a:noFill/>
                    </a:lnR>
                    <a:lnT>
                      <a:noFill/>
                    </a:lnT>
                    <a:lnB>
                      <a:noFill/>
                    </a:lnB>
                  </a:tcPr>
                </a:tc>
                <a:extLst>
                  <a:ext uri="{0D108BD9-81ED-4DB2-BD59-A6C34878D82A}">
                    <a16:rowId xmlns:a16="http://schemas.microsoft.com/office/drawing/2014/main" val="307339137"/>
                  </a:ext>
                </a:extLst>
              </a:tr>
              <a:tr h="265075">
                <a:tc>
                  <a:txBody>
                    <a:bodyPr/>
                    <a:lstStyle/>
                    <a:p>
                      <a:r>
                        <a:rPr lang="en-US" sz="1000" b="1"/>
                        <a:t>Scalability</a:t>
                      </a:r>
                      <a:endParaRPr lang="en-US" sz="1000"/>
                    </a:p>
                  </a:txBody>
                  <a:tcPr marL="70198" marR="70198" marT="35099" marB="35099" anchor="ctr">
                    <a:lnL>
                      <a:noFill/>
                    </a:lnL>
                    <a:lnR>
                      <a:noFill/>
                    </a:lnR>
                    <a:lnT>
                      <a:noFill/>
                    </a:lnT>
                    <a:lnB>
                      <a:noFill/>
                    </a:lnB>
                  </a:tcPr>
                </a:tc>
                <a:tc>
                  <a:txBody>
                    <a:bodyPr/>
                    <a:lstStyle/>
                    <a:p>
                      <a:r>
                        <a:rPr lang="en-US" sz="1000" dirty="0"/>
                        <a:t>Ability to handle growth</a:t>
                      </a:r>
                    </a:p>
                  </a:txBody>
                  <a:tcPr marL="70198" marR="70198" marT="35099" marB="35099" anchor="ctr">
                    <a:lnL>
                      <a:noFill/>
                    </a:lnL>
                    <a:lnR>
                      <a:noFill/>
                    </a:lnR>
                    <a:lnT>
                      <a:noFill/>
                    </a:lnT>
                    <a:lnB>
                      <a:noFill/>
                    </a:lnB>
                  </a:tcPr>
                </a:tc>
                <a:tc>
                  <a:txBody>
                    <a:bodyPr/>
                    <a:lstStyle/>
                    <a:p>
                      <a:r>
                        <a:rPr lang="en-US" sz="1000" dirty="0"/>
                        <a:t>“System shall support 10,000 concurrent users.”</a:t>
                      </a:r>
                    </a:p>
                  </a:txBody>
                  <a:tcPr marL="70198" marR="70198" marT="35099" marB="35099" anchor="ctr">
                    <a:lnL>
                      <a:noFill/>
                    </a:lnL>
                    <a:lnR>
                      <a:noFill/>
                    </a:lnR>
                    <a:lnT>
                      <a:noFill/>
                    </a:lnT>
                    <a:lnB>
                      <a:noFill/>
                    </a:lnB>
                  </a:tcPr>
                </a:tc>
                <a:extLst>
                  <a:ext uri="{0D108BD9-81ED-4DB2-BD59-A6C34878D82A}">
                    <a16:rowId xmlns:a16="http://schemas.microsoft.com/office/drawing/2014/main" val="3146133780"/>
                  </a:ext>
                </a:extLst>
              </a:tr>
              <a:tr h="265075">
                <a:tc>
                  <a:txBody>
                    <a:bodyPr/>
                    <a:lstStyle/>
                    <a:p>
                      <a:r>
                        <a:rPr lang="en-US" sz="1000" b="1"/>
                        <a:t>Portability</a:t>
                      </a:r>
                      <a:endParaRPr lang="en-US" sz="1000"/>
                    </a:p>
                  </a:txBody>
                  <a:tcPr marL="70198" marR="70198" marT="35099" marB="35099" anchor="ctr">
                    <a:lnL>
                      <a:noFill/>
                    </a:lnL>
                    <a:lnR>
                      <a:noFill/>
                    </a:lnR>
                    <a:lnT>
                      <a:noFill/>
                    </a:lnT>
                    <a:lnB>
                      <a:noFill/>
                    </a:lnB>
                  </a:tcPr>
                </a:tc>
                <a:tc>
                  <a:txBody>
                    <a:bodyPr/>
                    <a:lstStyle/>
                    <a:p>
                      <a:r>
                        <a:rPr lang="en-US" sz="1000" dirty="0"/>
                        <a:t>Runs on different platforms</a:t>
                      </a:r>
                    </a:p>
                  </a:txBody>
                  <a:tcPr marL="70198" marR="70198" marT="35099" marB="35099" anchor="ctr">
                    <a:lnL>
                      <a:noFill/>
                    </a:lnL>
                    <a:lnR>
                      <a:noFill/>
                    </a:lnR>
                    <a:lnT>
                      <a:noFill/>
                    </a:lnT>
                    <a:lnB>
                      <a:noFill/>
                    </a:lnB>
                  </a:tcPr>
                </a:tc>
                <a:tc>
                  <a:txBody>
                    <a:bodyPr/>
                    <a:lstStyle/>
                    <a:p>
                      <a:r>
                        <a:rPr lang="en-US" sz="1000" dirty="0"/>
                        <a:t>“App shall work on iOS and Android.”</a:t>
                      </a:r>
                    </a:p>
                  </a:txBody>
                  <a:tcPr marL="70198" marR="70198" marT="35099" marB="35099" anchor="ctr">
                    <a:lnL>
                      <a:noFill/>
                    </a:lnL>
                    <a:lnR>
                      <a:noFill/>
                    </a:lnR>
                    <a:lnT>
                      <a:noFill/>
                    </a:lnT>
                    <a:lnB>
                      <a:noFill/>
                    </a:lnB>
                  </a:tcPr>
                </a:tc>
                <a:extLst>
                  <a:ext uri="{0D108BD9-81ED-4DB2-BD59-A6C34878D82A}">
                    <a16:rowId xmlns:a16="http://schemas.microsoft.com/office/drawing/2014/main" val="1861401265"/>
                  </a:ext>
                </a:extLst>
              </a:tr>
              <a:tr h="265075">
                <a:tc>
                  <a:txBody>
                    <a:bodyPr/>
                    <a:lstStyle/>
                    <a:p>
                      <a:r>
                        <a:rPr lang="en-US" sz="1000" b="1" dirty="0"/>
                        <a:t>Maintainability</a:t>
                      </a:r>
                      <a:endParaRPr lang="en-US" sz="1000" dirty="0"/>
                    </a:p>
                  </a:txBody>
                  <a:tcPr marL="70198" marR="70198" marT="35099" marB="35099" anchor="ctr">
                    <a:lnL>
                      <a:noFill/>
                    </a:lnL>
                    <a:lnR>
                      <a:noFill/>
                    </a:lnR>
                    <a:lnT>
                      <a:noFill/>
                    </a:lnT>
                    <a:lnB>
                      <a:noFill/>
                    </a:lnB>
                  </a:tcPr>
                </a:tc>
                <a:tc>
                  <a:txBody>
                    <a:bodyPr/>
                    <a:lstStyle/>
                    <a:p>
                      <a:r>
                        <a:rPr lang="en-US" sz="1000"/>
                        <a:t>Ease of updates/fixes</a:t>
                      </a:r>
                    </a:p>
                  </a:txBody>
                  <a:tcPr marL="70198" marR="70198" marT="35099" marB="35099" anchor="ctr">
                    <a:lnL>
                      <a:noFill/>
                    </a:lnL>
                    <a:lnR>
                      <a:noFill/>
                    </a:lnR>
                    <a:lnT>
                      <a:noFill/>
                    </a:lnT>
                    <a:lnB>
                      <a:noFill/>
                    </a:lnB>
                  </a:tcPr>
                </a:tc>
                <a:tc>
                  <a:txBody>
                    <a:bodyPr/>
                    <a:lstStyle/>
                    <a:p>
                      <a:r>
                        <a:rPr lang="en-US" sz="1000" dirty="0"/>
                        <a:t>“Code shall follow modular architecture.”</a:t>
                      </a:r>
                    </a:p>
                  </a:txBody>
                  <a:tcPr marL="70198" marR="70198" marT="35099" marB="35099" anchor="ctr">
                    <a:lnL>
                      <a:noFill/>
                    </a:lnL>
                    <a:lnR>
                      <a:noFill/>
                    </a:lnR>
                    <a:lnT>
                      <a:noFill/>
                    </a:lnT>
                    <a:lnB>
                      <a:noFill/>
                    </a:lnB>
                  </a:tcPr>
                </a:tc>
                <a:extLst>
                  <a:ext uri="{0D108BD9-81ED-4DB2-BD59-A6C34878D82A}">
                    <a16:rowId xmlns:a16="http://schemas.microsoft.com/office/drawing/2014/main" val="2648625886"/>
                  </a:ext>
                </a:extLst>
              </a:tr>
              <a:tr h="265075">
                <a:tc>
                  <a:txBody>
                    <a:bodyPr/>
                    <a:lstStyle/>
                    <a:p>
                      <a:r>
                        <a:rPr lang="en-US" sz="1000" b="1"/>
                        <a:t>Compliance</a:t>
                      </a:r>
                      <a:endParaRPr lang="en-US" sz="1000"/>
                    </a:p>
                  </a:txBody>
                  <a:tcPr marL="70198" marR="70198" marT="35099" marB="35099" anchor="ctr">
                    <a:lnL>
                      <a:noFill/>
                    </a:lnL>
                    <a:lnR>
                      <a:noFill/>
                    </a:lnR>
                    <a:lnT>
                      <a:noFill/>
                    </a:lnT>
                    <a:lnB>
                      <a:noFill/>
                    </a:lnB>
                  </a:tcPr>
                </a:tc>
                <a:tc>
                  <a:txBody>
                    <a:bodyPr/>
                    <a:lstStyle/>
                    <a:p>
                      <a:r>
                        <a:rPr lang="en-US" sz="1000"/>
                        <a:t>Meets legal or industry standards</a:t>
                      </a:r>
                    </a:p>
                  </a:txBody>
                  <a:tcPr marL="70198" marR="70198" marT="35099" marB="35099" anchor="ctr">
                    <a:lnL>
                      <a:noFill/>
                    </a:lnL>
                    <a:lnR>
                      <a:noFill/>
                    </a:lnR>
                    <a:lnT>
                      <a:noFill/>
                    </a:lnT>
                    <a:lnB>
                      <a:noFill/>
                    </a:lnB>
                  </a:tcPr>
                </a:tc>
                <a:tc>
                  <a:txBody>
                    <a:bodyPr/>
                    <a:lstStyle/>
                    <a:p>
                      <a:r>
                        <a:rPr lang="en-US" sz="1000" dirty="0"/>
                        <a:t>“System shall comply with GDPR.”</a:t>
                      </a:r>
                    </a:p>
                  </a:txBody>
                  <a:tcPr marL="70198" marR="70198" marT="35099" marB="35099" anchor="ctr">
                    <a:lnL>
                      <a:noFill/>
                    </a:lnL>
                    <a:lnR>
                      <a:noFill/>
                    </a:lnR>
                    <a:lnT>
                      <a:noFill/>
                    </a:lnT>
                    <a:lnB>
                      <a:noFill/>
                    </a:lnB>
                  </a:tcPr>
                </a:tc>
                <a:extLst>
                  <a:ext uri="{0D108BD9-81ED-4DB2-BD59-A6C34878D82A}">
                    <a16:rowId xmlns:a16="http://schemas.microsoft.com/office/drawing/2014/main" val="2692619346"/>
                  </a:ext>
                </a:extLst>
              </a:tr>
            </a:tbl>
          </a:graphicData>
        </a:graphic>
      </p:graphicFrame>
      <p:sp>
        <p:nvSpPr>
          <p:cNvPr id="4" name="Rectangle 1">
            <a:extLst>
              <a:ext uri="{FF2B5EF4-FFF2-40B4-BE49-F238E27FC236}">
                <a16:creationId xmlns:a16="http://schemas.microsoft.com/office/drawing/2014/main" id="{FF7E6964-2B1E-4CFB-93FA-47B1E08D1AC5}"/>
              </a:ext>
            </a:extLst>
          </p:cNvPr>
          <p:cNvSpPr>
            <a:spLocks noChangeArrowheads="1"/>
          </p:cNvSpPr>
          <p:nvPr/>
        </p:nvSpPr>
        <p:spPr bwMode="auto">
          <a:xfrm>
            <a:off x="722375" y="1125176"/>
            <a:ext cx="7121145" cy="12311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rPr>
              <a:t>B. Non-Functional Requirements (NFR)</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rPr>
              <a:t>Define </a:t>
            </a:r>
            <a:r>
              <a:rPr kumimoji="0" lang="en-US" altLang="en-US" b="0" i="1" u="none" strike="noStrike" cap="none" normalizeH="0" baseline="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rPr>
              <a:t>how the system should perform</a:t>
            </a:r>
            <a:r>
              <a:rPr kumimoji="0" lang="en-US" altLang="en-US" b="0" i="0" u="none" strike="noStrike" cap="none" normalizeH="0" baseline="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rPr>
              <a:t> — constraints, qualities, and attributes.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rPr>
              <a:t>Categories of Non-Functional Requirements:</a:t>
            </a:r>
            <a:endParaRPr kumimoji="0" lang="en-US" altLang="en-US" b="0" i="0" u="none" strike="noStrike" cap="none" normalizeH="0" baseline="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7005805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703"/>
        <p:cNvGrpSpPr/>
        <p:nvPr/>
      </p:nvGrpSpPr>
      <p:grpSpPr>
        <a:xfrm>
          <a:off x="0" y="0"/>
          <a:ext cx="0" cy="0"/>
          <a:chOff x="0" y="0"/>
          <a:chExt cx="0" cy="0"/>
        </a:xfrm>
      </p:grpSpPr>
      <p:sp>
        <p:nvSpPr>
          <p:cNvPr id="704" name="Google Shape;704;p32"/>
          <p:cNvSpPr txBox="1">
            <a:spLocks noGrp="1"/>
          </p:cNvSpPr>
          <p:nvPr>
            <p:ph type="title"/>
          </p:nvPr>
        </p:nvSpPr>
        <p:spPr>
          <a:xfrm>
            <a:off x="722375" y="539500"/>
            <a:ext cx="8335486"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fr-FR" sz="2200" dirty="0">
                <a:latin typeface="Open Sans" panose="020B0606030504020204" pitchFamily="34" charset="0"/>
                <a:ea typeface="Open Sans" panose="020B0606030504020204" pitchFamily="34" charset="0"/>
                <a:cs typeface="Open Sans" panose="020B0606030504020204" pitchFamily="34" charset="0"/>
              </a:rPr>
              <a:t>Functional vs Non-Functional Comparaison Table</a:t>
            </a:r>
            <a:endParaRPr lang="en-US" sz="2200" dirty="0">
              <a:latin typeface="Open Sans" panose="020B0606030504020204" pitchFamily="34" charset="0"/>
              <a:ea typeface="Open Sans" panose="020B0606030504020204" pitchFamily="34" charset="0"/>
              <a:cs typeface="Open Sans" panose="020B0606030504020204" pitchFamily="34" charset="0"/>
            </a:endParaRPr>
          </a:p>
        </p:txBody>
      </p:sp>
      <p:grpSp>
        <p:nvGrpSpPr>
          <p:cNvPr id="755" name="Google Shape;755;p32"/>
          <p:cNvGrpSpPr/>
          <p:nvPr/>
        </p:nvGrpSpPr>
        <p:grpSpPr>
          <a:xfrm>
            <a:off x="8220197" y="4319776"/>
            <a:ext cx="731685" cy="731614"/>
            <a:chOff x="276382" y="1174752"/>
            <a:chExt cx="895027" cy="894940"/>
          </a:xfrm>
        </p:grpSpPr>
        <p:grpSp>
          <p:nvGrpSpPr>
            <p:cNvPr id="756" name="Google Shape;756;p32"/>
            <p:cNvGrpSpPr/>
            <p:nvPr/>
          </p:nvGrpSpPr>
          <p:grpSpPr>
            <a:xfrm>
              <a:off x="276382" y="1174752"/>
              <a:ext cx="895027" cy="894940"/>
              <a:chOff x="2861096" y="3889198"/>
              <a:chExt cx="397772" cy="397716"/>
            </a:xfrm>
          </p:grpSpPr>
          <p:sp>
            <p:nvSpPr>
              <p:cNvPr id="757" name="Google Shape;757;p32"/>
              <p:cNvSpPr/>
              <p:nvPr/>
            </p:nvSpPr>
            <p:spPr>
              <a:xfrm>
                <a:off x="2861096" y="3889198"/>
                <a:ext cx="397772" cy="397716"/>
              </a:xfrm>
              <a:custGeom>
                <a:avLst/>
                <a:gdLst/>
                <a:ahLst/>
                <a:cxnLst/>
                <a:rect l="l" t="t" r="r" b="b"/>
                <a:pathLst>
                  <a:path w="7080" h="7079" extrusionOk="0">
                    <a:moveTo>
                      <a:pt x="3545" y="0"/>
                    </a:moveTo>
                    <a:cubicBezTo>
                      <a:pt x="1588" y="0"/>
                      <a:pt x="1" y="1588"/>
                      <a:pt x="1" y="3535"/>
                    </a:cubicBezTo>
                    <a:cubicBezTo>
                      <a:pt x="1" y="5491"/>
                      <a:pt x="1588" y="7079"/>
                      <a:pt x="3545" y="7079"/>
                    </a:cubicBezTo>
                    <a:cubicBezTo>
                      <a:pt x="5501" y="7079"/>
                      <a:pt x="7079" y="5491"/>
                      <a:pt x="7079" y="3535"/>
                    </a:cubicBezTo>
                    <a:cubicBezTo>
                      <a:pt x="7079" y="1588"/>
                      <a:pt x="5501" y="0"/>
                      <a:pt x="3545" y="0"/>
                    </a:cubicBezTo>
                    <a:close/>
                  </a:path>
                </a:pathLst>
              </a:custGeom>
              <a:solidFill>
                <a:schemeClr val="accent3"/>
              </a:solidFill>
              <a:ln w="9525" cap="flat" cmpd="sng">
                <a:solidFill>
                  <a:schemeClr val="dk1"/>
                </a:solidFill>
                <a:prstDash val="solid"/>
                <a:miter lim="945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600">
                  <a:latin typeface="Open Sans" panose="020B0606030504020204" pitchFamily="34" charset="0"/>
                  <a:ea typeface="Open Sans" panose="020B0606030504020204" pitchFamily="34" charset="0"/>
                  <a:cs typeface="Open Sans" panose="020B0606030504020204" pitchFamily="34" charset="0"/>
                </a:endParaRPr>
              </a:p>
            </p:txBody>
          </p:sp>
          <p:sp>
            <p:nvSpPr>
              <p:cNvPr id="758" name="Google Shape;758;p32"/>
              <p:cNvSpPr/>
              <p:nvPr/>
            </p:nvSpPr>
            <p:spPr>
              <a:xfrm>
                <a:off x="2907821" y="3931467"/>
                <a:ext cx="304332" cy="313132"/>
              </a:xfrm>
              <a:custGeom>
                <a:avLst/>
                <a:gdLst/>
                <a:ahLst/>
                <a:cxnLst/>
                <a:rect l="l" t="t" r="r" b="b"/>
                <a:pathLst>
                  <a:path w="4282" h="4282" extrusionOk="0">
                    <a:moveTo>
                      <a:pt x="2146" y="1"/>
                    </a:moveTo>
                    <a:cubicBezTo>
                      <a:pt x="964" y="1"/>
                      <a:pt x="0" y="955"/>
                      <a:pt x="0" y="2137"/>
                    </a:cubicBezTo>
                    <a:cubicBezTo>
                      <a:pt x="0" y="3327"/>
                      <a:pt x="964" y="4282"/>
                      <a:pt x="2146" y="4282"/>
                    </a:cubicBezTo>
                    <a:cubicBezTo>
                      <a:pt x="3327" y="4282"/>
                      <a:pt x="4281" y="3327"/>
                      <a:pt x="4281" y="2137"/>
                    </a:cubicBezTo>
                    <a:cubicBezTo>
                      <a:pt x="4281" y="955"/>
                      <a:pt x="3327" y="1"/>
                      <a:pt x="2146" y="1"/>
                    </a:cubicBezTo>
                    <a:close/>
                  </a:path>
                </a:pathLst>
              </a:custGeom>
              <a:solidFill>
                <a:schemeClr val="accent1"/>
              </a:solidFill>
              <a:ln w="9525" cap="flat" cmpd="sng">
                <a:solidFill>
                  <a:schemeClr val="dk1"/>
                </a:solidFill>
                <a:prstDash val="solid"/>
                <a:miter lim="945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600">
                  <a:latin typeface="Open Sans" panose="020B0606030504020204" pitchFamily="34" charset="0"/>
                  <a:ea typeface="Open Sans" panose="020B0606030504020204" pitchFamily="34" charset="0"/>
                  <a:cs typeface="Open Sans" panose="020B0606030504020204" pitchFamily="34" charset="0"/>
                </a:endParaRPr>
              </a:p>
            </p:txBody>
          </p:sp>
        </p:grpSp>
        <p:sp>
          <p:nvSpPr>
            <p:cNvPr id="759" name="Google Shape;759;p32"/>
            <p:cNvSpPr/>
            <p:nvPr/>
          </p:nvSpPr>
          <p:spPr>
            <a:xfrm>
              <a:off x="698100" y="1366625"/>
              <a:ext cx="195250" cy="467375"/>
            </a:xfrm>
            <a:custGeom>
              <a:avLst/>
              <a:gdLst/>
              <a:ahLst/>
              <a:cxnLst/>
              <a:rect l="l" t="t" r="r" b="b"/>
              <a:pathLst>
                <a:path w="7810" h="18695" extrusionOk="0">
                  <a:moveTo>
                    <a:pt x="5916" y="0"/>
                  </a:moveTo>
                  <a:lnTo>
                    <a:pt x="0" y="9939"/>
                  </a:lnTo>
                  <a:lnTo>
                    <a:pt x="7810" y="18695"/>
                  </a:lnTo>
                </a:path>
              </a:pathLst>
            </a:custGeom>
            <a:noFill/>
            <a:ln w="9525" cap="flat" cmpd="sng">
              <a:solidFill>
                <a:schemeClr val="dk1"/>
              </a:solidFill>
              <a:prstDash val="solid"/>
              <a:round/>
              <a:headEnd type="none" w="med" len="med"/>
              <a:tailEnd type="none" w="med" len="med"/>
            </a:ln>
          </p:spPr>
        </p:sp>
      </p:grpSp>
      <p:graphicFrame>
        <p:nvGraphicFramePr>
          <p:cNvPr id="3" name="Table 2">
            <a:extLst>
              <a:ext uri="{FF2B5EF4-FFF2-40B4-BE49-F238E27FC236}">
                <a16:creationId xmlns:a16="http://schemas.microsoft.com/office/drawing/2014/main" id="{476A4F93-4871-48B2-A061-DB10D360B2CD}"/>
              </a:ext>
            </a:extLst>
          </p:cNvPr>
          <p:cNvGraphicFramePr>
            <a:graphicFrameLocks noGrp="1"/>
          </p:cNvGraphicFramePr>
          <p:nvPr>
            <p:extLst>
              <p:ext uri="{D42A27DB-BD31-4B8C-83A1-F6EECF244321}">
                <p14:modId xmlns:p14="http://schemas.microsoft.com/office/powerpoint/2010/main" val="611250015"/>
              </p:ext>
            </p:extLst>
          </p:nvPr>
        </p:nvGraphicFramePr>
        <p:xfrm>
          <a:off x="719829" y="1239448"/>
          <a:ext cx="7704342" cy="2232621"/>
        </p:xfrm>
        <a:graphic>
          <a:graphicData uri="http://schemas.openxmlformats.org/drawingml/2006/table">
            <a:tbl>
              <a:tblPr/>
              <a:tblGrid>
                <a:gridCol w="2568114">
                  <a:extLst>
                    <a:ext uri="{9D8B030D-6E8A-4147-A177-3AD203B41FA5}">
                      <a16:colId xmlns:a16="http://schemas.microsoft.com/office/drawing/2014/main" val="4217049310"/>
                    </a:ext>
                  </a:extLst>
                </a:gridCol>
                <a:gridCol w="2568114">
                  <a:extLst>
                    <a:ext uri="{9D8B030D-6E8A-4147-A177-3AD203B41FA5}">
                      <a16:colId xmlns:a16="http://schemas.microsoft.com/office/drawing/2014/main" val="1591255714"/>
                    </a:ext>
                  </a:extLst>
                </a:gridCol>
                <a:gridCol w="2568114">
                  <a:extLst>
                    <a:ext uri="{9D8B030D-6E8A-4147-A177-3AD203B41FA5}">
                      <a16:colId xmlns:a16="http://schemas.microsoft.com/office/drawing/2014/main" val="952726200"/>
                    </a:ext>
                  </a:extLst>
                </a:gridCol>
              </a:tblGrid>
              <a:tr h="348847">
                <a:tc>
                  <a:txBody>
                    <a:bodyPr/>
                    <a:lstStyle/>
                    <a:p>
                      <a:r>
                        <a:rPr lang="en-US"/>
                        <a:t>Feature</a:t>
                      </a:r>
                    </a:p>
                  </a:txBody>
                  <a:tcPr anchor="ctr">
                    <a:lnL>
                      <a:noFill/>
                    </a:lnL>
                    <a:lnR>
                      <a:noFill/>
                    </a:lnR>
                    <a:lnT>
                      <a:noFill/>
                    </a:lnT>
                    <a:lnB>
                      <a:noFill/>
                    </a:lnB>
                  </a:tcPr>
                </a:tc>
                <a:tc>
                  <a:txBody>
                    <a:bodyPr/>
                    <a:lstStyle/>
                    <a:p>
                      <a:r>
                        <a:rPr lang="en-US"/>
                        <a:t>Functional</a:t>
                      </a:r>
                    </a:p>
                  </a:txBody>
                  <a:tcPr anchor="ctr">
                    <a:lnL>
                      <a:noFill/>
                    </a:lnL>
                    <a:lnR>
                      <a:noFill/>
                    </a:lnR>
                    <a:lnT>
                      <a:noFill/>
                    </a:lnT>
                    <a:lnB>
                      <a:noFill/>
                    </a:lnB>
                  </a:tcPr>
                </a:tc>
                <a:tc>
                  <a:txBody>
                    <a:bodyPr/>
                    <a:lstStyle/>
                    <a:p>
                      <a:r>
                        <a:rPr lang="en-US"/>
                        <a:t>Non-Functional</a:t>
                      </a:r>
                    </a:p>
                  </a:txBody>
                  <a:tcPr anchor="ctr">
                    <a:lnL>
                      <a:noFill/>
                    </a:lnL>
                    <a:lnR>
                      <a:noFill/>
                    </a:lnR>
                    <a:lnT>
                      <a:noFill/>
                    </a:lnT>
                    <a:lnB>
                      <a:noFill/>
                    </a:lnB>
                  </a:tcPr>
                </a:tc>
                <a:extLst>
                  <a:ext uri="{0D108BD9-81ED-4DB2-BD59-A6C34878D82A}">
                    <a16:rowId xmlns:a16="http://schemas.microsoft.com/office/drawing/2014/main" val="216499314"/>
                  </a:ext>
                </a:extLst>
              </a:tr>
              <a:tr h="348847">
                <a:tc>
                  <a:txBody>
                    <a:bodyPr/>
                    <a:lstStyle/>
                    <a:p>
                      <a:r>
                        <a:rPr lang="en-US"/>
                        <a:t>Focus</a:t>
                      </a:r>
                    </a:p>
                  </a:txBody>
                  <a:tcPr anchor="ctr">
                    <a:lnL>
                      <a:noFill/>
                    </a:lnL>
                    <a:lnR>
                      <a:noFill/>
                    </a:lnR>
                    <a:lnT>
                      <a:noFill/>
                    </a:lnT>
                    <a:lnB>
                      <a:noFill/>
                    </a:lnB>
                  </a:tcPr>
                </a:tc>
                <a:tc>
                  <a:txBody>
                    <a:bodyPr/>
                    <a:lstStyle/>
                    <a:p>
                      <a:r>
                        <a:rPr lang="en-US" i="1" dirty="0"/>
                        <a:t>What</a:t>
                      </a:r>
                      <a:r>
                        <a:rPr lang="en-US" dirty="0"/>
                        <a:t> the system does</a:t>
                      </a:r>
                    </a:p>
                  </a:txBody>
                  <a:tcPr anchor="ctr">
                    <a:lnL>
                      <a:noFill/>
                    </a:lnL>
                    <a:lnR>
                      <a:noFill/>
                    </a:lnR>
                    <a:lnT>
                      <a:noFill/>
                    </a:lnT>
                    <a:lnB>
                      <a:noFill/>
                    </a:lnB>
                  </a:tcPr>
                </a:tc>
                <a:tc>
                  <a:txBody>
                    <a:bodyPr/>
                    <a:lstStyle/>
                    <a:p>
                      <a:r>
                        <a:rPr lang="en-US" i="1"/>
                        <a:t>How</a:t>
                      </a:r>
                      <a:r>
                        <a:rPr lang="en-US"/>
                        <a:t> the system performs</a:t>
                      </a:r>
                    </a:p>
                  </a:txBody>
                  <a:tcPr anchor="ctr">
                    <a:lnL>
                      <a:noFill/>
                    </a:lnL>
                    <a:lnR>
                      <a:noFill/>
                    </a:lnR>
                    <a:lnT>
                      <a:noFill/>
                    </a:lnT>
                    <a:lnB>
                      <a:noFill/>
                    </a:lnB>
                  </a:tcPr>
                </a:tc>
                <a:extLst>
                  <a:ext uri="{0D108BD9-81ED-4DB2-BD59-A6C34878D82A}">
                    <a16:rowId xmlns:a16="http://schemas.microsoft.com/office/drawing/2014/main" val="308292412"/>
                  </a:ext>
                </a:extLst>
              </a:tr>
              <a:tr h="593040">
                <a:tc>
                  <a:txBody>
                    <a:bodyPr/>
                    <a:lstStyle/>
                    <a:p>
                      <a:r>
                        <a:rPr lang="en-US" dirty="0"/>
                        <a:t>Example</a:t>
                      </a:r>
                    </a:p>
                  </a:txBody>
                  <a:tcPr anchor="ctr">
                    <a:lnL>
                      <a:noFill/>
                    </a:lnL>
                    <a:lnR>
                      <a:noFill/>
                    </a:lnR>
                    <a:lnT>
                      <a:noFill/>
                    </a:lnT>
                    <a:lnB>
                      <a:noFill/>
                    </a:lnB>
                  </a:tcPr>
                </a:tc>
                <a:tc>
                  <a:txBody>
                    <a:bodyPr/>
                    <a:lstStyle/>
                    <a:p>
                      <a:r>
                        <a:rPr lang="en-US" dirty="0"/>
                        <a:t>“User can upload a profile picture”</a:t>
                      </a:r>
                    </a:p>
                  </a:txBody>
                  <a:tcPr anchor="ctr">
                    <a:lnL>
                      <a:noFill/>
                    </a:lnL>
                    <a:lnR>
                      <a:noFill/>
                    </a:lnR>
                    <a:lnT>
                      <a:noFill/>
                    </a:lnT>
                    <a:lnB>
                      <a:noFill/>
                    </a:lnB>
                  </a:tcPr>
                </a:tc>
                <a:tc>
                  <a:txBody>
                    <a:bodyPr/>
                    <a:lstStyle/>
                    <a:p>
                      <a:r>
                        <a:rPr lang="en-US" dirty="0"/>
                        <a:t>“Upload should complete in &lt;5 seconds”</a:t>
                      </a:r>
                    </a:p>
                  </a:txBody>
                  <a:tcPr anchor="ctr">
                    <a:lnL>
                      <a:noFill/>
                    </a:lnL>
                    <a:lnR>
                      <a:noFill/>
                    </a:lnR>
                    <a:lnT>
                      <a:noFill/>
                    </a:lnT>
                    <a:lnB>
                      <a:noFill/>
                    </a:lnB>
                  </a:tcPr>
                </a:tc>
                <a:extLst>
                  <a:ext uri="{0D108BD9-81ED-4DB2-BD59-A6C34878D82A}">
                    <a16:rowId xmlns:a16="http://schemas.microsoft.com/office/drawing/2014/main" val="4045685793"/>
                  </a:ext>
                </a:extLst>
              </a:tr>
              <a:tr h="348847">
                <a:tc>
                  <a:txBody>
                    <a:bodyPr/>
                    <a:lstStyle/>
                    <a:p>
                      <a:r>
                        <a:rPr lang="en-US" dirty="0"/>
                        <a:t>User visibility</a:t>
                      </a:r>
                    </a:p>
                  </a:txBody>
                  <a:tcPr anchor="ctr">
                    <a:lnL>
                      <a:noFill/>
                    </a:lnL>
                    <a:lnR>
                      <a:noFill/>
                    </a:lnR>
                    <a:lnT>
                      <a:noFill/>
                    </a:lnT>
                    <a:lnB>
                      <a:noFill/>
                    </a:lnB>
                  </a:tcPr>
                </a:tc>
                <a:tc>
                  <a:txBody>
                    <a:bodyPr/>
                    <a:lstStyle/>
                    <a:p>
                      <a:r>
                        <a:rPr lang="en-US" dirty="0"/>
                        <a:t>Directly visible</a:t>
                      </a:r>
                    </a:p>
                  </a:txBody>
                  <a:tcPr anchor="ctr">
                    <a:lnL>
                      <a:noFill/>
                    </a:lnL>
                    <a:lnR>
                      <a:noFill/>
                    </a:lnR>
                    <a:lnT>
                      <a:noFill/>
                    </a:lnT>
                    <a:lnB>
                      <a:noFill/>
                    </a:lnB>
                  </a:tcPr>
                </a:tc>
                <a:tc>
                  <a:txBody>
                    <a:bodyPr/>
                    <a:lstStyle/>
                    <a:p>
                      <a:r>
                        <a:rPr lang="en-US" dirty="0"/>
                        <a:t>Often behind the scenes</a:t>
                      </a:r>
                    </a:p>
                  </a:txBody>
                  <a:tcPr anchor="ctr">
                    <a:lnL>
                      <a:noFill/>
                    </a:lnL>
                    <a:lnR>
                      <a:noFill/>
                    </a:lnR>
                    <a:lnT>
                      <a:noFill/>
                    </a:lnT>
                    <a:lnB>
                      <a:noFill/>
                    </a:lnB>
                  </a:tcPr>
                </a:tc>
                <a:extLst>
                  <a:ext uri="{0D108BD9-81ED-4DB2-BD59-A6C34878D82A}">
                    <a16:rowId xmlns:a16="http://schemas.microsoft.com/office/drawing/2014/main" val="2500212354"/>
                  </a:ext>
                </a:extLst>
              </a:tr>
              <a:tr h="593040">
                <a:tc>
                  <a:txBody>
                    <a:bodyPr/>
                    <a:lstStyle/>
                    <a:p>
                      <a:r>
                        <a:rPr lang="en-US" dirty="0"/>
                        <a:t>Test type</a:t>
                      </a:r>
                    </a:p>
                  </a:txBody>
                  <a:tcPr anchor="ctr">
                    <a:lnL>
                      <a:noFill/>
                    </a:lnL>
                    <a:lnR>
                      <a:noFill/>
                    </a:lnR>
                    <a:lnT>
                      <a:noFill/>
                    </a:lnT>
                    <a:lnB>
                      <a:noFill/>
                    </a:lnB>
                  </a:tcPr>
                </a:tc>
                <a:tc>
                  <a:txBody>
                    <a:bodyPr/>
                    <a:lstStyle/>
                    <a:p>
                      <a:r>
                        <a:rPr lang="en-US"/>
                        <a:t>Functional Testing</a:t>
                      </a:r>
                    </a:p>
                  </a:txBody>
                  <a:tcPr anchor="ctr">
                    <a:lnL>
                      <a:noFill/>
                    </a:lnL>
                    <a:lnR>
                      <a:noFill/>
                    </a:lnR>
                    <a:lnT>
                      <a:noFill/>
                    </a:lnT>
                    <a:lnB>
                      <a:noFill/>
                    </a:lnB>
                  </a:tcPr>
                </a:tc>
                <a:tc>
                  <a:txBody>
                    <a:bodyPr/>
                    <a:lstStyle/>
                    <a:p>
                      <a:r>
                        <a:rPr lang="en-US" dirty="0"/>
                        <a:t>Performance, Security, Usability Testing</a:t>
                      </a:r>
                    </a:p>
                  </a:txBody>
                  <a:tcPr anchor="ctr">
                    <a:lnL>
                      <a:noFill/>
                    </a:lnL>
                    <a:lnR>
                      <a:noFill/>
                    </a:lnR>
                    <a:lnT>
                      <a:noFill/>
                    </a:lnT>
                    <a:lnB>
                      <a:noFill/>
                    </a:lnB>
                  </a:tcPr>
                </a:tc>
                <a:extLst>
                  <a:ext uri="{0D108BD9-81ED-4DB2-BD59-A6C34878D82A}">
                    <a16:rowId xmlns:a16="http://schemas.microsoft.com/office/drawing/2014/main" val="1337476485"/>
                  </a:ext>
                </a:extLst>
              </a:tr>
            </a:tbl>
          </a:graphicData>
        </a:graphic>
      </p:graphicFrame>
    </p:spTree>
    <p:extLst>
      <p:ext uri="{BB962C8B-B14F-4D97-AF65-F5344CB8AC3E}">
        <p14:creationId xmlns:p14="http://schemas.microsoft.com/office/powerpoint/2010/main" val="5639802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703"/>
        <p:cNvGrpSpPr/>
        <p:nvPr/>
      </p:nvGrpSpPr>
      <p:grpSpPr>
        <a:xfrm>
          <a:off x="0" y="0"/>
          <a:ext cx="0" cy="0"/>
          <a:chOff x="0" y="0"/>
          <a:chExt cx="0" cy="0"/>
        </a:xfrm>
      </p:grpSpPr>
      <p:sp>
        <p:nvSpPr>
          <p:cNvPr id="704" name="Google Shape;704;p32"/>
          <p:cNvSpPr txBox="1">
            <a:spLocks noGrp="1"/>
          </p:cNvSpPr>
          <p:nvPr>
            <p:ph type="title"/>
          </p:nvPr>
        </p:nvSpPr>
        <p:spPr>
          <a:xfrm>
            <a:off x="722375" y="539500"/>
            <a:ext cx="8335486"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fr-FR" sz="2200" dirty="0">
                <a:latin typeface="Open Sans" panose="020B0606030504020204" pitchFamily="34" charset="0"/>
                <a:ea typeface="Open Sans" panose="020B0606030504020204" pitchFamily="34" charset="0"/>
                <a:cs typeface="Open Sans" panose="020B0606030504020204" pitchFamily="34" charset="0"/>
              </a:rPr>
              <a:t>Functional vs Non-Functional Comparaison Table</a:t>
            </a:r>
            <a:endParaRPr lang="en-US" sz="2200" dirty="0">
              <a:latin typeface="Open Sans" panose="020B0606030504020204" pitchFamily="34" charset="0"/>
              <a:ea typeface="Open Sans" panose="020B0606030504020204" pitchFamily="34" charset="0"/>
              <a:cs typeface="Open Sans" panose="020B0606030504020204" pitchFamily="34" charset="0"/>
            </a:endParaRPr>
          </a:p>
        </p:txBody>
      </p:sp>
      <p:grpSp>
        <p:nvGrpSpPr>
          <p:cNvPr id="755" name="Google Shape;755;p32"/>
          <p:cNvGrpSpPr/>
          <p:nvPr/>
        </p:nvGrpSpPr>
        <p:grpSpPr>
          <a:xfrm>
            <a:off x="8220197" y="4319776"/>
            <a:ext cx="731685" cy="731614"/>
            <a:chOff x="276382" y="1174752"/>
            <a:chExt cx="895027" cy="894940"/>
          </a:xfrm>
        </p:grpSpPr>
        <p:grpSp>
          <p:nvGrpSpPr>
            <p:cNvPr id="756" name="Google Shape;756;p32"/>
            <p:cNvGrpSpPr/>
            <p:nvPr/>
          </p:nvGrpSpPr>
          <p:grpSpPr>
            <a:xfrm>
              <a:off x="276382" y="1174752"/>
              <a:ext cx="895027" cy="894940"/>
              <a:chOff x="2861096" y="3889198"/>
              <a:chExt cx="397772" cy="397716"/>
            </a:xfrm>
          </p:grpSpPr>
          <p:sp>
            <p:nvSpPr>
              <p:cNvPr id="757" name="Google Shape;757;p32"/>
              <p:cNvSpPr/>
              <p:nvPr/>
            </p:nvSpPr>
            <p:spPr>
              <a:xfrm>
                <a:off x="2861096" y="3889198"/>
                <a:ext cx="397772" cy="397716"/>
              </a:xfrm>
              <a:custGeom>
                <a:avLst/>
                <a:gdLst/>
                <a:ahLst/>
                <a:cxnLst/>
                <a:rect l="l" t="t" r="r" b="b"/>
                <a:pathLst>
                  <a:path w="7080" h="7079" extrusionOk="0">
                    <a:moveTo>
                      <a:pt x="3545" y="0"/>
                    </a:moveTo>
                    <a:cubicBezTo>
                      <a:pt x="1588" y="0"/>
                      <a:pt x="1" y="1588"/>
                      <a:pt x="1" y="3535"/>
                    </a:cubicBezTo>
                    <a:cubicBezTo>
                      <a:pt x="1" y="5491"/>
                      <a:pt x="1588" y="7079"/>
                      <a:pt x="3545" y="7079"/>
                    </a:cubicBezTo>
                    <a:cubicBezTo>
                      <a:pt x="5501" y="7079"/>
                      <a:pt x="7079" y="5491"/>
                      <a:pt x="7079" y="3535"/>
                    </a:cubicBezTo>
                    <a:cubicBezTo>
                      <a:pt x="7079" y="1588"/>
                      <a:pt x="5501" y="0"/>
                      <a:pt x="3545" y="0"/>
                    </a:cubicBezTo>
                    <a:close/>
                  </a:path>
                </a:pathLst>
              </a:custGeom>
              <a:solidFill>
                <a:schemeClr val="accent3"/>
              </a:solidFill>
              <a:ln w="9525" cap="flat" cmpd="sng">
                <a:solidFill>
                  <a:schemeClr val="dk1"/>
                </a:solidFill>
                <a:prstDash val="solid"/>
                <a:miter lim="945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600">
                  <a:latin typeface="Open Sans" panose="020B0606030504020204" pitchFamily="34" charset="0"/>
                  <a:ea typeface="Open Sans" panose="020B0606030504020204" pitchFamily="34" charset="0"/>
                  <a:cs typeface="Open Sans" panose="020B0606030504020204" pitchFamily="34" charset="0"/>
                </a:endParaRPr>
              </a:p>
            </p:txBody>
          </p:sp>
          <p:sp>
            <p:nvSpPr>
              <p:cNvPr id="758" name="Google Shape;758;p32"/>
              <p:cNvSpPr/>
              <p:nvPr/>
            </p:nvSpPr>
            <p:spPr>
              <a:xfrm>
                <a:off x="2907821" y="3931467"/>
                <a:ext cx="304332" cy="313132"/>
              </a:xfrm>
              <a:custGeom>
                <a:avLst/>
                <a:gdLst/>
                <a:ahLst/>
                <a:cxnLst/>
                <a:rect l="l" t="t" r="r" b="b"/>
                <a:pathLst>
                  <a:path w="4282" h="4282" extrusionOk="0">
                    <a:moveTo>
                      <a:pt x="2146" y="1"/>
                    </a:moveTo>
                    <a:cubicBezTo>
                      <a:pt x="964" y="1"/>
                      <a:pt x="0" y="955"/>
                      <a:pt x="0" y="2137"/>
                    </a:cubicBezTo>
                    <a:cubicBezTo>
                      <a:pt x="0" y="3327"/>
                      <a:pt x="964" y="4282"/>
                      <a:pt x="2146" y="4282"/>
                    </a:cubicBezTo>
                    <a:cubicBezTo>
                      <a:pt x="3327" y="4282"/>
                      <a:pt x="4281" y="3327"/>
                      <a:pt x="4281" y="2137"/>
                    </a:cubicBezTo>
                    <a:cubicBezTo>
                      <a:pt x="4281" y="955"/>
                      <a:pt x="3327" y="1"/>
                      <a:pt x="2146" y="1"/>
                    </a:cubicBezTo>
                    <a:close/>
                  </a:path>
                </a:pathLst>
              </a:custGeom>
              <a:solidFill>
                <a:schemeClr val="accent1"/>
              </a:solidFill>
              <a:ln w="9525" cap="flat" cmpd="sng">
                <a:solidFill>
                  <a:schemeClr val="dk1"/>
                </a:solidFill>
                <a:prstDash val="solid"/>
                <a:miter lim="945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600">
                  <a:latin typeface="Open Sans" panose="020B0606030504020204" pitchFamily="34" charset="0"/>
                  <a:ea typeface="Open Sans" panose="020B0606030504020204" pitchFamily="34" charset="0"/>
                  <a:cs typeface="Open Sans" panose="020B0606030504020204" pitchFamily="34" charset="0"/>
                </a:endParaRPr>
              </a:p>
            </p:txBody>
          </p:sp>
        </p:grpSp>
        <p:sp>
          <p:nvSpPr>
            <p:cNvPr id="759" name="Google Shape;759;p32"/>
            <p:cNvSpPr/>
            <p:nvPr/>
          </p:nvSpPr>
          <p:spPr>
            <a:xfrm>
              <a:off x="698100" y="1366625"/>
              <a:ext cx="195250" cy="467375"/>
            </a:xfrm>
            <a:custGeom>
              <a:avLst/>
              <a:gdLst/>
              <a:ahLst/>
              <a:cxnLst/>
              <a:rect l="l" t="t" r="r" b="b"/>
              <a:pathLst>
                <a:path w="7810" h="18695" extrusionOk="0">
                  <a:moveTo>
                    <a:pt x="5916" y="0"/>
                  </a:moveTo>
                  <a:lnTo>
                    <a:pt x="0" y="9939"/>
                  </a:lnTo>
                  <a:lnTo>
                    <a:pt x="7810" y="18695"/>
                  </a:lnTo>
                </a:path>
              </a:pathLst>
            </a:custGeom>
            <a:noFill/>
            <a:ln w="9525" cap="flat" cmpd="sng">
              <a:solidFill>
                <a:schemeClr val="dk1"/>
              </a:solidFill>
              <a:prstDash val="solid"/>
              <a:round/>
              <a:headEnd type="none" w="med" len="med"/>
              <a:tailEnd type="none" w="med" len="med"/>
            </a:ln>
          </p:spPr>
        </p:sp>
      </p:grpSp>
      <p:sp>
        <p:nvSpPr>
          <p:cNvPr id="68" name="Google Shape;710;p32">
            <a:extLst>
              <a:ext uri="{FF2B5EF4-FFF2-40B4-BE49-F238E27FC236}">
                <a16:creationId xmlns:a16="http://schemas.microsoft.com/office/drawing/2014/main" id="{18C23833-C2C2-4F5C-B4DA-35986FAC3B53}"/>
              </a:ext>
            </a:extLst>
          </p:cNvPr>
          <p:cNvSpPr txBox="1">
            <a:spLocks/>
          </p:cNvSpPr>
          <p:nvPr/>
        </p:nvSpPr>
        <p:spPr>
          <a:xfrm>
            <a:off x="619539" y="2023708"/>
            <a:ext cx="7904921" cy="849897"/>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04800" algn="ctr" rtl="0">
              <a:lnSpc>
                <a:spcPct val="100000"/>
              </a:lnSpc>
              <a:spcBef>
                <a:spcPts val="0"/>
              </a:spcBef>
              <a:spcAft>
                <a:spcPts val="0"/>
              </a:spcAft>
              <a:buClr>
                <a:schemeClr val="dk1"/>
              </a:buClr>
              <a:buSzPts val="1200"/>
              <a:buFont typeface="Open Sans"/>
              <a:buNone/>
              <a:defRPr sz="1800" b="1" i="0" u="none" strike="noStrike" cap="none">
                <a:solidFill>
                  <a:schemeClr val="dk1"/>
                </a:solidFill>
                <a:latin typeface="Open Sans"/>
                <a:ea typeface="Open Sans"/>
                <a:cs typeface="Open Sans"/>
                <a:sym typeface="Open Sans"/>
              </a:defRPr>
            </a:lvl1pPr>
            <a:lvl2pPr marL="914400" marR="0" lvl="1" indent="-304800" algn="ctr" rtl="0">
              <a:lnSpc>
                <a:spcPct val="100000"/>
              </a:lnSpc>
              <a:spcBef>
                <a:spcPts val="0"/>
              </a:spcBef>
              <a:spcAft>
                <a:spcPts val="0"/>
              </a:spcAft>
              <a:buClr>
                <a:schemeClr val="dk1"/>
              </a:buClr>
              <a:buSzPts val="1200"/>
              <a:buFont typeface="Open Sans"/>
              <a:buNone/>
              <a:defRPr sz="1200" b="1" i="0" u="none" strike="noStrike" cap="none">
                <a:solidFill>
                  <a:schemeClr val="dk1"/>
                </a:solidFill>
                <a:latin typeface="Open Sans"/>
                <a:ea typeface="Open Sans"/>
                <a:cs typeface="Open Sans"/>
                <a:sym typeface="Open Sans"/>
              </a:defRPr>
            </a:lvl2pPr>
            <a:lvl3pPr marL="1371600" marR="0" lvl="2" indent="-304800" algn="ctr" rtl="0">
              <a:lnSpc>
                <a:spcPct val="100000"/>
              </a:lnSpc>
              <a:spcBef>
                <a:spcPts val="0"/>
              </a:spcBef>
              <a:spcAft>
                <a:spcPts val="0"/>
              </a:spcAft>
              <a:buClr>
                <a:schemeClr val="dk1"/>
              </a:buClr>
              <a:buSzPts val="1200"/>
              <a:buFont typeface="Open Sans"/>
              <a:buNone/>
              <a:defRPr sz="1200" b="1" i="0" u="none" strike="noStrike" cap="none">
                <a:solidFill>
                  <a:schemeClr val="dk1"/>
                </a:solidFill>
                <a:latin typeface="Open Sans"/>
                <a:ea typeface="Open Sans"/>
                <a:cs typeface="Open Sans"/>
                <a:sym typeface="Open Sans"/>
              </a:defRPr>
            </a:lvl3pPr>
            <a:lvl4pPr marL="1828800" marR="0" lvl="3" indent="-304800" algn="ctr" rtl="0">
              <a:lnSpc>
                <a:spcPct val="100000"/>
              </a:lnSpc>
              <a:spcBef>
                <a:spcPts val="0"/>
              </a:spcBef>
              <a:spcAft>
                <a:spcPts val="0"/>
              </a:spcAft>
              <a:buClr>
                <a:schemeClr val="dk1"/>
              </a:buClr>
              <a:buSzPts val="1200"/>
              <a:buFont typeface="Open Sans"/>
              <a:buNone/>
              <a:defRPr sz="1200" b="1" i="0" u="none" strike="noStrike" cap="none">
                <a:solidFill>
                  <a:schemeClr val="dk1"/>
                </a:solidFill>
                <a:latin typeface="Open Sans"/>
                <a:ea typeface="Open Sans"/>
                <a:cs typeface="Open Sans"/>
                <a:sym typeface="Open Sans"/>
              </a:defRPr>
            </a:lvl4pPr>
            <a:lvl5pPr marL="2286000" marR="0" lvl="4" indent="-304800" algn="ctr" rtl="0">
              <a:lnSpc>
                <a:spcPct val="100000"/>
              </a:lnSpc>
              <a:spcBef>
                <a:spcPts val="0"/>
              </a:spcBef>
              <a:spcAft>
                <a:spcPts val="0"/>
              </a:spcAft>
              <a:buClr>
                <a:schemeClr val="dk1"/>
              </a:buClr>
              <a:buSzPts val="1200"/>
              <a:buFont typeface="Open Sans"/>
              <a:buNone/>
              <a:defRPr sz="1200" b="1" i="0" u="none" strike="noStrike" cap="none">
                <a:solidFill>
                  <a:schemeClr val="dk1"/>
                </a:solidFill>
                <a:latin typeface="Open Sans"/>
                <a:ea typeface="Open Sans"/>
                <a:cs typeface="Open Sans"/>
                <a:sym typeface="Open Sans"/>
              </a:defRPr>
            </a:lvl5pPr>
            <a:lvl6pPr marL="2743200" marR="0" lvl="5" indent="-304800" algn="ctr" rtl="0">
              <a:lnSpc>
                <a:spcPct val="100000"/>
              </a:lnSpc>
              <a:spcBef>
                <a:spcPts val="0"/>
              </a:spcBef>
              <a:spcAft>
                <a:spcPts val="0"/>
              </a:spcAft>
              <a:buClr>
                <a:schemeClr val="dk1"/>
              </a:buClr>
              <a:buSzPts val="1200"/>
              <a:buFont typeface="Open Sans"/>
              <a:buNone/>
              <a:defRPr sz="1200" b="1" i="0" u="none" strike="noStrike" cap="none">
                <a:solidFill>
                  <a:schemeClr val="dk1"/>
                </a:solidFill>
                <a:latin typeface="Open Sans"/>
                <a:ea typeface="Open Sans"/>
                <a:cs typeface="Open Sans"/>
                <a:sym typeface="Open Sans"/>
              </a:defRPr>
            </a:lvl6pPr>
            <a:lvl7pPr marL="3200400" marR="0" lvl="6" indent="-304800" algn="ctr" rtl="0">
              <a:lnSpc>
                <a:spcPct val="100000"/>
              </a:lnSpc>
              <a:spcBef>
                <a:spcPts val="0"/>
              </a:spcBef>
              <a:spcAft>
                <a:spcPts val="0"/>
              </a:spcAft>
              <a:buClr>
                <a:schemeClr val="dk1"/>
              </a:buClr>
              <a:buSzPts val="1200"/>
              <a:buFont typeface="Open Sans"/>
              <a:buNone/>
              <a:defRPr sz="1200" b="1" i="0" u="none" strike="noStrike" cap="none">
                <a:solidFill>
                  <a:schemeClr val="dk1"/>
                </a:solidFill>
                <a:latin typeface="Open Sans"/>
                <a:ea typeface="Open Sans"/>
                <a:cs typeface="Open Sans"/>
                <a:sym typeface="Open Sans"/>
              </a:defRPr>
            </a:lvl7pPr>
            <a:lvl8pPr marL="3657600" marR="0" lvl="7" indent="-304800" algn="ctr" rtl="0">
              <a:lnSpc>
                <a:spcPct val="100000"/>
              </a:lnSpc>
              <a:spcBef>
                <a:spcPts val="0"/>
              </a:spcBef>
              <a:spcAft>
                <a:spcPts val="0"/>
              </a:spcAft>
              <a:buClr>
                <a:schemeClr val="dk1"/>
              </a:buClr>
              <a:buSzPts val="1200"/>
              <a:buFont typeface="Open Sans"/>
              <a:buNone/>
              <a:defRPr sz="1200" b="1" i="0" u="none" strike="noStrike" cap="none">
                <a:solidFill>
                  <a:schemeClr val="dk1"/>
                </a:solidFill>
                <a:latin typeface="Open Sans"/>
                <a:ea typeface="Open Sans"/>
                <a:cs typeface="Open Sans"/>
                <a:sym typeface="Open Sans"/>
              </a:defRPr>
            </a:lvl8pPr>
            <a:lvl9pPr marL="4114800" marR="0" lvl="8" indent="-304800" algn="ctr" rtl="0">
              <a:lnSpc>
                <a:spcPct val="100000"/>
              </a:lnSpc>
              <a:spcBef>
                <a:spcPts val="0"/>
              </a:spcBef>
              <a:spcAft>
                <a:spcPts val="0"/>
              </a:spcAft>
              <a:buClr>
                <a:schemeClr val="dk1"/>
              </a:buClr>
              <a:buSzPts val="1200"/>
              <a:buFont typeface="Open Sans"/>
              <a:buNone/>
              <a:defRPr sz="1200" b="1" i="0" u="none" strike="noStrike" cap="none">
                <a:solidFill>
                  <a:schemeClr val="dk1"/>
                </a:solidFill>
                <a:latin typeface="Open Sans"/>
                <a:ea typeface="Open Sans"/>
                <a:cs typeface="Open Sans"/>
                <a:sym typeface="Open Sans"/>
              </a:defRPr>
            </a:lvl9pPr>
          </a:lstStyle>
          <a:p>
            <a:pPr marL="0" indent="0"/>
            <a:r>
              <a:rPr lang="en-US" sz="1600" dirty="0">
                <a:latin typeface="Open Sans" panose="020B0606030504020204" pitchFamily="34" charset="0"/>
                <a:ea typeface="Open Sans" panose="020B0606030504020204" pitchFamily="34" charset="0"/>
                <a:cs typeface="Open Sans" panose="020B0606030504020204" pitchFamily="34" charset="0"/>
              </a:rPr>
              <a:t>“Functional requirements make software </a:t>
            </a:r>
            <a:r>
              <a:rPr lang="en-US" sz="1600" i="1" dirty="0">
                <a:latin typeface="Open Sans" panose="020B0606030504020204" pitchFamily="34" charset="0"/>
                <a:ea typeface="Open Sans" panose="020B0606030504020204" pitchFamily="34" charset="0"/>
                <a:cs typeface="Open Sans" panose="020B0606030504020204" pitchFamily="34" charset="0"/>
              </a:rPr>
              <a:t>useful</a:t>
            </a:r>
            <a:r>
              <a:rPr lang="en-US" sz="1600" dirty="0">
                <a:latin typeface="Open Sans" panose="020B0606030504020204" pitchFamily="34" charset="0"/>
                <a:ea typeface="Open Sans" panose="020B0606030504020204" pitchFamily="34" charset="0"/>
                <a:cs typeface="Open Sans" panose="020B0606030504020204" pitchFamily="34" charset="0"/>
              </a:rPr>
              <a:t>.</a:t>
            </a:r>
            <a:br>
              <a:rPr lang="en-US" sz="1600" dirty="0">
                <a:latin typeface="Open Sans" panose="020B0606030504020204" pitchFamily="34" charset="0"/>
                <a:ea typeface="Open Sans" panose="020B0606030504020204" pitchFamily="34" charset="0"/>
                <a:cs typeface="Open Sans" panose="020B0606030504020204" pitchFamily="34" charset="0"/>
              </a:rPr>
            </a:br>
            <a:r>
              <a:rPr lang="en-US" sz="1600" dirty="0">
                <a:latin typeface="Open Sans" panose="020B0606030504020204" pitchFamily="34" charset="0"/>
                <a:ea typeface="Open Sans" panose="020B0606030504020204" pitchFamily="34" charset="0"/>
                <a:cs typeface="Open Sans" panose="020B0606030504020204" pitchFamily="34" charset="0"/>
              </a:rPr>
              <a:t>Non-functional requirements make it </a:t>
            </a:r>
            <a:r>
              <a:rPr lang="en-US" sz="1600" i="1" dirty="0">
                <a:latin typeface="Open Sans" panose="020B0606030504020204" pitchFamily="34" charset="0"/>
                <a:ea typeface="Open Sans" panose="020B0606030504020204" pitchFamily="34" charset="0"/>
                <a:cs typeface="Open Sans" panose="020B0606030504020204" pitchFamily="34" charset="0"/>
              </a:rPr>
              <a:t>usable</a:t>
            </a:r>
            <a:r>
              <a:rPr lang="en-US" sz="1600" dirty="0">
                <a:latin typeface="Open Sans" panose="020B0606030504020204" pitchFamily="34" charset="0"/>
                <a:ea typeface="Open Sans" panose="020B0606030504020204" pitchFamily="34" charset="0"/>
                <a:cs typeface="Open Sans" panose="020B0606030504020204" pitchFamily="34" charset="0"/>
              </a:rPr>
              <a:t>.”</a:t>
            </a:r>
            <a:endParaRPr lang="en-US" sz="1600" b="0" dirty="0">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28543980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703"/>
        <p:cNvGrpSpPr/>
        <p:nvPr/>
      </p:nvGrpSpPr>
      <p:grpSpPr>
        <a:xfrm>
          <a:off x="0" y="0"/>
          <a:ext cx="0" cy="0"/>
          <a:chOff x="0" y="0"/>
          <a:chExt cx="0" cy="0"/>
        </a:xfrm>
      </p:grpSpPr>
      <p:sp>
        <p:nvSpPr>
          <p:cNvPr id="704" name="Google Shape;704;p32"/>
          <p:cNvSpPr txBox="1">
            <a:spLocks noGrp="1"/>
          </p:cNvSpPr>
          <p:nvPr>
            <p:ph type="title"/>
          </p:nvPr>
        </p:nvSpPr>
        <p:spPr>
          <a:xfrm>
            <a:off x="722375" y="539500"/>
            <a:ext cx="8335486"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fr-FR" sz="2200" dirty="0">
                <a:latin typeface="Open Sans" panose="020B0606030504020204" pitchFamily="34" charset="0"/>
                <a:ea typeface="Open Sans" panose="020B0606030504020204" pitchFamily="34" charset="0"/>
                <a:cs typeface="Open Sans" panose="020B0606030504020204" pitchFamily="34" charset="0"/>
              </a:rPr>
              <a:t>📄 2. Requirements Specification</a:t>
            </a:r>
            <a:endParaRPr lang="en-US" sz="2200" dirty="0">
              <a:latin typeface="Open Sans" panose="020B0606030504020204" pitchFamily="34" charset="0"/>
              <a:ea typeface="Open Sans" panose="020B0606030504020204" pitchFamily="34" charset="0"/>
              <a:cs typeface="Open Sans" panose="020B0606030504020204" pitchFamily="34" charset="0"/>
            </a:endParaRPr>
          </a:p>
        </p:txBody>
      </p:sp>
      <p:grpSp>
        <p:nvGrpSpPr>
          <p:cNvPr id="755" name="Google Shape;755;p32"/>
          <p:cNvGrpSpPr/>
          <p:nvPr/>
        </p:nvGrpSpPr>
        <p:grpSpPr>
          <a:xfrm>
            <a:off x="8220197" y="4319776"/>
            <a:ext cx="731685" cy="731614"/>
            <a:chOff x="276382" y="1174752"/>
            <a:chExt cx="895027" cy="894940"/>
          </a:xfrm>
        </p:grpSpPr>
        <p:grpSp>
          <p:nvGrpSpPr>
            <p:cNvPr id="756" name="Google Shape;756;p32"/>
            <p:cNvGrpSpPr/>
            <p:nvPr/>
          </p:nvGrpSpPr>
          <p:grpSpPr>
            <a:xfrm>
              <a:off x="276382" y="1174752"/>
              <a:ext cx="895027" cy="894940"/>
              <a:chOff x="2861096" y="3889198"/>
              <a:chExt cx="397772" cy="397716"/>
            </a:xfrm>
          </p:grpSpPr>
          <p:sp>
            <p:nvSpPr>
              <p:cNvPr id="757" name="Google Shape;757;p32"/>
              <p:cNvSpPr/>
              <p:nvPr/>
            </p:nvSpPr>
            <p:spPr>
              <a:xfrm>
                <a:off x="2861096" y="3889198"/>
                <a:ext cx="397772" cy="397716"/>
              </a:xfrm>
              <a:custGeom>
                <a:avLst/>
                <a:gdLst/>
                <a:ahLst/>
                <a:cxnLst/>
                <a:rect l="l" t="t" r="r" b="b"/>
                <a:pathLst>
                  <a:path w="7080" h="7079" extrusionOk="0">
                    <a:moveTo>
                      <a:pt x="3545" y="0"/>
                    </a:moveTo>
                    <a:cubicBezTo>
                      <a:pt x="1588" y="0"/>
                      <a:pt x="1" y="1588"/>
                      <a:pt x="1" y="3535"/>
                    </a:cubicBezTo>
                    <a:cubicBezTo>
                      <a:pt x="1" y="5491"/>
                      <a:pt x="1588" y="7079"/>
                      <a:pt x="3545" y="7079"/>
                    </a:cubicBezTo>
                    <a:cubicBezTo>
                      <a:pt x="5501" y="7079"/>
                      <a:pt x="7079" y="5491"/>
                      <a:pt x="7079" y="3535"/>
                    </a:cubicBezTo>
                    <a:cubicBezTo>
                      <a:pt x="7079" y="1588"/>
                      <a:pt x="5501" y="0"/>
                      <a:pt x="3545" y="0"/>
                    </a:cubicBezTo>
                    <a:close/>
                  </a:path>
                </a:pathLst>
              </a:custGeom>
              <a:solidFill>
                <a:schemeClr val="accent3"/>
              </a:solidFill>
              <a:ln w="9525" cap="flat" cmpd="sng">
                <a:solidFill>
                  <a:schemeClr val="dk1"/>
                </a:solidFill>
                <a:prstDash val="solid"/>
                <a:miter lim="945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600">
                  <a:latin typeface="Open Sans" panose="020B0606030504020204" pitchFamily="34" charset="0"/>
                  <a:ea typeface="Open Sans" panose="020B0606030504020204" pitchFamily="34" charset="0"/>
                  <a:cs typeface="Open Sans" panose="020B0606030504020204" pitchFamily="34" charset="0"/>
                </a:endParaRPr>
              </a:p>
            </p:txBody>
          </p:sp>
          <p:sp>
            <p:nvSpPr>
              <p:cNvPr id="758" name="Google Shape;758;p32"/>
              <p:cNvSpPr/>
              <p:nvPr/>
            </p:nvSpPr>
            <p:spPr>
              <a:xfrm>
                <a:off x="2907821" y="3931467"/>
                <a:ext cx="304332" cy="313132"/>
              </a:xfrm>
              <a:custGeom>
                <a:avLst/>
                <a:gdLst/>
                <a:ahLst/>
                <a:cxnLst/>
                <a:rect l="l" t="t" r="r" b="b"/>
                <a:pathLst>
                  <a:path w="4282" h="4282" extrusionOk="0">
                    <a:moveTo>
                      <a:pt x="2146" y="1"/>
                    </a:moveTo>
                    <a:cubicBezTo>
                      <a:pt x="964" y="1"/>
                      <a:pt x="0" y="955"/>
                      <a:pt x="0" y="2137"/>
                    </a:cubicBezTo>
                    <a:cubicBezTo>
                      <a:pt x="0" y="3327"/>
                      <a:pt x="964" y="4282"/>
                      <a:pt x="2146" y="4282"/>
                    </a:cubicBezTo>
                    <a:cubicBezTo>
                      <a:pt x="3327" y="4282"/>
                      <a:pt x="4281" y="3327"/>
                      <a:pt x="4281" y="2137"/>
                    </a:cubicBezTo>
                    <a:cubicBezTo>
                      <a:pt x="4281" y="955"/>
                      <a:pt x="3327" y="1"/>
                      <a:pt x="2146" y="1"/>
                    </a:cubicBezTo>
                    <a:close/>
                  </a:path>
                </a:pathLst>
              </a:custGeom>
              <a:solidFill>
                <a:schemeClr val="accent1"/>
              </a:solidFill>
              <a:ln w="9525" cap="flat" cmpd="sng">
                <a:solidFill>
                  <a:schemeClr val="dk1"/>
                </a:solidFill>
                <a:prstDash val="solid"/>
                <a:miter lim="945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600">
                  <a:latin typeface="Open Sans" panose="020B0606030504020204" pitchFamily="34" charset="0"/>
                  <a:ea typeface="Open Sans" panose="020B0606030504020204" pitchFamily="34" charset="0"/>
                  <a:cs typeface="Open Sans" panose="020B0606030504020204" pitchFamily="34" charset="0"/>
                </a:endParaRPr>
              </a:p>
            </p:txBody>
          </p:sp>
        </p:grpSp>
        <p:sp>
          <p:nvSpPr>
            <p:cNvPr id="759" name="Google Shape;759;p32"/>
            <p:cNvSpPr/>
            <p:nvPr/>
          </p:nvSpPr>
          <p:spPr>
            <a:xfrm>
              <a:off x="698100" y="1366625"/>
              <a:ext cx="195250" cy="467375"/>
            </a:xfrm>
            <a:custGeom>
              <a:avLst/>
              <a:gdLst/>
              <a:ahLst/>
              <a:cxnLst/>
              <a:rect l="l" t="t" r="r" b="b"/>
              <a:pathLst>
                <a:path w="7810" h="18695" extrusionOk="0">
                  <a:moveTo>
                    <a:pt x="5916" y="0"/>
                  </a:moveTo>
                  <a:lnTo>
                    <a:pt x="0" y="9939"/>
                  </a:lnTo>
                  <a:lnTo>
                    <a:pt x="7810" y="18695"/>
                  </a:lnTo>
                </a:path>
              </a:pathLst>
            </a:custGeom>
            <a:noFill/>
            <a:ln w="9525" cap="flat" cmpd="sng">
              <a:solidFill>
                <a:schemeClr val="dk1"/>
              </a:solidFill>
              <a:prstDash val="solid"/>
              <a:round/>
              <a:headEnd type="none" w="med" len="med"/>
              <a:tailEnd type="none" w="med" len="med"/>
            </a:ln>
          </p:spPr>
        </p:sp>
      </p:grpSp>
      <p:sp>
        <p:nvSpPr>
          <p:cNvPr id="12" name="TextBox 11">
            <a:extLst>
              <a:ext uri="{FF2B5EF4-FFF2-40B4-BE49-F238E27FC236}">
                <a16:creationId xmlns:a16="http://schemas.microsoft.com/office/drawing/2014/main" id="{53BE980D-41C3-4F80-A7AE-46ABE01CB12B}"/>
              </a:ext>
            </a:extLst>
          </p:cNvPr>
          <p:cNvSpPr txBox="1"/>
          <p:nvPr/>
        </p:nvSpPr>
        <p:spPr>
          <a:xfrm>
            <a:off x="722374" y="1268778"/>
            <a:ext cx="7778895" cy="1569660"/>
          </a:xfrm>
          <a:prstGeom prst="rect">
            <a:avLst/>
          </a:prstGeom>
          <a:noFill/>
        </p:spPr>
        <p:txBody>
          <a:bodyPr wrap="square">
            <a:spAutoFit/>
          </a:bodyPr>
          <a:lstStyle/>
          <a:p>
            <a:r>
              <a:rPr lang="en-US" sz="1600" b="1" dirty="0">
                <a:latin typeface="Open Sans" panose="020B0606030504020204" pitchFamily="34" charset="0"/>
                <a:ea typeface="Open Sans" panose="020B0606030504020204" pitchFamily="34" charset="0"/>
                <a:cs typeface="Open Sans" panose="020B0606030504020204" pitchFamily="34" charset="0"/>
              </a:rPr>
              <a:t>Good Specification Qualities (</a:t>
            </a:r>
            <a:r>
              <a:rPr lang="en-US" sz="1600" b="1" dirty="0">
                <a:solidFill>
                  <a:schemeClr val="tx2"/>
                </a:solidFill>
                <a:latin typeface="Open Sans" panose="020B0606030504020204" pitchFamily="34" charset="0"/>
                <a:ea typeface="Open Sans" panose="020B0606030504020204" pitchFamily="34" charset="0"/>
                <a:cs typeface="Open Sans" panose="020B0606030504020204" pitchFamily="34" charset="0"/>
              </a:rPr>
              <a:t>SMART</a:t>
            </a:r>
            <a:r>
              <a:rPr lang="en-US" sz="1600" b="1" dirty="0">
                <a:latin typeface="Open Sans" panose="020B0606030504020204" pitchFamily="34" charset="0"/>
                <a:ea typeface="Open Sans" panose="020B0606030504020204" pitchFamily="34" charset="0"/>
                <a:cs typeface="Open Sans" panose="020B0606030504020204" pitchFamily="34" charset="0"/>
              </a:rPr>
              <a:t>):</a:t>
            </a:r>
          </a:p>
          <a:p>
            <a:pPr>
              <a:buFont typeface="Arial" panose="020B0604020202020204" pitchFamily="34" charset="0"/>
              <a:buChar char="•"/>
            </a:pPr>
            <a:r>
              <a:rPr lang="en-US" sz="1600" b="1" dirty="0">
                <a:latin typeface="Open Sans" panose="020B0606030504020204" pitchFamily="34" charset="0"/>
                <a:ea typeface="Open Sans" panose="020B0606030504020204" pitchFamily="34" charset="0"/>
                <a:cs typeface="Open Sans" panose="020B0606030504020204" pitchFamily="34" charset="0"/>
              </a:rPr>
              <a:t>Specific</a:t>
            </a:r>
            <a:endParaRPr lang="en-US" sz="1600" dirty="0">
              <a:latin typeface="Open Sans" panose="020B0606030504020204" pitchFamily="34" charset="0"/>
              <a:ea typeface="Open Sans" panose="020B0606030504020204" pitchFamily="34" charset="0"/>
              <a:cs typeface="Open Sans" panose="020B0606030504020204" pitchFamily="34" charset="0"/>
            </a:endParaRPr>
          </a:p>
          <a:p>
            <a:pPr>
              <a:buFont typeface="Arial" panose="020B0604020202020204" pitchFamily="34" charset="0"/>
              <a:buChar char="•"/>
            </a:pPr>
            <a:r>
              <a:rPr lang="en-US" sz="1600" b="1" dirty="0">
                <a:latin typeface="Open Sans" panose="020B0606030504020204" pitchFamily="34" charset="0"/>
                <a:ea typeface="Open Sans" panose="020B0606030504020204" pitchFamily="34" charset="0"/>
                <a:cs typeface="Open Sans" panose="020B0606030504020204" pitchFamily="34" charset="0"/>
              </a:rPr>
              <a:t>Measurable</a:t>
            </a:r>
            <a:endParaRPr lang="en-US" sz="1600" dirty="0">
              <a:latin typeface="Open Sans" panose="020B0606030504020204" pitchFamily="34" charset="0"/>
              <a:ea typeface="Open Sans" panose="020B0606030504020204" pitchFamily="34" charset="0"/>
              <a:cs typeface="Open Sans" panose="020B0606030504020204" pitchFamily="34" charset="0"/>
            </a:endParaRPr>
          </a:p>
          <a:p>
            <a:pPr>
              <a:buFont typeface="Arial" panose="020B0604020202020204" pitchFamily="34" charset="0"/>
              <a:buChar char="•"/>
            </a:pPr>
            <a:r>
              <a:rPr lang="en-US" sz="1600" b="1" dirty="0">
                <a:latin typeface="Open Sans" panose="020B0606030504020204" pitchFamily="34" charset="0"/>
                <a:ea typeface="Open Sans" panose="020B0606030504020204" pitchFamily="34" charset="0"/>
                <a:cs typeface="Open Sans" panose="020B0606030504020204" pitchFamily="34" charset="0"/>
              </a:rPr>
              <a:t>Achievable</a:t>
            </a:r>
            <a:endParaRPr lang="en-US" sz="1600" dirty="0">
              <a:latin typeface="Open Sans" panose="020B0606030504020204" pitchFamily="34" charset="0"/>
              <a:ea typeface="Open Sans" panose="020B0606030504020204" pitchFamily="34" charset="0"/>
              <a:cs typeface="Open Sans" panose="020B0606030504020204" pitchFamily="34" charset="0"/>
            </a:endParaRPr>
          </a:p>
          <a:p>
            <a:pPr>
              <a:buFont typeface="Arial" panose="020B0604020202020204" pitchFamily="34" charset="0"/>
              <a:buChar char="•"/>
            </a:pPr>
            <a:r>
              <a:rPr lang="en-US" sz="1600" b="1" dirty="0">
                <a:latin typeface="Open Sans" panose="020B0606030504020204" pitchFamily="34" charset="0"/>
                <a:ea typeface="Open Sans" panose="020B0606030504020204" pitchFamily="34" charset="0"/>
                <a:cs typeface="Open Sans" panose="020B0606030504020204" pitchFamily="34" charset="0"/>
              </a:rPr>
              <a:t>Relevant</a:t>
            </a:r>
            <a:endParaRPr lang="en-US" sz="1600" dirty="0">
              <a:latin typeface="Open Sans" panose="020B0606030504020204" pitchFamily="34" charset="0"/>
              <a:ea typeface="Open Sans" panose="020B0606030504020204" pitchFamily="34" charset="0"/>
              <a:cs typeface="Open Sans" panose="020B0606030504020204" pitchFamily="34" charset="0"/>
            </a:endParaRPr>
          </a:p>
          <a:p>
            <a:pPr>
              <a:buFont typeface="Arial" panose="020B0604020202020204" pitchFamily="34" charset="0"/>
              <a:buChar char="•"/>
            </a:pPr>
            <a:r>
              <a:rPr lang="en-US" sz="1600" b="1" dirty="0">
                <a:latin typeface="Open Sans" panose="020B0606030504020204" pitchFamily="34" charset="0"/>
                <a:ea typeface="Open Sans" panose="020B0606030504020204" pitchFamily="34" charset="0"/>
                <a:cs typeface="Open Sans" panose="020B0606030504020204" pitchFamily="34" charset="0"/>
              </a:rPr>
              <a:t>Testable</a:t>
            </a:r>
            <a:endParaRPr lang="en-US" sz="1600" dirty="0">
              <a:latin typeface="Open Sans" panose="020B0606030504020204" pitchFamily="34" charset="0"/>
              <a:ea typeface="Open Sans" panose="020B0606030504020204" pitchFamily="34" charset="0"/>
              <a:cs typeface="Open Sans" panose="020B0606030504020204" pitchFamily="34" charset="0"/>
            </a:endParaRPr>
          </a:p>
        </p:txBody>
      </p:sp>
      <p:sp>
        <p:nvSpPr>
          <p:cNvPr id="14" name="TextBox 13">
            <a:extLst>
              <a:ext uri="{FF2B5EF4-FFF2-40B4-BE49-F238E27FC236}">
                <a16:creationId xmlns:a16="http://schemas.microsoft.com/office/drawing/2014/main" id="{4562E458-4DEA-4477-BE44-DE36E50B805F}"/>
              </a:ext>
            </a:extLst>
          </p:cNvPr>
          <p:cNvSpPr txBox="1"/>
          <p:nvPr/>
        </p:nvSpPr>
        <p:spPr>
          <a:xfrm>
            <a:off x="722374" y="3153193"/>
            <a:ext cx="4575312" cy="1323439"/>
          </a:xfrm>
          <a:prstGeom prst="rect">
            <a:avLst/>
          </a:prstGeom>
          <a:noFill/>
        </p:spPr>
        <p:txBody>
          <a:bodyPr wrap="square">
            <a:spAutoFit/>
          </a:bodyPr>
          <a:lstStyle/>
          <a:p>
            <a:r>
              <a:rPr lang="en-US" sz="1600" b="1" dirty="0">
                <a:latin typeface="Open Sans" panose="020B0606030504020204" pitchFamily="34" charset="0"/>
                <a:ea typeface="Open Sans" panose="020B0606030504020204" pitchFamily="34" charset="0"/>
                <a:cs typeface="Open Sans" panose="020B0606030504020204" pitchFamily="34" charset="0"/>
              </a:rPr>
              <a:t>Document Examples:</a:t>
            </a:r>
          </a:p>
          <a:p>
            <a:endParaRPr lang="en-US" sz="1600" b="1" dirty="0">
              <a:latin typeface="Open Sans" panose="020B0606030504020204" pitchFamily="34" charset="0"/>
              <a:ea typeface="Open Sans" panose="020B0606030504020204" pitchFamily="34" charset="0"/>
              <a:cs typeface="Open Sans" panose="020B0606030504020204" pitchFamily="34" charset="0"/>
            </a:endParaRPr>
          </a:p>
          <a:p>
            <a:pPr>
              <a:buFont typeface="Arial" panose="020B0604020202020204" pitchFamily="34" charset="0"/>
              <a:buChar char="•"/>
            </a:pPr>
            <a:r>
              <a:rPr lang="en-US" sz="1600" dirty="0">
                <a:latin typeface="Open Sans" panose="020B0606030504020204" pitchFamily="34" charset="0"/>
                <a:ea typeface="Open Sans" panose="020B0606030504020204" pitchFamily="34" charset="0"/>
                <a:cs typeface="Open Sans" panose="020B0606030504020204" pitchFamily="34" charset="0"/>
              </a:rPr>
              <a:t>Software Requirements Specification (SRS)</a:t>
            </a:r>
          </a:p>
          <a:p>
            <a:pPr>
              <a:buFont typeface="Arial" panose="020B0604020202020204" pitchFamily="34" charset="0"/>
              <a:buChar char="•"/>
            </a:pPr>
            <a:r>
              <a:rPr lang="en-US" sz="1600" dirty="0">
                <a:latin typeface="Open Sans" panose="020B0606030504020204" pitchFamily="34" charset="0"/>
                <a:ea typeface="Open Sans" panose="020B0606030504020204" pitchFamily="34" charset="0"/>
                <a:cs typeface="Open Sans" panose="020B0606030504020204" pitchFamily="34" charset="0"/>
              </a:rPr>
              <a:t>User Stories in Agile</a:t>
            </a:r>
          </a:p>
          <a:p>
            <a:pPr>
              <a:buFont typeface="Arial" panose="020B0604020202020204" pitchFamily="34" charset="0"/>
              <a:buChar char="•"/>
            </a:pPr>
            <a:r>
              <a:rPr lang="en-US" sz="1600" dirty="0">
                <a:latin typeface="Open Sans" panose="020B0606030504020204" pitchFamily="34" charset="0"/>
                <a:ea typeface="Open Sans" panose="020B0606030504020204" pitchFamily="34" charset="0"/>
                <a:cs typeface="Open Sans" panose="020B0606030504020204" pitchFamily="34" charset="0"/>
              </a:rPr>
              <a:t>Use Case Diagrams (UML)</a:t>
            </a:r>
          </a:p>
        </p:txBody>
      </p:sp>
    </p:spTree>
    <p:extLst>
      <p:ext uri="{BB962C8B-B14F-4D97-AF65-F5344CB8AC3E}">
        <p14:creationId xmlns:p14="http://schemas.microsoft.com/office/powerpoint/2010/main" val="220957950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703"/>
        <p:cNvGrpSpPr/>
        <p:nvPr/>
      </p:nvGrpSpPr>
      <p:grpSpPr>
        <a:xfrm>
          <a:off x="0" y="0"/>
          <a:ext cx="0" cy="0"/>
          <a:chOff x="0" y="0"/>
          <a:chExt cx="0" cy="0"/>
        </a:xfrm>
      </p:grpSpPr>
      <p:sp>
        <p:nvSpPr>
          <p:cNvPr id="704" name="Google Shape;704;p32"/>
          <p:cNvSpPr txBox="1">
            <a:spLocks noGrp="1"/>
          </p:cNvSpPr>
          <p:nvPr>
            <p:ph type="title"/>
          </p:nvPr>
        </p:nvSpPr>
        <p:spPr>
          <a:xfrm>
            <a:off x="722375" y="539500"/>
            <a:ext cx="8335486"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fr-FR" sz="2200" dirty="0">
                <a:latin typeface="Open Sans" panose="020B0606030504020204" pitchFamily="34" charset="0"/>
                <a:ea typeface="Open Sans" panose="020B0606030504020204" pitchFamily="34" charset="0"/>
                <a:cs typeface="Open Sans" panose="020B0606030504020204" pitchFamily="34" charset="0"/>
              </a:rPr>
              <a:t>📄 2. Requirements Specification</a:t>
            </a:r>
            <a:endParaRPr lang="en-US" sz="2200" dirty="0">
              <a:latin typeface="Open Sans" panose="020B0606030504020204" pitchFamily="34" charset="0"/>
              <a:ea typeface="Open Sans" panose="020B0606030504020204" pitchFamily="34" charset="0"/>
              <a:cs typeface="Open Sans" panose="020B0606030504020204" pitchFamily="34" charset="0"/>
            </a:endParaRPr>
          </a:p>
        </p:txBody>
      </p:sp>
      <p:grpSp>
        <p:nvGrpSpPr>
          <p:cNvPr id="755" name="Google Shape;755;p32"/>
          <p:cNvGrpSpPr/>
          <p:nvPr/>
        </p:nvGrpSpPr>
        <p:grpSpPr>
          <a:xfrm>
            <a:off x="8220197" y="4319776"/>
            <a:ext cx="731685" cy="731614"/>
            <a:chOff x="276382" y="1174752"/>
            <a:chExt cx="895027" cy="894940"/>
          </a:xfrm>
        </p:grpSpPr>
        <p:grpSp>
          <p:nvGrpSpPr>
            <p:cNvPr id="756" name="Google Shape;756;p32"/>
            <p:cNvGrpSpPr/>
            <p:nvPr/>
          </p:nvGrpSpPr>
          <p:grpSpPr>
            <a:xfrm>
              <a:off x="276382" y="1174752"/>
              <a:ext cx="895027" cy="894940"/>
              <a:chOff x="2861096" y="3889198"/>
              <a:chExt cx="397772" cy="397716"/>
            </a:xfrm>
          </p:grpSpPr>
          <p:sp>
            <p:nvSpPr>
              <p:cNvPr id="757" name="Google Shape;757;p32"/>
              <p:cNvSpPr/>
              <p:nvPr/>
            </p:nvSpPr>
            <p:spPr>
              <a:xfrm>
                <a:off x="2861096" y="3889198"/>
                <a:ext cx="397772" cy="397716"/>
              </a:xfrm>
              <a:custGeom>
                <a:avLst/>
                <a:gdLst/>
                <a:ahLst/>
                <a:cxnLst/>
                <a:rect l="l" t="t" r="r" b="b"/>
                <a:pathLst>
                  <a:path w="7080" h="7079" extrusionOk="0">
                    <a:moveTo>
                      <a:pt x="3545" y="0"/>
                    </a:moveTo>
                    <a:cubicBezTo>
                      <a:pt x="1588" y="0"/>
                      <a:pt x="1" y="1588"/>
                      <a:pt x="1" y="3535"/>
                    </a:cubicBezTo>
                    <a:cubicBezTo>
                      <a:pt x="1" y="5491"/>
                      <a:pt x="1588" y="7079"/>
                      <a:pt x="3545" y="7079"/>
                    </a:cubicBezTo>
                    <a:cubicBezTo>
                      <a:pt x="5501" y="7079"/>
                      <a:pt x="7079" y="5491"/>
                      <a:pt x="7079" y="3535"/>
                    </a:cubicBezTo>
                    <a:cubicBezTo>
                      <a:pt x="7079" y="1588"/>
                      <a:pt x="5501" y="0"/>
                      <a:pt x="3545" y="0"/>
                    </a:cubicBezTo>
                    <a:close/>
                  </a:path>
                </a:pathLst>
              </a:custGeom>
              <a:solidFill>
                <a:schemeClr val="accent3"/>
              </a:solidFill>
              <a:ln w="9525" cap="flat" cmpd="sng">
                <a:solidFill>
                  <a:schemeClr val="dk1"/>
                </a:solidFill>
                <a:prstDash val="solid"/>
                <a:miter lim="945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600">
                  <a:latin typeface="Open Sans" panose="020B0606030504020204" pitchFamily="34" charset="0"/>
                  <a:ea typeface="Open Sans" panose="020B0606030504020204" pitchFamily="34" charset="0"/>
                  <a:cs typeface="Open Sans" panose="020B0606030504020204" pitchFamily="34" charset="0"/>
                </a:endParaRPr>
              </a:p>
            </p:txBody>
          </p:sp>
          <p:sp>
            <p:nvSpPr>
              <p:cNvPr id="758" name="Google Shape;758;p32"/>
              <p:cNvSpPr/>
              <p:nvPr/>
            </p:nvSpPr>
            <p:spPr>
              <a:xfrm>
                <a:off x="2907821" y="3931467"/>
                <a:ext cx="304332" cy="313132"/>
              </a:xfrm>
              <a:custGeom>
                <a:avLst/>
                <a:gdLst/>
                <a:ahLst/>
                <a:cxnLst/>
                <a:rect l="l" t="t" r="r" b="b"/>
                <a:pathLst>
                  <a:path w="4282" h="4282" extrusionOk="0">
                    <a:moveTo>
                      <a:pt x="2146" y="1"/>
                    </a:moveTo>
                    <a:cubicBezTo>
                      <a:pt x="964" y="1"/>
                      <a:pt x="0" y="955"/>
                      <a:pt x="0" y="2137"/>
                    </a:cubicBezTo>
                    <a:cubicBezTo>
                      <a:pt x="0" y="3327"/>
                      <a:pt x="964" y="4282"/>
                      <a:pt x="2146" y="4282"/>
                    </a:cubicBezTo>
                    <a:cubicBezTo>
                      <a:pt x="3327" y="4282"/>
                      <a:pt x="4281" y="3327"/>
                      <a:pt x="4281" y="2137"/>
                    </a:cubicBezTo>
                    <a:cubicBezTo>
                      <a:pt x="4281" y="955"/>
                      <a:pt x="3327" y="1"/>
                      <a:pt x="2146" y="1"/>
                    </a:cubicBezTo>
                    <a:close/>
                  </a:path>
                </a:pathLst>
              </a:custGeom>
              <a:solidFill>
                <a:schemeClr val="accent1"/>
              </a:solidFill>
              <a:ln w="9525" cap="flat" cmpd="sng">
                <a:solidFill>
                  <a:schemeClr val="dk1"/>
                </a:solidFill>
                <a:prstDash val="solid"/>
                <a:miter lim="945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600">
                  <a:latin typeface="Open Sans" panose="020B0606030504020204" pitchFamily="34" charset="0"/>
                  <a:ea typeface="Open Sans" panose="020B0606030504020204" pitchFamily="34" charset="0"/>
                  <a:cs typeface="Open Sans" panose="020B0606030504020204" pitchFamily="34" charset="0"/>
                </a:endParaRPr>
              </a:p>
            </p:txBody>
          </p:sp>
        </p:grpSp>
        <p:sp>
          <p:nvSpPr>
            <p:cNvPr id="759" name="Google Shape;759;p32"/>
            <p:cNvSpPr/>
            <p:nvPr/>
          </p:nvSpPr>
          <p:spPr>
            <a:xfrm>
              <a:off x="698100" y="1366625"/>
              <a:ext cx="195250" cy="467375"/>
            </a:xfrm>
            <a:custGeom>
              <a:avLst/>
              <a:gdLst/>
              <a:ahLst/>
              <a:cxnLst/>
              <a:rect l="l" t="t" r="r" b="b"/>
              <a:pathLst>
                <a:path w="7810" h="18695" extrusionOk="0">
                  <a:moveTo>
                    <a:pt x="5916" y="0"/>
                  </a:moveTo>
                  <a:lnTo>
                    <a:pt x="0" y="9939"/>
                  </a:lnTo>
                  <a:lnTo>
                    <a:pt x="7810" y="18695"/>
                  </a:lnTo>
                </a:path>
              </a:pathLst>
            </a:custGeom>
            <a:noFill/>
            <a:ln w="9525" cap="flat" cmpd="sng">
              <a:solidFill>
                <a:schemeClr val="dk1"/>
              </a:solidFill>
              <a:prstDash val="solid"/>
              <a:round/>
              <a:headEnd type="none" w="med" len="med"/>
              <a:tailEnd type="none" w="med" len="med"/>
            </a:ln>
          </p:spPr>
        </p:sp>
      </p:grpSp>
      <p:graphicFrame>
        <p:nvGraphicFramePr>
          <p:cNvPr id="4" name="Table 3">
            <a:extLst>
              <a:ext uri="{FF2B5EF4-FFF2-40B4-BE49-F238E27FC236}">
                <a16:creationId xmlns:a16="http://schemas.microsoft.com/office/drawing/2014/main" id="{924215A0-EED7-4EDD-8C8E-3642DA07E367}"/>
              </a:ext>
            </a:extLst>
          </p:cNvPr>
          <p:cNvGraphicFramePr>
            <a:graphicFrameLocks noGrp="1"/>
          </p:cNvGraphicFramePr>
          <p:nvPr>
            <p:extLst>
              <p:ext uri="{D42A27DB-BD31-4B8C-83A1-F6EECF244321}">
                <p14:modId xmlns:p14="http://schemas.microsoft.com/office/powerpoint/2010/main" val="3906110461"/>
              </p:ext>
            </p:extLst>
          </p:nvPr>
        </p:nvGraphicFramePr>
        <p:xfrm>
          <a:off x="722313" y="1696428"/>
          <a:ext cx="7699374" cy="2895600"/>
        </p:xfrm>
        <a:graphic>
          <a:graphicData uri="http://schemas.openxmlformats.org/drawingml/2006/table">
            <a:tbl>
              <a:tblPr/>
              <a:tblGrid>
                <a:gridCol w="2566458">
                  <a:extLst>
                    <a:ext uri="{9D8B030D-6E8A-4147-A177-3AD203B41FA5}">
                      <a16:colId xmlns:a16="http://schemas.microsoft.com/office/drawing/2014/main" val="409407664"/>
                    </a:ext>
                  </a:extLst>
                </a:gridCol>
                <a:gridCol w="2566458">
                  <a:extLst>
                    <a:ext uri="{9D8B030D-6E8A-4147-A177-3AD203B41FA5}">
                      <a16:colId xmlns:a16="http://schemas.microsoft.com/office/drawing/2014/main" val="3410060323"/>
                    </a:ext>
                  </a:extLst>
                </a:gridCol>
                <a:gridCol w="2566458">
                  <a:extLst>
                    <a:ext uri="{9D8B030D-6E8A-4147-A177-3AD203B41FA5}">
                      <a16:colId xmlns:a16="http://schemas.microsoft.com/office/drawing/2014/main" val="1010887525"/>
                    </a:ext>
                  </a:extLst>
                </a:gridCol>
              </a:tblGrid>
              <a:tr h="0">
                <a:tc>
                  <a:txBody>
                    <a:bodyPr/>
                    <a:lstStyle/>
                    <a:p>
                      <a:r>
                        <a:rPr lang="en-US"/>
                        <a:t>Guideline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Description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Example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62007350"/>
                  </a:ext>
                </a:extLst>
              </a:tr>
              <a:tr h="0">
                <a:tc>
                  <a:txBody>
                    <a:bodyPr/>
                    <a:lstStyle/>
                    <a:p>
                      <a:r>
                        <a:rPr lang="en-US" b="1"/>
                        <a:t>Specific</a:t>
                      </a:r>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Clearly defines one functionality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“System shall allow users to upload one file at a time.”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38101357"/>
                  </a:ext>
                </a:extLst>
              </a:tr>
              <a:tr h="0">
                <a:tc>
                  <a:txBody>
                    <a:bodyPr/>
                    <a:lstStyle/>
                    <a:p>
                      <a:r>
                        <a:rPr lang="en-US" b="1"/>
                        <a:t>Measurable</a:t>
                      </a:r>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Has a success/failure condition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“Upload completes within 10 seconds.”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11021874"/>
                  </a:ext>
                </a:extLst>
              </a:tr>
              <a:tr h="0">
                <a:tc>
                  <a:txBody>
                    <a:bodyPr/>
                    <a:lstStyle/>
                    <a:p>
                      <a:r>
                        <a:rPr lang="en-US" b="1"/>
                        <a:t>Achievable</a:t>
                      </a:r>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Realistic to implement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“Supports up to 10,000 concurrent users.”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39506370"/>
                  </a:ext>
                </a:extLst>
              </a:tr>
              <a:tr h="0">
                <a:tc>
                  <a:txBody>
                    <a:bodyPr/>
                    <a:lstStyle/>
                    <a:p>
                      <a:r>
                        <a:rPr lang="en-US" b="1"/>
                        <a:t>Relevant</a:t>
                      </a:r>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Aligns with business goal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“Admin can view user reports for auditing.”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28208159"/>
                  </a:ext>
                </a:extLst>
              </a:tr>
              <a:tr h="0">
                <a:tc>
                  <a:txBody>
                    <a:bodyPr/>
                    <a:lstStyle/>
                    <a:p>
                      <a:r>
                        <a:rPr lang="en-US" b="1"/>
                        <a:t>Testable</a:t>
                      </a:r>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Can be verified by a test case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“System shall send an email upon successful registration.”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61648383"/>
                  </a:ext>
                </a:extLst>
              </a:tr>
            </a:tbl>
          </a:graphicData>
        </a:graphic>
      </p:graphicFrame>
      <p:sp>
        <p:nvSpPr>
          <p:cNvPr id="17" name="TextBox 16">
            <a:extLst>
              <a:ext uri="{FF2B5EF4-FFF2-40B4-BE49-F238E27FC236}">
                <a16:creationId xmlns:a16="http://schemas.microsoft.com/office/drawing/2014/main" id="{509838E9-A06C-462A-A327-CD401A4ECE57}"/>
              </a:ext>
            </a:extLst>
          </p:cNvPr>
          <p:cNvSpPr txBox="1"/>
          <p:nvPr/>
        </p:nvSpPr>
        <p:spPr>
          <a:xfrm>
            <a:off x="722313" y="1235037"/>
            <a:ext cx="4575312" cy="338554"/>
          </a:xfrm>
          <a:prstGeom prst="rect">
            <a:avLst/>
          </a:prstGeom>
          <a:noFill/>
        </p:spPr>
        <p:txBody>
          <a:bodyPr wrap="square">
            <a:spAutoFit/>
          </a:bodyPr>
          <a:lstStyle/>
          <a:p>
            <a:r>
              <a:rPr lang="en-US" sz="1600" dirty="0">
                <a:latin typeface="Open Sans" panose="020B0606030504020204" pitchFamily="34" charset="0"/>
                <a:ea typeface="Open Sans" panose="020B0606030504020204" pitchFamily="34" charset="0"/>
                <a:cs typeface="Open Sans" panose="020B0606030504020204" pitchFamily="34" charset="0"/>
              </a:rPr>
              <a:t>Use the </a:t>
            </a:r>
            <a:r>
              <a:rPr lang="en-US" sz="1600" b="1" dirty="0">
                <a:latin typeface="Open Sans" panose="020B0606030504020204" pitchFamily="34" charset="0"/>
                <a:ea typeface="Open Sans" panose="020B0606030504020204" pitchFamily="34" charset="0"/>
                <a:cs typeface="Open Sans" panose="020B0606030504020204" pitchFamily="34" charset="0"/>
              </a:rPr>
              <a:t>SMART</a:t>
            </a:r>
            <a:r>
              <a:rPr lang="en-US" sz="1600" dirty="0">
                <a:latin typeface="Open Sans" panose="020B0606030504020204" pitchFamily="34" charset="0"/>
                <a:ea typeface="Open Sans" panose="020B0606030504020204" pitchFamily="34" charset="0"/>
                <a:cs typeface="Open Sans" panose="020B0606030504020204" pitchFamily="34" charset="0"/>
              </a:rPr>
              <a:t> principle:</a:t>
            </a:r>
          </a:p>
        </p:txBody>
      </p:sp>
    </p:spTree>
    <p:extLst>
      <p:ext uri="{BB962C8B-B14F-4D97-AF65-F5344CB8AC3E}">
        <p14:creationId xmlns:p14="http://schemas.microsoft.com/office/powerpoint/2010/main" val="30979180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703"/>
        <p:cNvGrpSpPr/>
        <p:nvPr/>
      </p:nvGrpSpPr>
      <p:grpSpPr>
        <a:xfrm>
          <a:off x="0" y="0"/>
          <a:ext cx="0" cy="0"/>
          <a:chOff x="0" y="0"/>
          <a:chExt cx="0" cy="0"/>
        </a:xfrm>
      </p:grpSpPr>
      <p:sp>
        <p:nvSpPr>
          <p:cNvPr id="704" name="Google Shape;704;p32"/>
          <p:cNvSpPr txBox="1">
            <a:spLocks noGrp="1"/>
          </p:cNvSpPr>
          <p:nvPr>
            <p:ph type="title"/>
          </p:nvPr>
        </p:nvSpPr>
        <p:spPr>
          <a:xfrm>
            <a:off x="722375" y="539500"/>
            <a:ext cx="8335486"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fr-FR" sz="2000" dirty="0">
                <a:latin typeface="Open Sans" panose="020B0606030504020204" pitchFamily="34" charset="0"/>
                <a:ea typeface="Open Sans" panose="020B0606030504020204" pitchFamily="34" charset="0"/>
                <a:cs typeface="Open Sans" panose="020B0606030504020204" pitchFamily="34" charset="0"/>
              </a:rPr>
              <a:t>✅ 3. Requirements Validation</a:t>
            </a:r>
            <a:endParaRPr lang="en-US" sz="2000" dirty="0">
              <a:latin typeface="Open Sans" panose="020B0606030504020204" pitchFamily="34" charset="0"/>
              <a:ea typeface="Open Sans" panose="020B0606030504020204" pitchFamily="34" charset="0"/>
              <a:cs typeface="Open Sans" panose="020B0606030504020204" pitchFamily="34" charset="0"/>
            </a:endParaRPr>
          </a:p>
        </p:txBody>
      </p:sp>
      <p:sp>
        <p:nvSpPr>
          <p:cNvPr id="11" name="TextBox 10">
            <a:extLst>
              <a:ext uri="{FF2B5EF4-FFF2-40B4-BE49-F238E27FC236}">
                <a16:creationId xmlns:a16="http://schemas.microsoft.com/office/drawing/2014/main" id="{ED6C1D2B-1DF8-4292-8810-CCD59903FF5E}"/>
              </a:ext>
            </a:extLst>
          </p:cNvPr>
          <p:cNvSpPr txBox="1"/>
          <p:nvPr/>
        </p:nvSpPr>
        <p:spPr>
          <a:xfrm>
            <a:off x="722375" y="1189955"/>
            <a:ext cx="4174745" cy="1600438"/>
          </a:xfrm>
          <a:prstGeom prst="rect">
            <a:avLst/>
          </a:prstGeom>
          <a:noFill/>
        </p:spPr>
        <p:txBody>
          <a:bodyPr wrap="square">
            <a:spAutoFit/>
          </a:bodyPr>
          <a:lstStyle/>
          <a:p>
            <a:r>
              <a:rPr lang="en-US" b="1" dirty="0">
                <a:latin typeface="Open Sans" panose="020B0606030504020204" pitchFamily="34" charset="0"/>
                <a:ea typeface="Open Sans" panose="020B0606030504020204" pitchFamily="34" charset="0"/>
                <a:cs typeface="Open Sans" panose="020B0606030504020204" pitchFamily="34" charset="0"/>
              </a:rPr>
              <a:t>Definition:</a:t>
            </a:r>
          </a:p>
          <a:p>
            <a:r>
              <a:rPr lang="en-US" dirty="0">
                <a:latin typeface="Open Sans" panose="020B0606030504020204" pitchFamily="34" charset="0"/>
                <a:ea typeface="Open Sans" panose="020B0606030504020204" pitchFamily="34" charset="0"/>
                <a:cs typeface="Open Sans" panose="020B0606030504020204" pitchFamily="34" charset="0"/>
              </a:rPr>
              <a:t>Ensuring the documented requirements are:</a:t>
            </a:r>
          </a:p>
          <a:p>
            <a:pPr>
              <a:buFont typeface="Arial" panose="020B0604020202020204" pitchFamily="34" charset="0"/>
              <a:buChar char="•"/>
            </a:pPr>
            <a:r>
              <a:rPr lang="en-US" dirty="0">
                <a:latin typeface="Open Sans" panose="020B0606030504020204" pitchFamily="34" charset="0"/>
                <a:ea typeface="Open Sans" panose="020B0606030504020204" pitchFamily="34" charset="0"/>
                <a:cs typeface="Open Sans" panose="020B0606030504020204" pitchFamily="34" charset="0"/>
              </a:rPr>
              <a:t>Correct</a:t>
            </a:r>
          </a:p>
          <a:p>
            <a:pPr>
              <a:buFont typeface="Arial" panose="020B0604020202020204" pitchFamily="34" charset="0"/>
              <a:buChar char="•"/>
            </a:pPr>
            <a:r>
              <a:rPr lang="en-US" dirty="0">
                <a:latin typeface="Open Sans" panose="020B0606030504020204" pitchFamily="34" charset="0"/>
                <a:ea typeface="Open Sans" panose="020B0606030504020204" pitchFamily="34" charset="0"/>
                <a:cs typeface="Open Sans" panose="020B0606030504020204" pitchFamily="34" charset="0"/>
              </a:rPr>
              <a:t>Complete</a:t>
            </a:r>
          </a:p>
          <a:p>
            <a:pPr>
              <a:buFont typeface="Arial" panose="020B0604020202020204" pitchFamily="34" charset="0"/>
              <a:buChar char="•"/>
            </a:pPr>
            <a:r>
              <a:rPr lang="en-US" dirty="0">
                <a:latin typeface="Open Sans" panose="020B0606030504020204" pitchFamily="34" charset="0"/>
                <a:ea typeface="Open Sans" panose="020B0606030504020204" pitchFamily="34" charset="0"/>
                <a:cs typeface="Open Sans" panose="020B0606030504020204" pitchFamily="34" charset="0"/>
              </a:rPr>
              <a:t>Feasible</a:t>
            </a:r>
          </a:p>
          <a:p>
            <a:pPr>
              <a:buFont typeface="Arial" panose="020B0604020202020204" pitchFamily="34" charset="0"/>
              <a:buChar char="•"/>
            </a:pPr>
            <a:r>
              <a:rPr lang="en-US" dirty="0">
                <a:latin typeface="Open Sans" panose="020B0606030504020204" pitchFamily="34" charset="0"/>
                <a:ea typeface="Open Sans" panose="020B0606030504020204" pitchFamily="34" charset="0"/>
                <a:cs typeface="Open Sans" panose="020B0606030504020204" pitchFamily="34" charset="0"/>
              </a:rPr>
              <a:t>Consistent</a:t>
            </a:r>
          </a:p>
          <a:p>
            <a:pPr>
              <a:buFont typeface="Arial" panose="020B0604020202020204" pitchFamily="34" charset="0"/>
              <a:buChar char="•"/>
            </a:pPr>
            <a:r>
              <a:rPr lang="en-US" dirty="0">
                <a:latin typeface="Open Sans" panose="020B0606030504020204" pitchFamily="34" charset="0"/>
                <a:ea typeface="Open Sans" panose="020B0606030504020204" pitchFamily="34" charset="0"/>
                <a:cs typeface="Open Sans" panose="020B0606030504020204" pitchFamily="34" charset="0"/>
              </a:rPr>
              <a:t>Testable</a:t>
            </a:r>
          </a:p>
        </p:txBody>
      </p:sp>
      <p:graphicFrame>
        <p:nvGraphicFramePr>
          <p:cNvPr id="10" name="Table 9">
            <a:extLst>
              <a:ext uri="{FF2B5EF4-FFF2-40B4-BE49-F238E27FC236}">
                <a16:creationId xmlns:a16="http://schemas.microsoft.com/office/drawing/2014/main" id="{3221BD87-D5BB-42A6-A52B-16822C75CD0B}"/>
              </a:ext>
            </a:extLst>
          </p:cNvPr>
          <p:cNvGraphicFramePr>
            <a:graphicFrameLocks noGrp="1"/>
          </p:cNvGraphicFramePr>
          <p:nvPr>
            <p:extLst>
              <p:ext uri="{D42A27DB-BD31-4B8C-83A1-F6EECF244321}">
                <p14:modId xmlns:p14="http://schemas.microsoft.com/office/powerpoint/2010/main" val="2138587080"/>
              </p:ext>
            </p:extLst>
          </p:nvPr>
        </p:nvGraphicFramePr>
        <p:xfrm>
          <a:off x="719001" y="3191545"/>
          <a:ext cx="7699374" cy="1219200"/>
        </p:xfrm>
        <a:graphic>
          <a:graphicData uri="http://schemas.openxmlformats.org/drawingml/2006/table">
            <a:tbl>
              <a:tblPr/>
              <a:tblGrid>
                <a:gridCol w="3849687">
                  <a:extLst>
                    <a:ext uri="{9D8B030D-6E8A-4147-A177-3AD203B41FA5}">
                      <a16:colId xmlns:a16="http://schemas.microsoft.com/office/drawing/2014/main" val="2937477907"/>
                    </a:ext>
                  </a:extLst>
                </a:gridCol>
                <a:gridCol w="3849687">
                  <a:extLst>
                    <a:ext uri="{9D8B030D-6E8A-4147-A177-3AD203B41FA5}">
                      <a16:colId xmlns:a16="http://schemas.microsoft.com/office/drawing/2014/main" val="1862754283"/>
                    </a:ext>
                  </a:extLst>
                </a:gridCol>
              </a:tblGrid>
              <a:tr h="304800">
                <a:tc>
                  <a:txBody>
                    <a:bodyPr/>
                    <a:lstStyle/>
                    <a:p>
                      <a:r>
                        <a:rPr lang="en-US" sz="1400" dirty="0"/>
                        <a:t>Technique</a:t>
                      </a:r>
                    </a:p>
                  </a:txBody>
                  <a:tcPr anchor="ctr">
                    <a:lnL>
                      <a:noFill/>
                    </a:lnL>
                    <a:lnR>
                      <a:noFill/>
                    </a:lnR>
                    <a:lnT>
                      <a:noFill/>
                    </a:lnT>
                    <a:lnB>
                      <a:noFill/>
                    </a:lnB>
                  </a:tcPr>
                </a:tc>
                <a:tc>
                  <a:txBody>
                    <a:bodyPr/>
                    <a:lstStyle/>
                    <a:p>
                      <a:r>
                        <a:rPr lang="en-US" sz="1400"/>
                        <a:t>Description</a:t>
                      </a:r>
                    </a:p>
                  </a:txBody>
                  <a:tcPr anchor="ctr">
                    <a:lnL>
                      <a:noFill/>
                    </a:lnL>
                    <a:lnR>
                      <a:noFill/>
                    </a:lnR>
                    <a:lnT>
                      <a:noFill/>
                    </a:lnT>
                    <a:lnB>
                      <a:noFill/>
                    </a:lnB>
                  </a:tcPr>
                </a:tc>
                <a:extLst>
                  <a:ext uri="{0D108BD9-81ED-4DB2-BD59-A6C34878D82A}">
                    <a16:rowId xmlns:a16="http://schemas.microsoft.com/office/drawing/2014/main" val="789501315"/>
                  </a:ext>
                </a:extLst>
              </a:tr>
              <a:tr h="304800">
                <a:tc>
                  <a:txBody>
                    <a:bodyPr/>
                    <a:lstStyle/>
                    <a:p>
                      <a:r>
                        <a:rPr lang="en-US" sz="1400" b="1" dirty="0"/>
                        <a:t>Reviews / Inspections</a:t>
                      </a:r>
                      <a:endParaRPr lang="en-US" sz="1400" dirty="0"/>
                    </a:p>
                  </a:txBody>
                  <a:tcPr anchor="ctr">
                    <a:lnL>
                      <a:noFill/>
                    </a:lnL>
                    <a:lnR>
                      <a:noFill/>
                    </a:lnR>
                    <a:lnT>
                      <a:noFill/>
                    </a:lnT>
                    <a:lnB>
                      <a:noFill/>
                    </a:lnB>
                  </a:tcPr>
                </a:tc>
                <a:tc>
                  <a:txBody>
                    <a:bodyPr/>
                    <a:lstStyle/>
                    <a:p>
                      <a:r>
                        <a:rPr lang="en-US" sz="1400" dirty="0"/>
                        <a:t>Walkthroughs by team members</a:t>
                      </a:r>
                    </a:p>
                  </a:txBody>
                  <a:tcPr anchor="ctr">
                    <a:lnL>
                      <a:noFill/>
                    </a:lnL>
                    <a:lnR>
                      <a:noFill/>
                    </a:lnR>
                    <a:lnT>
                      <a:noFill/>
                    </a:lnT>
                    <a:lnB>
                      <a:noFill/>
                    </a:lnB>
                  </a:tcPr>
                </a:tc>
                <a:extLst>
                  <a:ext uri="{0D108BD9-81ED-4DB2-BD59-A6C34878D82A}">
                    <a16:rowId xmlns:a16="http://schemas.microsoft.com/office/drawing/2014/main" val="1829142171"/>
                  </a:ext>
                </a:extLst>
              </a:tr>
              <a:tr h="304800">
                <a:tc>
                  <a:txBody>
                    <a:bodyPr/>
                    <a:lstStyle/>
                    <a:p>
                      <a:r>
                        <a:rPr lang="en-US" sz="1400" b="1"/>
                        <a:t>Prototyping</a:t>
                      </a:r>
                      <a:endParaRPr lang="en-US" sz="1400"/>
                    </a:p>
                  </a:txBody>
                  <a:tcPr anchor="ctr">
                    <a:lnL>
                      <a:noFill/>
                    </a:lnL>
                    <a:lnR>
                      <a:noFill/>
                    </a:lnR>
                    <a:lnT>
                      <a:noFill/>
                    </a:lnT>
                    <a:lnB>
                      <a:noFill/>
                    </a:lnB>
                  </a:tcPr>
                </a:tc>
                <a:tc>
                  <a:txBody>
                    <a:bodyPr/>
                    <a:lstStyle/>
                    <a:p>
                      <a:r>
                        <a:rPr lang="en-US" sz="1400" dirty="0"/>
                        <a:t>Verify with user feedback</a:t>
                      </a:r>
                    </a:p>
                  </a:txBody>
                  <a:tcPr anchor="ctr">
                    <a:lnL>
                      <a:noFill/>
                    </a:lnL>
                    <a:lnR>
                      <a:noFill/>
                    </a:lnR>
                    <a:lnT>
                      <a:noFill/>
                    </a:lnT>
                    <a:lnB>
                      <a:noFill/>
                    </a:lnB>
                  </a:tcPr>
                </a:tc>
                <a:extLst>
                  <a:ext uri="{0D108BD9-81ED-4DB2-BD59-A6C34878D82A}">
                    <a16:rowId xmlns:a16="http://schemas.microsoft.com/office/drawing/2014/main" val="3166683748"/>
                  </a:ext>
                </a:extLst>
              </a:tr>
              <a:tr h="304800">
                <a:tc>
                  <a:txBody>
                    <a:bodyPr/>
                    <a:lstStyle/>
                    <a:p>
                      <a:r>
                        <a:rPr lang="en-US" sz="1400" b="1" dirty="0"/>
                        <a:t>Test-case generation</a:t>
                      </a:r>
                      <a:endParaRPr lang="en-US" sz="1400" dirty="0"/>
                    </a:p>
                  </a:txBody>
                  <a:tcPr anchor="ctr">
                    <a:lnL>
                      <a:noFill/>
                    </a:lnL>
                    <a:lnR>
                      <a:noFill/>
                    </a:lnR>
                    <a:lnT>
                      <a:noFill/>
                    </a:lnT>
                    <a:lnB>
                      <a:noFill/>
                    </a:lnB>
                  </a:tcPr>
                </a:tc>
                <a:tc>
                  <a:txBody>
                    <a:bodyPr/>
                    <a:lstStyle/>
                    <a:p>
                      <a:r>
                        <a:rPr lang="en-US" sz="1400" dirty="0"/>
                        <a:t>Check testability of each requirement</a:t>
                      </a:r>
                    </a:p>
                  </a:txBody>
                  <a:tcPr anchor="ctr">
                    <a:lnL>
                      <a:noFill/>
                    </a:lnL>
                    <a:lnR>
                      <a:noFill/>
                    </a:lnR>
                    <a:lnT>
                      <a:noFill/>
                    </a:lnT>
                    <a:lnB>
                      <a:noFill/>
                    </a:lnB>
                  </a:tcPr>
                </a:tc>
                <a:extLst>
                  <a:ext uri="{0D108BD9-81ED-4DB2-BD59-A6C34878D82A}">
                    <a16:rowId xmlns:a16="http://schemas.microsoft.com/office/drawing/2014/main" val="2862765580"/>
                  </a:ext>
                </a:extLst>
              </a:tr>
            </a:tbl>
          </a:graphicData>
        </a:graphic>
      </p:graphicFrame>
      <p:sp>
        <p:nvSpPr>
          <p:cNvPr id="12" name="TextBox 11">
            <a:extLst>
              <a:ext uri="{FF2B5EF4-FFF2-40B4-BE49-F238E27FC236}">
                <a16:creationId xmlns:a16="http://schemas.microsoft.com/office/drawing/2014/main" id="{5568A8F1-5827-4D31-BAA8-9A5127099DC9}"/>
              </a:ext>
            </a:extLst>
          </p:cNvPr>
          <p:cNvSpPr txBox="1"/>
          <p:nvPr/>
        </p:nvSpPr>
        <p:spPr>
          <a:xfrm>
            <a:off x="719001" y="2921774"/>
            <a:ext cx="2219732" cy="307777"/>
          </a:xfrm>
          <a:prstGeom prst="rect">
            <a:avLst/>
          </a:prstGeom>
          <a:noFill/>
        </p:spPr>
        <p:txBody>
          <a:bodyPr wrap="square">
            <a:spAutoFit/>
          </a:bodyPr>
          <a:lstStyle/>
          <a:p>
            <a:r>
              <a:rPr lang="en-US" b="1" dirty="0">
                <a:solidFill>
                  <a:schemeClr val="tx2">
                    <a:lumMod val="50000"/>
                  </a:schemeClr>
                </a:solidFill>
                <a:latin typeface="Open Sans" panose="020B0606030504020204" pitchFamily="34" charset="0"/>
                <a:ea typeface="Open Sans" panose="020B0606030504020204" pitchFamily="34" charset="0"/>
                <a:cs typeface="Open Sans" panose="020B0606030504020204" pitchFamily="34" charset="0"/>
              </a:rPr>
              <a:t>Validation Techniques:</a:t>
            </a:r>
          </a:p>
        </p:txBody>
      </p:sp>
      <p:sp>
        <p:nvSpPr>
          <p:cNvPr id="14" name="TextBox 13">
            <a:extLst>
              <a:ext uri="{FF2B5EF4-FFF2-40B4-BE49-F238E27FC236}">
                <a16:creationId xmlns:a16="http://schemas.microsoft.com/office/drawing/2014/main" id="{01DC07C7-74B5-4987-8E6C-A09BC107E0F4}"/>
              </a:ext>
            </a:extLst>
          </p:cNvPr>
          <p:cNvSpPr txBox="1"/>
          <p:nvPr/>
        </p:nvSpPr>
        <p:spPr>
          <a:xfrm>
            <a:off x="5016265" y="1764525"/>
            <a:ext cx="3849687" cy="646331"/>
          </a:xfrm>
          <a:prstGeom prst="rect">
            <a:avLst/>
          </a:prstGeom>
          <a:noFill/>
        </p:spPr>
        <p:txBody>
          <a:bodyPr wrap="square">
            <a:spAutoFit/>
          </a:bodyPr>
          <a:lstStyle/>
          <a:p>
            <a:r>
              <a:rPr lang="en-US" sz="1200" dirty="0">
                <a:latin typeface="Open Sans" panose="020B0606030504020204" pitchFamily="34" charset="0"/>
                <a:ea typeface="Open Sans" panose="020B0606030504020204" pitchFamily="34" charset="0"/>
                <a:cs typeface="Open Sans" panose="020B0606030504020204" pitchFamily="34" charset="0"/>
              </a:rPr>
              <a:t>🎯 </a:t>
            </a:r>
            <a:r>
              <a:rPr lang="en-US" sz="1200" b="1" dirty="0">
                <a:latin typeface="Open Sans" panose="020B0606030504020204" pitchFamily="34" charset="0"/>
                <a:ea typeface="Open Sans" panose="020B0606030504020204" pitchFamily="34" charset="0"/>
                <a:cs typeface="Open Sans" panose="020B0606030504020204" pitchFamily="34" charset="0"/>
              </a:rPr>
              <a:t>Practical Tip:</a:t>
            </a:r>
            <a:br>
              <a:rPr lang="en-US" sz="1200" dirty="0">
                <a:latin typeface="Open Sans" panose="020B0606030504020204" pitchFamily="34" charset="0"/>
                <a:ea typeface="Open Sans" panose="020B0606030504020204" pitchFamily="34" charset="0"/>
                <a:cs typeface="Open Sans" panose="020B0606030504020204" pitchFamily="34" charset="0"/>
              </a:rPr>
            </a:br>
            <a:r>
              <a:rPr lang="en-US" sz="1200" dirty="0">
                <a:latin typeface="Open Sans" panose="020B0606030504020204" pitchFamily="34" charset="0"/>
                <a:ea typeface="Open Sans" panose="020B0606030504020204" pitchFamily="34" charset="0"/>
                <a:cs typeface="Open Sans" panose="020B0606030504020204" pitchFamily="34" charset="0"/>
              </a:rPr>
              <a:t>Ask the client to sign off or confirm requirements after validation to prevent later misunderstandings.</a:t>
            </a:r>
          </a:p>
        </p:txBody>
      </p:sp>
    </p:spTree>
    <p:extLst>
      <p:ext uri="{BB962C8B-B14F-4D97-AF65-F5344CB8AC3E}">
        <p14:creationId xmlns:p14="http://schemas.microsoft.com/office/powerpoint/2010/main" val="363816004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001"/>
        <p:cNvGrpSpPr/>
        <p:nvPr/>
      </p:nvGrpSpPr>
      <p:grpSpPr>
        <a:xfrm>
          <a:off x="0" y="0"/>
          <a:ext cx="0" cy="0"/>
          <a:chOff x="0" y="0"/>
          <a:chExt cx="0" cy="0"/>
        </a:xfrm>
      </p:grpSpPr>
      <p:sp>
        <p:nvSpPr>
          <p:cNvPr id="1002" name="Google Shape;1002;p36"/>
          <p:cNvSpPr txBox="1">
            <a:spLocks noGrp="1"/>
          </p:cNvSpPr>
          <p:nvPr>
            <p:ph type="title"/>
          </p:nvPr>
        </p:nvSpPr>
        <p:spPr>
          <a:xfrm>
            <a:off x="1393455" y="2273350"/>
            <a:ext cx="6456575" cy="596799"/>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US" sz="2000" dirty="0"/>
              <a:t>“If you get the requirements wrong, everything that follows will be wrong too.” — Steve McConnell</a:t>
            </a:r>
            <a:endParaRPr sz="2000" dirty="0"/>
          </a:p>
        </p:txBody>
      </p:sp>
      <p:grpSp>
        <p:nvGrpSpPr>
          <p:cNvPr id="1004" name="Google Shape;1004;p36"/>
          <p:cNvGrpSpPr/>
          <p:nvPr/>
        </p:nvGrpSpPr>
        <p:grpSpPr>
          <a:xfrm>
            <a:off x="6674916" y="4059932"/>
            <a:ext cx="821098" cy="821018"/>
            <a:chOff x="276382" y="1174752"/>
            <a:chExt cx="895027" cy="894940"/>
          </a:xfrm>
        </p:grpSpPr>
        <p:grpSp>
          <p:nvGrpSpPr>
            <p:cNvPr id="1005" name="Google Shape;1005;p36"/>
            <p:cNvGrpSpPr/>
            <p:nvPr/>
          </p:nvGrpSpPr>
          <p:grpSpPr>
            <a:xfrm>
              <a:off x="276382" y="1174752"/>
              <a:ext cx="895027" cy="894940"/>
              <a:chOff x="2861096" y="3889198"/>
              <a:chExt cx="397772" cy="397716"/>
            </a:xfrm>
          </p:grpSpPr>
          <p:sp>
            <p:nvSpPr>
              <p:cNvPr id="1006" name="Google Shape;1006;p36"/>
              <p:cNvSpPr/>
              <p:nvPr/>
            </p:nvSpPr>
            <p:spPr>
              <a:xfrm>
                <a:off x="2861096" y="3889198"/>
                <a:ext cx="397772" cy="397716"/>
              </a:xfrm>
              <a:custGeom>
                <a:avLst/>
                <a:gdLst/>
                <a:ahLst/>
                <a:cxnLst/>
                <a:rect l="l" t="t" r="r" b="b"/>
                <a:pathLst>
                  <a:path w="7080" h="7079" extrusionOk="0">
                    <a:moveTo>
                      <a:pt x="3545" y="0"/>
                    </a:moveTo>
                    <a:cubicBezTo>
                      <a:pt x="1588" y="0"/>
                      <a:pt x="1" y="1588"/>
                      <a:pt x="1" y="3535"/>
                    </a:cubicBezTo>
                    <a:cubicBezTo>
                      <a:pt x="1" y="5491"/>
                      <a:pt x="1588" y="7079"/>
                      <a:pt x="3545" y="7079"/>
                    </a:cubicBezTo>
                    <a:cubicBezTo>
                      <a:pt x="5501" y="7079"/>
                      <a:pt x="7079" y="5491"/>
                      <a:pt x="7079" y="3535"/>
                    </a:cubicBezTo>
                    <a:cubicBezTo>
                      <a:pt x="7079" y="1588"/>
                      <a:pt x="5501" y="0"/>
                      <a:pt x="3545" y="0"/>
                    </a:cubicBezTo>
                    <a:close/>
                  </a:path>
                </a:pathLst>
              </a:custGeom>
              <a:solidFill>
                <a:schemeClr val="accent3"/>
              </a:solidFill>
              <a:ln w="9525" cap="flat" cmpd="sng">
                <a:solidFill>
                  <a:schemeClr val="dk1"/>
                </a:solidFill>
                <a:prstDash val="solid"/>
                <a:miter lim="945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7" name="Google Shape;1007;p36"/>
              <p:cNvSpPr/>
              <p:nvPr/>
            </p:nvSpPr>
            <p:spPr>
              <a:xfrm>
                <a:off x="2907821" y="3931467"/>
                <a:ext cx="304332" cy="313132"/>
              </a:xfrm>
              <a:custGeom>
                <a:avLst/>
                <a:gdLst/>
                <a:ahLst/>
                <a:cxnLst/>
                <a:rect l="l" t="t" r="r" b="b"/>
                <a:pathLst>
                  <a:path w="4282" h="4282" extrusionOk="0">
                    <a:moveTo>
                      <a:pt x="2146" y="1"/>
                    </a:moveTo>
                    <a:cubicBezTo>
                      <a:pt x="964" y="1"/>
                      <a:pt x="0" y="955"/>
                      <a:pt x="0" y="2137"/>
                    </a:cubicBezTo>
                    <a:cubicBezTo>
                      <a:pt x="0" y="3327"/>
                      <a:pt x="964" y="4282"/>
                      <a:pt x="2146" y="4282"/>
                    </a:cubicBezTo>
                    <a:cubicBezTo>
                      <a:pt x="3327" y="4282"/>
                      <a:pt x="4281" y="3327"/>
                      <a:pt x="4281" y="2137"/>
                    </a:cubicBezTo>
                    <a:cubicBezTo>
                      <a:pt x="4281" y="955"/>
                      <a:pt x="3327" y="1"/>
                      <a:pt x="2146" y="1"/>
                    </a:cubicBezTo>
                    <a:close/>
                  </a:path>
                </a:pathLst>
              </a:custGeom>
              <a:solidFill>
                <a:schemeClr val="accent1"/>
              </a:solidFill>
              <a:ln w="9525" cap="flat" cmpd="sng">
                <a:solidFill>
                  <a:schemeClr val="dk1"/>
                </a:solidFill>
                <a:prstDash val="solid"/>
                <a:miter lim="945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08" name="Google Shape;1008;p36"/>
            <p:cNvSpPr/>
            <p:nvPr/>
          </p:nvSpPr>
          <p:spPr>
            <a:xfrm>
              <a:off x="698100" y="1366625"/>
              <a:ext cx="195250" cy="467375"/>
            </a:xfrm>
            <a:custGeom>
              <a:avLst/>
              <a:gdLst/>
              <a:ahLst/>
              <a:cxnLst/>
              <a:rect l="l" t="t" r="r" b="b"/>
              <a:pathLst>
                <a:path w="7810" h="18695" extrusionOk="0">
                  <a:moveTo>
                    <a:pt x="5916" y="0"/>
                  </a:moveTo>
                  <a:lnTo>
                    <a:pt x="0" y="9939"/>
                  </a:lnTo>
                  <a:lnTo>
                    <a:pt x="7810" y="18695"/>
                  </a:lnTo>
                </a:path>
              </a:pathLst>
            </a:custGeom>
            <a:noFill/>
            <a:ln w="9525" cap="flat" cmpd="sng">
              <a:solidFill>
                <a:schemeClr val="dk1"/>
              </a:solidFill>
              <a:prstDash val="solid"/>
              <a:round/>
              <a:headEnd type="none" w="med" len="med"/>
              <a:tailEnd type="none" w="med" len="med"/>
            </a:ln>
          </p:spPr>
        </p:sp>
      </p:grpSp>
      <p:grpSp>
        <p:nvGrpSpPr>
          <p:cNvPr id="1009" name="Google Shape;1009;p36"/>
          <p:cNvGrpSpPr/>
          <p:nvPr/>
        </p:nvGrpSpPr>
        <p:grpSpPr>
          <a:xfrm rot="-507535">
            <a:off x="1091350" y="139897"/>
            <a:ext cx="519443" cy="799194"/>
            <a:chOff x="3334313" y="1341356"/>
            <a:chExt cx="798434" cy="1228438"/>
          </a:xfrm>
        </p:grpSpPr>
        <p:sp>
          <p:nvSpPr>
            <p:cNvPr id="1010" name="Google Shape;1010;p36"/>
            <p:cNvSpPr/>
            <p:nvPr/>
          </p:nvSpPr>
          <p:spPr>
            <a:xfrm>
              <a:off x="3334313" y="1341356"/>
              <a:ext cx="798434" cy="999971"/>
            </a:xfrm>
            <a:custGeom>
              <a:avLst/>
              <a:gdLst/>
              <a:ahLst/>
              <a:cxnLst/>
              <a:rect l="l" t="t" r="r" b="b"/>
              <a:pathLst>
                <a:path w="16152" h="20228" extrusionOk="0">
                  <a:moveTo>
                    <a:pt x="8144" y="1"/>
                  </a:moveTo>
                  <a:cubicBezTo>
                    <a:pt x="8069" y="1"/>
                    <a:pt x="7995" y="2"/>
                    <a:pt x="7920" y="4"/>
                  </a:cubicBezTo>
                  <a:cubicBezTo>
                    <a:pt x="3791" y="117"/>
                    <a:pt x="379" y="3444"/>
                    <a:pt x="152" y="7564"/>
                  </a:cubicBezTo>
                  <a:cubicBezTo>
                    <a:pt x="1" y="10305"/>
                    <a:pt x="1239" y="12762"/>
                    <a:pt x="3214" y="14312"/>
                  </a:cubicBezTo>
                  <a:cubicBezTo>
                    <a:pt x="3791" y="14765"/>
                    <a:pt x="4291" y="15323"/>
                    <a:pt x="4641" y="15966"/>
                  </a:cubicBezTo>
                  <a:cubicBezTo>
                    <a:pt x="4991" y="16589"/>
                    <a:pt x="5274" y="17393"/>
                    <a:pt x="5340" y="18357"/>
                  </a:cubicBezTo>
                  <a:lnTo>
                    <a:pt x="5340" y="20228"/>
                  </a:lnTo>
                  <a:lnTo>
                    <a:pt x="10945" y="20228"/>
                  </a:lnTo>
                  <a:lnTo>
                    <a:pt x="10954" y="18347"/>
                  </a:lnTo>
                  <a:cubicBezTo>
                    <a:pt x="11020" y="17383"/>
                    <a:pt x="11304" y="16599"/>
                    <a:pt x="11644" y="15966"/>
                  </a:cubicBezTo>
                  <a:cubicBezTo>
                    <a:pt x="12003" y="15314"/>
                    <a:pt x="12513" y="14756"/>
                    <a:pt x="13099" y="14293"/>
                  </a:cubicBezTo>
                  <a:cubicBezTo>
                    <a:pt x="14961" y="12828"/>
                    <a:pt x="16152" y="10560"/>
                    <a:pt x="16152" y="8008"/>
                  </a:cubicBezTo>
                  <a:cubicBezTo>
                    <a:pt x="16152" y="3584"/>
                    <a:pt x="12568" y="1"/>
                    <a:pt x="8144" y="1"/>
                  </a:cubicBezTo>
                  <a:close/>
                </a:path>
              </a:pathLst>
            </a:custGeom>
            <a:solidFill>
              <a:schemeClr val="dk2"/>
            </a:solidFill>
            <a:ln w="9525" cap="flat" cmpd="sng">
              <a:solidFill>
                <a:schemeClr val="dk1"/>
              </a:solidFill>
              <a:prstDash val="solid"/>
              <a:miter lim="945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1" name="Google Shape;1011;p36"/>
            <p:cNvSpPr/>
            <p:nvPr/>
          </p:nvSpPr>
          <p:spPr>
            <a:xfrm>
              <a:off x="3625368" y="2491686"/>
              <a:ext cx="222891" cy="78107"/>
            </a:xfrm>
            <a:custGeom>
              <a:avLst/>
              <a:gdLst/>
              <a:ahLst/>
              <a:cxnLst/>
              <a:rect l="l" t="t" r="r" b="b"/>
              <a:pathLst>
                <a:path w="4509" h="1580" extrusionOk="0">
                  <a:moveTo>
                    <a:pt x="1" y="1"/>
                  </a:moveTo>
                  <a:lnTo>
                    <a:pt x="1" y="1579"/>
                  </a:lnTo>
                  <a:lnTo>
                    <a:pt x="4509" y="1579"/>
                  </a:lnTo>
                  <a:lnTo>
                    <a:pt x="4509" y="1"/>
                  </a:lnTo>
                  <a:close/>
                </a:path>
              </a:pathLst>
            </a:custGeom>
            <a:solidFill>
              <a:schemeClr val="accent1"/>
            </a:solidFill>
            <a:ln w="9525" cap="flat" cmpd="sng">
              <a:solidFill>
                <a:schemeClr val="dk1"/>
              </a:solidFill>
              <a:prstDash val="solid"/>
              <a:miter lim="945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2" name="Google Shape;1012;p36"/>
            <p:cNvSpPr/>
            <p:nvPr/>
          </p:nvSpPr>
          <p:spPr>
            <a:xfrm>
              <a:off x="3560415" y="2332410"/>
              <a:ext cx="353245" cy="177126"/>
            </a:xfrm>
            <a:custGeom>
              <a:avLst/>
              <a:gdLst/>
              <a:ahLst/>
              <a:cxnLst/>
              <a:rect l="l" t="t" r="r" b="b"/>
              <a:pathLst>
                <a:path w="7146" h="3583" extrusionOk="0">
                  <a:moveTo>
                    <a:pt x="1" y="0"/>
                  </a:moveTo>
                  <a:lnTo>
                    <a:pt x="1" y="3582"/>
                  </a:lnTo>
                  <a:lnTo>
                    <a:pt x="7146" y="3582"/>
                  </a:lnTo>
                  <a:lnTo>
                    <a:pt x="7146" y="0"/>
                  </a:lnTo>
                  <a:close/>
                </a:path>
              </a:pathLst>
            </a:custGeom>
            <a:solidFill>
              <a:schemeClr val="accent3"/>
            </a:solidFill>
            <a:ln w="9525" cap="flat" cmpd="sng">
              <a:solidFill>
                <a:schemeClr val="dk1"/>
              </a:solidFill>
              <a:prstDash val="solid"/>
              <a:miter lim="945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3" name="Google Shape;1013;p36"/>
            <p:cNvSpPr/>
            <p:nvPr/>
          </p:nvSpPr>
          <p:spPr>
            <a:xfrm>
              <a:off x="3546425" y="2360884"/>
              <a:ext cx="381273" cy="27634"/>
            </a:xfrm>
            <a:custGeom>
              <a:avLst/>
              <a:gdLst/>
              <a:ahLst/>
              <a:cxnLst/>
              <a:rect l="l" t="t" r="r" b="b"/>
              <a:pathLst>
                <a:path w="7713" h="559" extrusionOk="0">
                  <a:moveTo>
                    <a:pt x="0" y="1"/>
                  </a:moveTo>
                  <a:lnTo>
                    <a:pt x="0" y="558"/>
                  </a:lnTo>
                  <a:lnTo>
                    <a:pt x="7712" y="558"/>
                  </a:lnTo>
                  <a:lnTo>
                    <a:pt x="771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4" name="Google Shape;1014;p36"/>
            <p:cNvSpPr/>
            <p:nvPr/>
          </p:nvSpPr>
          <p:spPr>
            <a:xfrm>
              <a:off x="3546425" y="2407154"/>
              <a:ext cx="381273" cy="27585"/>
            </a:xfrm>
            <a:custGeom>
              <a:avLst/>
              <a:gdLst/>
              <a:ahLst/>
              <a:cxnLst/>
              <a:rect l="l" t="t" r="r" b="b"/>
              <a:pathLst>
                <a:path w="7713" h="558" extrusionOk="0">
                  <a:moveTo>
                    <a:pt x="0" y="0"/>
                  </a:moveTo>
                  <a:lnTo>
                    <a:pt x="0" y="558"/>
                  </a:lnTo>
                  <a:lnTo>
                    <a:pt x="7712" y="558"/>
                  </a:lnTo>
                  <a:lnTo>
                    <a:pt x="771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5" name="Google Shape;1015;p36"/>
            <p:cNvSpPr/>
            <p:nvPr/>
          </p:nvSpPr>
          <p:spPr>
            <a:xfrm>
              <a:off x="3546425" y="2453424"/>
              <a:ext cx="381273" cy="27585"/>
            </a:xfrm>
            <a:custGeom>
              <a:avLst/>
              <a:gdLst/>
              <a:ahLst/>
              <a:cxnLst/>
              <a:rect l="l" t="t" r="r" b="b"/>
              <a:pathLst>
                <a:path w="7713" h="558" extrusionOk="0">
                  <a:moveTo>
                    <a:pt x="0" y="0"/>
                  </a:moveTo>
                  <a:lnTo>
                    <a:pt x="0" y="558"/>
                  </a:lnTo>
                  <a:lnTo>
                    <a:pt x="7712" y="558"/>
                  </a:lnTo>
                  <a:lnTo>
                    <a:pt x="771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6" name="Google Shape;1016;p36"/>
            <p:cNvSpPr/>
            <p:nvPr/>
          </p:nvSpPr>
          <p:spPr>
            <a:xfrm>
              <a:off x="3502530" y="1574141"/>
              <a:ext cx="488195" cy="377090"/>
            </a:xfrm>
            <a:custGeom>
              <a:avLst/>
              <a:gdLst/>
              <a:ahLst/>
              <a:cxnLst/>
              <a:rect l="l" t="t" r="r" b="b"/>
              <a:pathLst>
                <a:path w="9876" h="7628" fill="none" extrusionOk="0">
                  <a:moveTo>
                    <a:pt x="0" y="5435"/>
                  </a:moveTo>
                  <a:lnTo>
                    <a:pt x="1777" y="29"/>
                  </a:lnTo>
                  <a:lnTo>
                    <a:pt x="2826" y="7628"/>
                  </a:lnTo>
                  <a:lnTo>
                    <a:pt x="4801" y="1"/>
                  </a:lnTo>
                  <a:lnTo>
                    <a:pt x="6578" y="6333"/>
                  </a:lnTo>
                  <a:lnTo>
                    <a:pt x="8288" y="332"/>
                  </a:lnTo>
                  <a:lnTo>
                    <a:pt x="9876" y="5227"/>
                  </a:lnTo>
                </a:path>
              </a:pathLst>
            </a:custGeom>
            <a:solidFill>
              <a:schemeClr val="dk2"/>
            </a:solidFill>
            <a:ln w="9525" cap="flat" cmpd="sng">
              <a:solidFill>
                <a:schemeClr val="dk1"/>
              </a:solidFill>
              <a:prstDash val="solid"/>
              <a:miter lim="945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357994516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703"/>
        <p:cNvGrpSpPr/>
        <p:nvPr/>
      </p:nvGrpSpPr>
      <p:grpSpPr>
        <a:xfrm>
          <a:off x="0" y="0"/>
          <a:ext cx="0" cy="0"/>
          <a:chOff x="0" y="0"/>
          <a:chExt cx="0" cy="0"/>
        </a:xfrm>
      </p:grpSpPr>
      <p:sp>
        <p:nvSpPr>
          <p:cNvPr id="704" name="Google Shape;704;p32"/>
          <p:cNvSpPr txBox="1">
            <a:spLocks noGrp="1"/>
          </p:cNvSpPr>
          <p:nvPr>
            <p:ph type="title"/>
          </p:nvPr>
        </p:nvSpPr>
        <p:spPr>
          <a:xfrm>
            <a:off x="722375" y="539500"/>
            <a:ext cx="8002194" cy="491778"/>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2200" dirty="0">
                <a:latin typeface="Open Sans" panose="020B0606030504020204" pitchFamily="34" charset="0"/>
                <a:ea typeface="Open Sans" panose="020B0606030504020204" pitchFamily="34" charset="0"/>
                <a:cs typeface="Open Sans" panose="020B0606030504020204" pitchFamily="34" charset="0"/>
              </a:rPr>
              <a:t> 4. Recognizing Requirements Tools (Industry Practice)</a:t>
            </a:r>
          </a:p>
        </p:txBody>
      </p:sp>
      <p:sp>
        <p:nvSpPr>
          <p:cNvPr id="12" name="TextBox 11">
            <a:extLst>
              <a:ext uri="{FF2B5EF4-FFF2-40B4-BE49-F238E27FC236}">
                <a16:creationId xmlns:a16="http://schemas.microsoft.com/office/drawing/2014/main" id="{8AFC8CB7-29EF-42AD-A9DB-4E54A020CCEE}"/>
              </a:ext>
            </a:extLst>
          </p:cNvPr>
          <p:cNvSpPr txBox="1"/>
          <p:nvPr/>
        </p:nvSpPr>
        <p:spPr>
          <a:xfrm>
            <a:off x="722375" y="1167988"/>
            <a:ext cx="7842577" cy="1323439"/>
          </a:xfrm>
          <a:prstGeom prst="rect">
            <a:avLst/>
          </a:prstGeom>
          <a:noFill/>
        </p:spPr>
        <p:txBody>
          <a:bodyPr wrap="square">
            <a:spAutoFit/>
          </a:bodyPr>
          <a:lstStyle/>
          <a:p>
            <a:r>
              <a:rPr lang="en-US" sz="1600" b="1" dirty="0">
                <a:latin typeface="Open Sans" panose="020B0606030504020204" pitchFamily="34" charset="0"/>
                <a:ea typeface="Open Sans" panose="020B0606030504020204" pitchFamily="34" charset="0"/>
                <a:cs typeface="Open Sans" panose="020B0606030504020204" pitchFamily="34" charset="0"/>
              </a:rPr>
              <a:t>A. Why Tools Are Used</a:t>
            </a:r>
          </a:p>
          <a:p>
            <a:pPr>
              <a:buFont typeface="Arial" panose="020B0604020202020204" pitchFamily="34" charset="0"/>
              <a:buChar char="•"/>
            </a:pPr>
            <a:r>
              <a:rPr lang="en-US" sz="1600" dirty="0">
                <a:latin typeface="Open Sans" panose="020B0606030504020204" pitchFamily="34" charset="0"/>
                <a:ea typeface="Open Sans" panose="020B0606030504020204" pitchFamily="34" charset="0"/>
                <a:cs typeface="Open Sans" panose="020B0606030504020204" pitchFamily="34" charset="0"/>
              </a:rPr>
              <a:t>Centralize all requirements in one place.</a:t>
            </a:r>
          </a:p>
          <a:p>
            <a:pPr>
              <a:buFont typeface="Arial" panose="020B0604020202020204" pitchFamily="34" charset="0"/>
              <a:buChar char="•"/>
            </a:pPr>
            <a:r>
              <a:rPr lang="en-US" sz="1600" dirty="0">
                <a:latin typeface="Open Sans" panose="020B0606030504020204" pitchFamily="34" charset="0"/>
                <a:ea typeface="Open Sans" panose="020B0606030504020204" pitchFamily="34" charset="0"/>
                <a:cs typeface="Open Sans" panose="020B0606030504020204" pitchFamily="34" charset="0"/>
              </a:rPr>
              <a:t>Track changes and priorities.</a:t>
            </a:r>
          </a:p>
          <a:p>
            <a:pPr>
              <a:buFont typeface="Arial" panose="020B0604020202020204" pitchFamily="34" charset="0"/>
              <a:buChar char="•"/>
            </a:pPr>
            <a:r>
              <a:rPr lang="en-US" sz="1600" dirty="0">
                <a:latin typeface="Open Sans" panose="020B0606030504020204" pitchFamily="34" charset="0"/>
                <a:ea typeface="Open Sans" panose="020B0606030504020204" pitchFamily="34" charset="0"/>
                <a:cs typeface="Open Sans" panose="020B0606030504020204" pitchFamily="34" charset="0"/>
              </a:rPr>
              <a:t>Connect requirements → tasks → testing → deployment.</a:t>
            </a:r>
          </a:p>
          <a:p>
            <a:pPr>
              <a:buFont typeface="Arial" panose="020B0604020202020204" pitchFamily="34" charset="0"/>
              <a:buChar char="•"/>
            </a:pPr>
            <a:r>
              <a:rPr lang="en-US" sz="1600" dirty="0">
                <a:latin typeface="Open Sans" panose="020B0606030504020204" pitchFamily="34" charset="0"/>
                <a:ea typeface="Open Sans" panose="020B0606030504020204" pitchFamily="34" charset="0"/>
                <a:cs typeface="Open Sans" panose="020B0606030504020204" pitchFamily="34" charset="0"/>
              </a:rPr>
              <a:t>Enable collaboration between developers, testers, and clients.</a:t>
            </a:r>
          </a:p>
        </p:txBody>
      </p:sp>
      <p:graphicFrame>
        <p:nvGraphicFramePr>
          <p:cNvPr id="9" name="Table 8">
            <a:extLst>
              <a:ext uri="{FF2B5EF4-FFF2-40B4-BE49-F238E27FC236}">
                <a16:creationId xmlns:a16="http://schemas.microsoft.com/office/drawing/2014/main" id="{DE411479-B890-4C91-9C07-6E31A819677F}"/>
              </a:ext>
            </a:extLst>
          </p:cNvPr>
          <p:cNvGraphicFramePr>
            <a:graphicFrameLocks noGrp="1"/>
          </p:cNvGraphicFramePr>
          <p:nvPr>
            <p:extLst>
              <p:ext uri="{D42A27DB-BD31-4B8C-83A1-F6EECF244321}">
                <p14:modId xmlns:p14="http://schemas.microsoft.com/office/powerpoint/2010/main" val="1562440074"/>
              </p:ext>
            </p:extLst>
          </p:nvPr>
        </p:nvGraphicFramePr>
        <p:xfrm>
          <a:off x="779648" y="2628138"/>
          <a:ext cx="7699374" cy="2103120"/>
        </p:xfrm>
        <a:graphic>
          <a:graphicData uri="http://schemas.openxmlformats.org/drawingml/2006/table">
            <a:tbl>
              <a:tblPr>
                <a:tableStyleId>{2D5ABB26-0587-4C30-8999-92F81FD0307C}</a:tableStyleId>
              </a:tblPr>
              <a:tblGrid>
                <a:gridCol w="2566458">
                  <a:extLst>
                    <a:ext uri="{9D8B030D-6E8A-4147-A177-3AD203B41FA5}">
                      <a16:colId xmlns:a16="http://schemas.microsoft.com/office/drawing/2014/main" val="1508744424"/>
                    </a:ext>
                  </a:extLst>
                </a:gridCol>
                <a:gridCol w="2566458">
                  <a:extLst>
                    <a:ext uri="{9D8B030D-6E8A-4147-A177-3AD203B41FA5}">
                      <a16:colId xmlns:a16="http://schemas.microsoft.com/office/drawing/2014/main" val="1712554225"/>
                    </a:ext>
                  </a:extLst>
                </a:gridCol>
                <a:gridCol w="2566458">
                  <a:extLst>
                    <a:ext uri="{9D8B030D-6E8A-4147-A177-3AD203B41FA5}">
                      <a16:colId xmlns:a16="http://schemas.microsoft.com/office/drawing/2014/main" val="2964170370"/>
                    </a:ext>
                  </a:extLst>
                </a:gridCol>
              </a:tblGrid>
              <a:tr h="0">
                <a:tc>
                  <a:txBody>
                    <a:bodyPr/>
                    <a:lstStyle/>
                    <a:p>
                      <a:r>
                        <a:rPr lang="en-US" sz="1200" dirty="0">
                          <a:latin typeface="Open Sans" panose="020B0606030504020204" pitchFamily="34" charset="0"/>
                          <a:ea typeface="Open Sans" panose="020B0606030504020204" pitchFamily="34" charset="0"/>
                          <a:cs typeface="Open Sans" panose="020B0606030504020204" pitchFamily="34" charset="0"/>
                        </a:rPr>
                        <a:t>Tool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a:latin typeface="Open Sans" panose="020B0606030504020204" pitchFamily="34" charset="0"/>
                          <a:ea typeface="Open Sans" panose="020B0606030504020204" pitchFamily="34" charset="0"/>
                          <a:cs typeface="Open Sans" panose="020B0606030504020204" pitchFamily="34" charset="0"/>
                        </a:rPr>
                        <a:t>Purpose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a:latin typeface="Open Sans" panose="020B0606030504020204" pitchFamily="34" charset="0"/>
                          <a:ea typeface="Open Sans" panose="020B0606030504020204" pitchFamily="34" charset="0"/>
                          <a:cs typeface="Open Sans" panose="020B0606030504020204" pitchFamily="34" charset="0"/>
                        </a:rPr>
                        <a:t>Key Features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48491794"/>
                  </a:ext>
                </a:extLst>
              </a:tr>
              <a:tr h="0">
                <a:tc>
                  <a:txBody>
                    <a:bodyPr/>
                    <a:lstStyle/>
                    <a:p>
                      <a:r>
                        <a:rPr lang="en-US" sz="1200" b="1" dirty="0">
                          <a:latin typeface="Open Sans" panose="020B0606030504020204" pitchFamily="34" charset="0"/>
                          <a:ea typeface="Open Sans" panose="020B0606030504020204" pitchFamily="34" charset="0"/>
                          <a:cs typeface="Open Sans" panose="020B0606030504020204" pitchFamily="34" charset="0"/>
                        </a:rPr>
                        <a:t>Jira (Atlassian)</a:t>
                      </a:r>
                      <a:endParaRPr lang="en-US" sz="1200" dirty="0">
                        <a:latin typeface="Open Sans" panose="020B0606030504020204" pitchFamily="34" charset="0"/>
                        <a:ea typeface="Open Sans" panose="020B0606030504020204" pitchFamily="34" charset="0"/>
                        <a:cs typeface="Open Sans" panose="020B0606030504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a:latin typeface="Open Sans" panose="020B0606030504020204" pitchFamily="34" charset="0"/>
                          <a:ea typeface="Open Sans" panose="020B0606030504020204" pitchFamily="34" charset="0"/>
                          <a:cs typeface="Open Sans" panose="020B0606030504020204" pitchFamily="34" charset="0"/>
                        </a:rPr>
                        <a:t>Enterprise-grade Agile/requirements tracking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a:latin typeface="Open Sans" panose="020B0606030504020204" pitchFamily="34" charset="0"/>
                          <a:ea typeface="Open Sans" panose="020B0606030504020204" pitchFamily="34" charset="0"/>
                          <a:cs typeface="Open Sans" panose="020B0606030504020204" pitchFamily="34" charset="0"/>
                        </a:rPr>
                        <a:t>Backlog, Epics, User Stories, Sprints, Workflow automation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84274634"/>
                  </a:ext>
                </a:extLst>
              </a:tr>
              <a:tr h="0">
                <a:tc>
                  <a:txBody>
                    <a:bodyPr/>
                    <a:lstStyle/>
                    <a:p>
                      <a:r>
                        <a:rPr lang="en-US" sz="1200" b="1" dirty="0">
                          <a:latin typeface="Open Sans" panose="020B0606030504020204" pitchFamily="34" charset="0"/>
                          <a:ea typeface="Open Sans" panose="020B0606030504020204" pitchFamily="34" charset="0"/>
                          <a:cs typeface="Open Sans" panose="020B0606030504020204" pitchFamily="34" charset="0"/>
                        </a:rPr>
                        <a:t>Trello</a:t>
                      </a:r>
                      <a:endParaRPr lang="en-US" sz="1200" dirty="0">
                        <a:latin typeface="Open Sans" panose="020B0606030504020204" pitchFamily="34" charset="0"/>
                        <a:ea typeface="Open Sans" panose="020B0606030504020204" pitchFamily="34" charset="0"/>
                        <a:cs typeface="Open Sans" panose="020B0606030504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a:latin typeface="Open Sans" panose="020B0606030504020204" pitchFamily="34" charset="0"/>
                          <a:ea typeface="Open Sans" panose="020B0606030504020204" pitchFamily="34" charset="0"/>
                          <a:cs typeface="Open Sans" panose="020B0606030504020204" pitchFamily="34" charset="0"/>
                        </a:rPr>
                        <a:t>Lightweight Kanban board for tasks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a:latin typeface="Open Sans" panose="020B0606030504020204" pitchFamily="34" charset="0"/>
                          <a:ea typeface="Open Sans" panose="020B0606030504020204" pitchFamily="34" charset="0"/>
                          <a:cs typeface="Open Sans" panose="020B0606030504020204" pitchFamily="34" charset="0"/>
                        </a:rPr>
                        <a:t>Simple drag-and-drop boards, checklists, labels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7577878"/>
                  </a:ext>
                </a:extLst>
              </a:tr>
              <a:tr h="0">
                <a:tc>
                  <a:txBody>
                    <a:bodyPr/>
                    <a:lstStyle/>
                    <a:p>
                      <a:r>
                        <a:rPr lang="en-US" sz="1200" b="1" dirty="0">
                          <a:latin typeface="Open Sans" panose="020B0606030504020204" pitchFamily="34" charset="0"/>
                          <a:ea typeface="Open Sans" panose="020B0606030504020204" pitchFamily="34" charset="0"/>
                          <a:cs typeface="Open Sans" panose="020B0606030504020204" pitchFamily="34" charset="0"/>
                        </a:rPr>
                        <a:t>Azure DevOps</a:t>
                      </a:r>
                      <a:endParaRPr lang="en-US" sz="1200" dirty="0">
                        <a:latin typeface="Open Sans" panose="020B0606030504020204" pitchFamily="34" charset="0"/>
                        <a:ea typeface="Open Sans" panose="020B0606030504020204" pitchFamily="34" charset="0"/>
                        <a:cs typeface="Open Sans" panose="020B0606030504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a:latin typeface="Open Sans" panose="020B0606030504020204" pitchFamily="34" charset="0"/>
                          <a:ea typeface="Open Sans" panose="020B0606030504020204" pitchFamily="34" charset="0"/>
                          <a:cs typeface="Open Sans" panose="020B0606030504020204" pitchFamily="34" charset="0"/>
                        </a:rPr>
                        <a:t>Requirements + Dev + Test + CI/CD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a:latin typeface="Open Sans" panose="020B0606030504020204" pitchFamily="34" charset="0"/>
                          <a:ea typeface="Open Sans" panose="020B0606030504020204" pitchFamily="34" charset="0"/>
                          <a:cs typeface="Open Sans" panose="020B0606030504020204" pitchFamily="34" charset="0"/>
                        </a:rPr>
                        <a:t>Requirements linked with code and testing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86620600"/>
                  </a:ext>
                </a:extLst>
              </a:tr>
              <a:tr h="0">
                <a:tc>
                  <a:txBody>
                    <a:bodyPr/>
                    <a:lstStyle/>
                    <a:p>
                      <a:r>
                        <a:rPr lang="en-US" sz="1200" b="1">
                          <a:latin typeface="Open Sans" panose="020B0606030504020204" pitchFamily="34" charset="0"/>
                          <a:ea typeface="Open Sans" panose="020B0606030504020204" pitchFamily="34" charset="0"/>
                          <a:cs typeface="Open Sans" panose="020B0606030504020204" pitchFamily="34" charset="0"/>
                        </a:rPr>
                        <a:t>Notion</a:t>
                      </a:r>
                      <a:endParaRPr lang="en-US" sz="1200">
                        <a:latin typeface="Open Sans" panose="020B0606030504020204" pitchFamily="34" charset="0"/>
                        <a:ea typeface="Open Sans" panose="020B0606030504020204" pitchFamily="34" charset="0"/>
                        <a:cs typeface="Open Sans" panose="020B0606030504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a:latin typeface="Open Sans" panose="020B0606030504020204" pitchFamily="34" charset="0"/>
                          <a:ea typeface="Open Sans" panose="020B0606030504020204" pitchFamily="34" charset="0"/>
                          <a:cs typeface="Open Sans" panose="020B0606030504020204" pitchFamily="34" charset="0"/>
                        </a:rPr>
                        <a:t>All-in-one workspace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a:latin typeface="Open Sans" panose="020B0606030504020204" pitchFamily="34" charset="0"/>
                          <a:ea typeface="Open Sans" panose="020B0606030504020204" pitchFamily="34" charset="0"/>
                          <a:cs typeface="Open Sans" panose="020B0606030504020204" pitchFamily="34" charset="0"/>
                        </a:rPr>
                        <a:t>Requirements pages, team docs, and database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7986263"/>
                  </a:ext>
                </a:extLst>
              </a:tr>
            </a:tbl>
          </a:graphicData>
        </a:graphic>
      </p:graphicFrame>
    </p:spTree>
    <p:extLst>
      <p:ext uri="{BB962C8B-B14F-4D97-AF65-F5344CB8AC3E}">
        <p14:creationId xmlns:p14="http://schemas.microsoft.com/office/powerpoint/2010/main" val="171564430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001"/>
        <p:cNvGrpSpPr/>
        <p:nvPr/>
      </p:nvGrpSpPr>
      <p:grpSpPr>
        <a:xfrm>
          <a:off x="0" y="0"/>
          <a:ext cx="0" cy="0"/>
          <a:chOff x="0" y="0"/>
          <a:chExt cx="0" cy="0"/>
        </a:xfrm>
      </p:grpSpPr>
      <p:sp>
        <p:nvSpPr>
          <p:cNvPr id="1002" name="Google Shape;1002;p36"/>
          <p:cNvSpPr txBox="1">
            <a:spLocks noGrp="1"/>
          </p:cNvSpPr>
          <p:nvPr>
            <p:ph type="title"/>
          </p:nvPr>
        </p:nvSpPr>
        <p:spPr>
          <a:xfrm>
            <a:off x="1192806" y="1957058"/>
            <a:ext cx="6456575" cy="983143"/>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US" sz="2000" dirty="0"/>
              <a:t>Case Study: Requirements Process Hotel Management Case Study </a:t>
            </a:r>
            <a:endParaRPr sz="2000" dirty="0"/>
          </a:p>
        </p:txBody>
      </p:sp>
      <p:grpSp>
        <p:nvGrpSpPr>
          <p:cNvPr id="1004" name="Google Shape;1004;p36"/>
          <p:cNvGrpSpPr/>
          <p:nvPr/>
        </p:nvGrpSpPr>
        <p:grpSpPr>
          <a:xfrm>
            <a:off x="6674916" y="4059932"/>
            <a:ext cx="821098" cy="821018"/>
            <a:chOff x="276382" y="1174752"/>
            <a:chExt cx="895027" cy="894940"/>
          </a:xfrm>
        </p:grpSpPr>
        <p:grpSp>
          <p:nvGrpSpPr>
            <p:cNvPr id="1005" name="Google Shape;1005;p36"/>
            <p:cNvGrpSpPr/>
            <p:nvPr/>
          </p:nvGrpSpPr>
          <p:grpSpPr>
            <a:xfrm>
              <a:off x="276382" y="1174752"/>
              <a:ext cx="895027" cy="894940"/>
              <a:chOff x="2861096" y="3889198"/>
              <a:chExt cx="397772" cy="397716"/>
            </a:xfrm>
          </p:grpSpPr>
          <p:sp>
            <p:nvSpPr>
              <p:cNvPr id="1006" name="Google Shape;1006;p36"/>
              <p:cNvSpPr/>
              <p:nvPr/>
            </p:nvSpPr>
            <p:spPr>
              <a:xfrm>
                <a:off x="2861096" y="3889198"/>
                <a:ext cx="397772" cy="397716"/>
              </a:xfrm>
              <a:custGeom>
                <a:avLst/>
                <a:gdLst/>
                <a:ahLst/>
                <a:cxnLst/>
                <a:rect l="l" t="t" r="r" b="b"/>
                <a:pathLst>
                  <a:path w="7080" h="7079" extrusionOk="0">
                    <a:moveTo>
                      <a:pt x="3545" y="0"/>
                    </a:moveTo>
                    <a:cubicBezTo>
                      <a:pt x="1588" y="0"/>
                      <a:pt x="1" y="1588"/>
                      <a:pt x="1" y="3535"/>
                    </a:cubicBezTo>
                    <a:cubicBezTo>
                      <a:pt x="1" y="5491"/>
                      <a:pt x="1588" y="7079"/>
                      <a:pt x="3545" y="7079"/>
                    </a:cubicBezTo>
                    <a:cubicBezTo>
                      <a:pt x="5501" y="7079"/>
                      <a:pt x="7079" y="5491"/>
                      <a:pt x="7079" y="3535"/>
                    </a:cubicBezTo>
                    <a:cubicBezTo>
                      <a:pt x="7079" y="1588"/>
                      <a:pt x="5501" y="0"/>
                      <a:pt x="3545" y="0"/>
                    </a:cubicBezTo>
                    <a:close/>
                  </a:path>
                </a:pathLst>
              </a:custGeom>
              <a:solidFill>
                <a:schemeClr val="accent3"/>
              </a:solidFill>
              <a:ln w="9525" cap="flat" cmpd="sng">
                <a:solidFill>
                  <a:schemeClr val="dk1"/>
                </a:solidFill>
                <a:prstDash val="solid"/>
                <a:miter lim="945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7" name="Google Shape;1007;p36"/>
              <p:cNvSpPr/>
              <p:nvPr/>
            </p:nvSpPr>
            <p:spPr>
              <a:xfrm>
                <a:off x="2907821" y="3931467"/>
                <a:ext cx="304332" cy="313132"/>
              </a:xfrm>
              <a:custGeom>
                <a:avLst/>
                <a:gdLst/>
                <a:ahLst/>
                <a:cxnLst/>
                <a:rect l="l" t="t" r="r" b="b"/>
                <a:pathLst>
                  <a:path w="4282" h="4282" extrusionOk="0">
                    <a:moveTo>
                      <a:pt x="2146" y="1"/>
                    </a:moveTo>
                    <a:cubicBezTo>
                      <a:pt x="964" y="1"/>
                      <a:pt x="0" y="955"/>
                      <a:pt x="0" y="2137"/>
                    </a:cubicBezTo>
                    <a:cubicBezTo>
                      <a:pt x="0" y="3327"/>
                      <a:pt x="964" y="4282"/>
                      <a:pt x="2146" y="4282"/>
                    </a:cubicBezTo>
                    <a:cubicBezTo>
                      <a:pt x="3327" y="4282"/>
                      <a:pt x="4281" y="3327"/>
                      <a:pt x="4281" y="2137"/>
                    </a:cubicBezTo>
                    <a:cubicBezTo>
                      <a:pt x="4281" y="955"/>
                      <a:pt x="3327" y="1"/>
                      <a:pt x="2146" y="1"/>
                    </a:cubicBezTo>
                    <a:close/>
                  </a:path>
                </a:pathLst>
              </a:custGeom>
              <a:solidFill>
                <a:schemeClr val="accent1"/>
              </a:solidFill>
              <a:ln w="9525" cap="flat" cmpd="sng">
                <a:solidFill>
                  <a:schemeClr val="dk1"/>
                </a:solidFill>
                <a:prstDash val="solid"/>
                <a:miter lim="945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08" name="Google Shape;1008;p36"/>
            <p:cNvSpPr/>
            <p:nvPr/>
          </p:nvSpPr>
          <p:spPr>
            <a:xfrm>
              <a:off x="698100" y="1366625"/>
              <a:ext cx="195250" cy="467375"/>
            </a:xfrm>
            <a:custGeom>
              <a:avLst/>
              <a:gdLst/>
              <a:ahLst/>
              <a:cxnLst/>
              <a:rect l="l" t="t" r="r" b="b"/>
              <a:pathLst>
                <a:path w="7810" h="18695" extrusionOk="0">
                  <a:moveTo>
                    <a:pt x="5916" y="0"/>
                  </a:moveTo>
                  <a:lnTo>
                    <a:pt x="0" y="9939"/>
                  </a:lnTo>
                  <a:lnTo>
                    <a:pt x="7810" y="18695"/>
                  </a:lnTo>
                </a:path>
              </a:pathLst>
            </a:custGeom>
            <a:noFill/>
            <a:ln w="9525" cap="flat" cmpd="sng">
              <a:solidFill>
                <a:schemeClr val="dk1"/>
              </a:solidFill>
              <a:prstDash val="solid"/>
              <a:round/>
              <a:headEnd type="none" w="med" len="med"/>
              <a:tailEnd type="none" w="med" len="med"/>
            </a:ln>
          </p:spPr>
        </p:sp>
      </p:grpSp>
      <p:grpSp>
        <p:nvGrpSpPr>
          <p:cNvPr id="1009" name="Google Shape;1009;p36"/>
          <p:cNvGrpSpPr/>
          <p:nvPr/>
        </p:nvGrpSpPr>
        <p:grpSpPr>
          <a:xfrm rot="-507535">
            <a:off x="1091350" y="139897"/>
            <a:ext cx="519443" cy="799194"/>
            <a:chOff x="3334313" y="1341356"/>
            <a:chExt cx="798434" cy="1228438"/>
          </a:xfrm>
        </p:grpSpPr>
        <p:sp>
          <p:nvSpPr>
            <p:cNvPr id="1010" name="Google Shape;1010;p36"/>
            <p:cNvSpPr/>
            <p:nvPr/>
          </p:nvSpPr>
          <p:spPr>
            <a:xfrm>
              <a:off x="3334313" y="1341356"/>
              <a:ext cx="798434" cy="999971"/>
            </a:xfrm>
            <a:custGeom>
              <a:avLst/>
              <a:gdLst/>
              <a:ahLst/>
              <a:cxnLst/>
              <a:rect l="l" t="t" r="r" b="b"/>
              <a:pathLst>
                <a:path w="16152" h="20228" extrusionOk="0">
                  <a:moveTo>
                    <a:pt x="8144" y="1"/>
                  </a:moveTo>
                  <a:cubicBezTo>
                    <a:pt x="8069" y="1"/>
                    <a:pt x="7995" y="2"/>
                    <a:pt x="7920" y="4"/>
                  </a:cubicBezTo>
                  <a:cubicBezTo>
                    <a:pt x="3791" y="117"/>
                    <a:pt x="379" y="3444"/>
                    <a:pt x="152" y="7564"/>
                  </a:cubicBezTo>
                  <a:cubicBezTo>
                    <a:pt x="1" y="10305"/>
                    <a:pt x="1239" y="12762"/>
                    <a:pt x="3214" y="14312"/>
                  </a:cubicBezTo>
                  <a:cubicBezTo>
                    <a:pt x="3791" y="14765"/>
                    <a:pt x="4291" y="15323"/>
                    <a:pt x="4641" y="15966"/>
                  </a:cubicBezTo>
                  <a:cubicBezTo>
                    <a:pt x="4991" y="16589"/>
                    <a:pt x="5274" y="17393"/>
                    <a:pt x="5340" y="18357"/>
                  </a:cubicBezTo>
                  <a:lnTo>
                    <a:pt x="5340" y="20228"/>
                  </a:lnTo>
                  <a:lnTo>
                    <a:pt x="10945" y="20228"/>
                  </a:lnTo>
                  <a:lnTo>
                    <a:pt x="10954" y="18347"/>
                  </a:lnTo>
                  <a:cubicBezTo>
                    <a:pt x="11020" y="17383"/>
                    <a:pt x="11304" y="16599"/>
                    <a:pt x="11644" y="15966"/>
                  </a:cubicBezTo>
                  <a:cubicBezTo>
                    <a:pt x="12003" y="15314"/>
                    <a:pt x="12513" y="14756"/>
                    <a:pt x="13099" y="14293"/>
                  </a:cubicBezTo>
                  <a:cubicBezTo>
                    <a:pt x="14961" y="12828"/>
                    <a:pt x="16152" y="10560"/>
                    <a:pt x="16152" y="8008"/>
                  </a:cubicBezTo>
                  <a:cubicBezTo>
                    <a:pt x="16152" y="3584"/>
                    <a:pt x="12568" y="1"/>
                    <a:pt x="8144" y="1"/>
                  </a:cubicBezTo>
                  <a:close/>
                </a:path>
              </a:pathLst>
            </a:custGeom>
            <a:solidFill>
              <a:schemeClr val="dk2"/>
            </a:solidFill>
            <a:ln w="9525" cap="flat" cmpd="sng">
              <a:solidFill>
                <a:schemeClr val="dk1"/>
              </a:solidFill>
              <a:prstDash val="solid"/>
              <a:miter lim="945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1" name="Google Shape;1011;p36"/>
            <p:cNvSpPr/>
            <p:nvPr/>
          </p:nvSpPr>
          <p:spPr>
            <a:xfrm>
              <a:off x="3625368" y="2491686"/>
              <a:ext cx="222891" cy="78107"/>
            </a:xfrm>
            <a:custGeom>
              <a:avLst/>
              <a:gdLst/>
              <a:ahLst/>
              <a:cxnLst/>
              <a:rect l="l" t="t" r="r" b="b"/>
              <a:pathLst>
                <a:path w="4509" h="1580" extrusionOk="0">
                  <a:moveTo>
                    <a:pt x="1" y="1"/>
                  </a:moveTo>
                  <a:lnTo>
                    <a:pt x="1" y="1579"/>
                  </a:lnTo>
                  <a:lnTo>
                    <a:pt x="4509" y="1579"/>
                  </a:lnTo>
                  <a:lnTo>
                    <a:pt x="4509" y="1"/>
                  </a:lnTo>
                  <a:close/>
                </a:path>
              </a:pathLst>
            </a:custGeom>
            <a:solidFill>
              <a:schemeClr val="accent1"/>
            </a:solidFill>
            <a:ln w="9525" cap="flat" cmpd="sng">
              <a:solidFill>
                <a:schemeClr val="dk1"/>
              </a:solidFill>
              <a:prstDash val="solid"/>
              <a:miter lim="945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2" name="Google Shape;1012;p36"/>
            <p:cNvSpPr/>
            <p:nvPr/>
          </p:nvSpPr>
          <p:spPr>
            <a:xfrm>
              <a:off x="3560415" y="2332410"/>
              <a:ext cx="353245" cy="177126"/>
            </a:xfrm>
            <a:custGeom>
              <a:avLst/>
              <a:gdLst/>
              <a:ahLst/>
              <a:cxnLst/>
              <a:rect l="l" t="t" r="r" b="b"/>
              <a:pathLst>
                <a:path w="7146" h="3583" extrusionOk="0">
                  <a:moveTo>
                    <a:pt x="1" y="0"/>
                  </a:moveTo>
                  <a:lnTo>
                    <a:pt x="1" y="3582"/>
                  </a:lnTo>
                  <a:lnTo>
                    <a:pt x="7146" y="3582"/>
                  </a:lnTo>
                  <a:lnTo>
                    <a:pt x="7146" y="0"/>
                  </a:lnTo>
                  <a:close/>
                </a:path>
              </a:pathLst>
            </a:custGeom>
            <a:solidFill>
              <a:schemeClr val="accent3"/>
            </a:solidFill>
            <a:ln w="9525" cap="flat" cmpd="sng">
              <a:solidFill>
                <a:schemeClr val="dk1"/>
              </a:solidFill>
              <a:prstDash val="solid"/>
              <a:miter lim="945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3" name="Google Shape;1013;p36"/>
            <p:cNvSpPr/>
            <p:nvPr/>
          </p:nvSpPr>
          <p:spPr>
            <a:xfrm>
              <a:off x="3546425" y="2360884"/>
              <a:ext cx="381273" cy="27634"/>
            </a:xfrm>
            <a:custGeom>
              <a:avLst/>
              <a:gdLst/>
              <a:ahLst/>
              <a:cxnLst/>
              <a:rect l="l" t="t" r="r" b="b"/>
              <a:pathLst>
                <a:path w="7713" h="559" extrusionOk="0">
                  <a:moveTo>
                    <a:pt x="0" y="1"/>
                  </a:moveTo>
                  <a:lnTo>
                    <a:pt x="0" y="558"/>
                  </a:lnTo>
                  <a:lnTo>
                    <a:pt x="7712" y="558"/>
                  </a:lnTo>
                  <a:lnTo>
                    <a:pt x="771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4" name="Google Shape;1014;p36"/>
            <p:cNvSpPr/>
            <p:nvPr/>
          </p:nvSpPr>
          <p:spPr>
            <a:xfrm>
              <a:off x="3546425" y="2407154"/>
              <a:ext cx="381273" cy="27585"/>
            </a:xfrm>
            <a:custGeom>
              <a:avLst/>
              <a:gdLst/>
              <a:ahLst/>
              <a:cxnLst/>
              <a:rect l="l" t="t" r="r" b="b"/>
              <a:pathLst>
                <a:path w="7713" h="558" extrusionOk="0">
                  <a:moveTo>
                    <a:pt x="0" y="0"/>
                  </a:moveTo>
                  <a:lnTo>
                    <a:pt x="0" y="558"/>
                  </a:lnTo>
                  <a:lnTo>
                    <a:pt x="7712" y="558"/>
                  </a:lnTo>
                  <a:lnTo>
                    <a:pt x="771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5" name="Google Shape;1015;p36"/>
            <p:cNvSpPr/>
            <p:nvPr/>
          </p:nvSpPr>
          <p:spPr>
            <a:xfrm>
              <a:off x="3546425" y="2453424"/>
              <a:ext cx="381273" cy="27585"/>
            </a:xfrm>
            <a:custGeom>
              <a:avLst/>
              <a:gdLst/>
              <a:ahLst/>
              <a:cxnLst/>
              <a:rect l="l" t="t" r="r" b="b"/>
              <a:pathLst>
                <a:path w="7713" h="558" extrusionOk="0">
                  <a:moveTo>
                    <a:pt x="0" y="0"/>
                  </a:moveTo>
                  <a:lnTo>
                    <a:pt x="0" y="558"/>
                  </a:lnTo>
                  <a:lnTo>
                    <a:pt x="7712" y="558"/>
                  </a:lnTo>
                  <a:lnTo>
                    <a:pt x="771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6" name="Google Shape;1016;p36"/>
            <p:cNvSpPr/>
            <p:nvPr/>
          </p:nvSpPr>
          <p:spPr>
            <a:xfrm>
              <a:off x="3502530" y="1574141"/>
              <a:ext cx="488195" cy="377090"/>
            </a:xfrm>
            <a:custGeom>
              <a:avLst/>
              <a:gdLst/>
              <a:ahLst/>
              <a:cxnLst/>
              <a:rect l="l" t="t" r="r" b="b"/>
              <a:pathLst>
                <a:path w="9876" h="7628" fill="none" extrusionOk="0">
                  <a:moveTo>
                    <a:pt x="0" y="5435"/>
                  </a:moveTo>
                  <a:lnTo>
                    <a:pt x="1777" y="29"/>
                  </a:lnTo>
                  <a:lnTo>
                    <a:pt x="2826" y="7628"/>
                  </a:lnTo>
                  <a:lnTo>
                    <a:pt x="4801" y="1"/>
                  </a:lnTo>
                  <a:lnTo>
                    <a:pt x="6578" y="6333"/>
                  </a:lnTo>
                  <a:lnTo>
                    <a:pt x="8288" y="332"/>
                  </a:lnTo>
                  <a:lnTo>
                    <a:pt x="9876" y="5227"/>
                  </a:lnTo>
                </a:path>
              </a:pathLst>
            </a:custGeom>
            <a:solidFill>
              <a:schemeClr val="dk2"/>
            </a:solidFill>
            <a:ln w="9525" cap="flat" cmpd="sng">
              <a:solidFill>
                <a:schemeClr val="dk1"/>
              </a:solidFill>
              <a:prstDash val="solid"/>
              <a:miter lim="945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343778797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601"/>
        <p:cNvGrpSpPr/>
        <p:nvPr/>
      </p:nvGrpSpPr>
      <p:grpSpPr>
        <a:xfrm>
          <a:off x="0" y="0"/>
          <a:ext cx="0" cy="0"/>
          <a:chOff x="0" y="0"/>
          <a:chExt cx="0" cy="0"/>
        </a:xfrm>
      </p:grpSpPr>
      <p:sp>
        <p:nvSpPr>
          <p:cNvPr id="602" name="Google Shape;602;p30"/>
          <p:cNvSpPr txBox="1">
            <a:spLocks noGrp="1"/>
          </p:cNvSpPr>
          <p:nvPr>
            <p:ph type="title"/>
          </p:nvPr>
        </p:nvSpPr>
        <p:spPr>
          <a:xfrm>
            <a:off x="482690" y="1896556"/>
            <a:ext cx="4195775" cy="2191156"/>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dirty="0"/>
              <a:t>UML Overview &amp; Modeling Concepts</a:t>
            </a:r>
            <a:endParaRPr dirty="0"/>
          </a:p>
        </p:txBody>
      </p:sp>
      <p:sp>
        <p:nvSpPr>
          <p:cNvPr id="603" name="Google Shape;603;p30"/>
          <p:cNvSpPr txBox="1">
            <a:spLocks noGrp="1"/>
          </p:cNvSpPr>
          <p:nvPr>
            <p:ph type="title" idx="2"/>
          </p:nvPr>
        </p:nvSpPr>
        <p:spPr>
          <a:xfrm>
            <a:off x="606195" y="1285576"/>
            <a:ext cx="1094700" cy="8418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02</a:t>
            </a:r>
            <a:endParaRPr dirty="0"/>
          </a:p>
        </p:txBody>
      </p:sp>
      <p:grpSp>
        <p:nvGrpSpPr>
          <p:cNvPr id="604" name="Google Shape;604;p30"/>
          <p:cNvGrpSpPr/>
          <p:nvPr/>
        </p:nvGrpSpPr>
        <p:grpSpPr>
          <a:xfrm>
            <a:off x="4650882" y="579112"/>
            <a:ext cx="4163279" cy="3520343"/>
            <a:chOff x="4650882" y="579112"/>
            <a:chExt cx="4163279" cy="3520343"/>
          </a:xfrm>
        </p:grpSpPr>
        <p:cxnSp>
          <p:nvCxnSpPr>
            <p:cNvPr id="605" name="Google Shape;605;p30"/>
            <p:cNvCxnSpPr/>
            <p:nvPr/>
          </p:nvCxnSpPr>
          <p:spPr>
            <a:xfrm rot="10800000" flipH="1">
              <a:off x="6811025" y="1213575"/>
              <a:ext cx="704700" cy="711000"/>
            </a:xfrm>
            <a:prstGeom prst="straightConnector1">
              <a:avLst/>
            </a:prstGeom>
            <a:noFill/>
            <a:ln w="9525" cap="flat" cmpd="sng">
              <a:solidFill>
                <a:schemeClr val="dk1"/>
              </a:solidFill>
              <a:prstDash val="solid"/>
              <a:round/>
              <a:headEnd type="none" w="med" len="med"/>
              <a:tailEnd type="none" w="med" len="med"/>
            </a:ln>
          </p:spPr>
        </p:cxnSp>
        <p:grpSp>
          <p:nvGrpSpPr>
            <p:cNvPr id="606" name="Google Shape;606;p30"/>
            <p:cNvGrpSpPr/>
            <p:nvPr/>
          </p:nvGrpSpPr>
          <p:grpSpPr>
            <a:xfrm>
              <a:off x="4937665" y="1388258"/>
              <a:ext cx="3876496" cy="2711197"/>
              <a:chOff x="5731926" y="1591700"/>
              <a:chExt cx="3294939" cy="2304460"/>
            </a:xfrm>
          </p:grpSpPr>
          <p:sp>
            <p:nvSpPr>
              <p:cNvPr id="607" name="Google Shape;607;p30"/>
              <p:cNvSpPr/>
              <p:nvPr/>
            </p:nvSpPr>
            <p:spPr>
              <a:xfrm>
                <a:off x="8136453" y="2411771"/>
                <a:ext cx="820698" cy="820729"/>
              </a:xfrm>
              <a:custGeom>
                <a:avLst/>
                <a:gdLst/>
                <a:ahLst/>
                <a:cxnLst/>
                <a:rect l="l" t="t" r="r" b="b"/>
                <a:pathLst>
                  <a:path w="12693" h="12693" extrusionOk="0">
                    <a:moveTo>
                      <a:pt x="1" y="12693"/>
                    </a:moveTo>
                    <a:lnTo>
                      <a:pt x="12693" y="1"/>
                    </a:lnTo>
                  </a:path>
                </a:pathLst>
              </a:custGeom>
              <a:solidFill>
                <a:srgbClr val="495F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8" name="Google Shape;608;p30"/>
              <p:cNvSpPr/>
              <p:nvPr/>
            </p:nvSpPr>
            <p:spPr>
              <a:xfrm>
                <a:off x="8136453" y="2411771"/>
                <a:ext cx="820698" cy="820729"/>
              </a:xfrm>
              <a:custGeom>
                <a:avLst/>
                <a:gdLst/>
                <a:ahLst/>
                <a:cxnLst/>
                <a:rect l="l" t="t" r="r" b="b"/>
                <a:pathLst>
                  <a:path w="12693" h="12693" fill="none" extrusionOk="0">
                    <a:moveTo>
                      <a:pt x="1" y="12693"/>
                    </a:moveTo>
                    <a:lnTo>
                      <a:pt x="12693" y="1"/>
                    </a:lnTo>
                  </a:path>
                </a:pathLst>
              </a:custGeom>
              <a:noFill/>
              <a:ln w="9525" cap="flat" cmpd="sng">
                <a:solidFill>
                  <a:schemeClr val="dk1"/>
                </a:solidFill>
                <a:prstDash val="solid"/>
                <a:miter lim="945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9" name="Google Shape;609;p30"/>
              <p:cNvSpPr/>
              <p:nvPr/>
            </p:nvSpPr>
            <p:spPr>
              <a:xfrm>
                <a:off x="5731926" y="2259046"/>
                <a:ext cx="2396013" cy="999773"/>
              </a:xfrm>
              <a:custGeom>
                <a:avLst/>
                <a:gdLst/>
                <a:ahLst/>
                <a:cxnLst/>
                <a:rect l="l" t="t" r="r" b="b"/>
                <a:pathLst>
                  <a:path w="37057" h="15462" fill="none" extrusionOk="0">
                    <a:moveTo>
                      <a:pt x="0" y="15263"/>
                    </a:moveTo>
                    <a:lnTo>
                      <a:pt x="19771" y="0"/>
                    </a:lnTo>
                    <a:lnTo>
                      <a:pt x="37056" y="15461"/>
                    </a:lnTo>
                  </a:path>
                </a:pathLst>
              </a:custGeom>
              <a:noFill/>
              <a:ln w="9525" cap="flat" cmpd="sng">
                <a:solidFill>
                  <a:schemeClr val="dk1"/>
                </a:solidFill>
                <a:prstDash val="solid"/>
                <a:miter lim="945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0" name="Google Shape;610;p30"/>
              <p:cNvSpPr/>
              <p:nvPr/>
            </p:nvSpPr>
            <p:spPr>
              <a:xfrm>
                <a:off x="6949190" y="2774121"/>
                <a:ext cx="113668" cy="1004105"/>
              </a:xfrm>
              <a:custGeom>
                <a:avLst/>
                <a:gdLst/>
                <a:ahLst/>
                <a:cxnLst/>
                <a:rect l="l" t="t" r="r" b="b"/>
                <a:pathLst>
                  <a:path w="1758" h="15529" extrusionOk="0">
                    <a:moveTo>
                      <a:pt x="0" y="1"/>
                    </a:moveTo>
                    <a:lnTo>
                      <a:pt x="0" y="15528"/>
                    </a:lnTo>
                    <a:lnTo>
                      <a:pt x="1758" y="15528"/>
                    </a:lnTo>
                    <a:lnTo>
                      <a:pt x="1758" y="1"/>
                    </a:lnTo>
                    <a:close/>
                  </a:path>
                </a:pathLst>
              </a:custGeom>
              <a:solidFill>
                <a:schemeClr val="lt2"/>
              </a:solidFill>
              <a:ln w="9525" cap="flat" cmpd="sng">
                <a:solidFill>
                  <a:schemeClr val="dk1"/>
                </a:solidFill>
                <a:prstDash val="solid"/>
                <a:miter lim="945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1" name="Google Shape;611;p30"/>
              <p:cNvSpPr/>
              <p:nvPr/>
            </p:nvSpPr>
            <p:spPr>
              <a:xfrm>
                <a:off x="6888088" y="3193370"/>
                <a:ext cx="235871" cy="702790"/>
              </a:xfrm>
              <a:custGeom>
                <a:avLst/>
                <a:gdLst/>
                <a:ahLst/>
                <a:cxnLst/>
                <a:rect l="l" t="t" r="r" b="b"/>
                <a:pathLst>
                  <a:path w="3648" h="10869" extrusionOk="0">
                    <a:moveTo>
                      <a:pt x="0" y="0"/>
                    </a:moveTo>
                    <a:lnTo>
                      <a:pt x="0" y="10868"/>
                    </a:lnTo>
                    <a:lnTo>
                      <a:pt x="3648" y="10868"/>
                    </a:lnTo>
                    <a:lnTo>
                      <a:pt x="3648" y="0"/>
                    </a:lnTo>
                    <a:close/>
                  </a:path>
                </a:pathLst>
              </a:custGeom>
              <a:solidFill>
                <a:schemeClr val="dk1"/>
              </a:solidFill>
              <a:ln w="9525" cap="flat" cmpd="sng">
                <a:solidFill>
                  <a:schemeClr val="dk1"/>
                </a:solidFill>
                <a:prstDash val="solid"/>
                <a:miter lim="945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2" name="Google Shape;612;p30"/>
              <p:cNvSpPr/>
              <p:nvPr/>
            </p:nvSpPr>
            <p:spPr>
              <a:xfrm>
                <a:off x="6888088" y="3101684"/>
                <a:ext cx="235871" cy="91753"/>
              </a:xfrm>
              <a:custGeom>
                <a:avLst/>
                <a:gdLst/>
                <a:ahLst/>
                <a:cxnLst/>
                <a:rect l="l" t="t" r="r" b="b"/>
                <a:pathLst>
                  <a:path w="3648" h="1419" extrusionOk="0">
                    <a:moveTo>
                      <a:pt x="0" y="0"/>
                    </a:moveTo>
                    <a:lnTo>
                      <a:pt x="0" y="1418"/>
                    </a:lnTo>
                    <a:lnTo>
                      <a:pt x="3648" y="1418"/>
                    </a:lnTo>
                    <a:lnTo>
                      <a:pt x="3648" y="0"/>
                    </a:lnTo>
                    <a:close/>
                  </a:path>
                </a:pathLst>
              </a:custGeom>
              <a:solidFill>
                <a:schemeClr val="accent3"/>
              </a:solidFill>
              <a:ln w="9525" cap="flat" cmpd="sng">
                <a:solidFill>
                  <a:schemeClr val="dk1"/>
                </a:solidFill>
                <a:prstDash val="solid"/>
                <a:miter lim="945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3" name="Google Shape;613;p30"/>
              <p:cNvSpPr/>
              <p:nvPr/>
            </p:nvSpPr>
            <p:spPr>
              <a:xfrm>
                <a:off x="6377801" y="1591700"/>
                <a:ext cx="1257006" cy="1257055"/>
              </a:xfrm>
              <a:custGeom>
                <a:avLst/>
                <a:gdLst/>
                <a:ahLst/>
                <a:cxnLst/>
                <a:rect l="l" t="t" r="r" b="b"/>
                <a:pathLst>
                  <a:path w="19441" h="19441" extrusionOk="0">
                    <a:moveTo>
                      <a:pt x="9716" y="1"/>
                    </a:moveTo>
                    <a:cubicBezTo>
                      <a:pt x="4348" y="1"/>
                      <a:pt x="1" y="4348"/>
                      <a:pt x="1" y="9716"/>
                    </a:cubicBezTo>
                    <a:cubicBezTo>
                      <a:pt x="1" y="15084"/>
                      <a:pt x="4348" y="19441"/>
                      <a:pt x="9716" y="19441"/>
                    </a:cubicBezTo>
                    <a:cubicBezTo>
                      <a:pt x="15084" y="19441"/>
                      <a:pt x="19441" y="15084"/>
                      <a:pt x="19441" y="9716"/>
                    </a:cubicBezTo>
                    <a:cubicBezTo>
                      <a:pt x="19441" y="4348"/>
                      <a:pt x="15084" y="1"/>
                      <a:pt x="9716" y="1"/>
                    </a:cubicBezTo>
                    <a:close/>
                  </a:path>
                </a:pathLst>
              </a:custGeom>
              <a:solidFill>
                <a:schemeClr val="accent2"/>
              </a:solidFill>
              <a:ln w="9525" cap="flat" cmpd="sng">
                <a:solidFill>
                  <a:schemeClr val="dk1"/>
                </a:solidFill>
                <a:prstDash val="solid"/>
                <a:miter lim="945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4" name="Google Shape;614;p30"/>
              <p:cNvSpPr/>
              <p:nvPr/>
            </p:nvSpPr>
            <p:spPr>
              <a:xfrm>
                <a:off x="6464573" y="1678472"/>
                <a:ext cx="1082884" cy="1082926"/>
              </a:xfrm>
              <a:custGeom>
                <a:avLst/>
                <a:gdLst/>
                <a:ahLst/>
                <a:cxnLst/>
                <a:rect l="l" t="t" r="r" b="b"/>
                <a:pathLst>
                  <a:path w="16748" h="16748" extrusionOk="0">
                    <a:moveTo>
                      <a:pt x="8374" y="1"/>
                    </a:moveTo>
                    <a:cubicBezTo>
                      <a:pt x="3753" y="1"/>
                      <a:pt x="1" y="3753"/>
                      <a:pt x="1" y="8374"/>
                    </a:cubicBezTo>
                    <a:cubicBezTo>
                      <a:pt x="1" y="12996"/>
                      <a:pt x="3753" y="16747"/>
                      <a:pt x="8374" y="16747"/>
                    </a:cubicBezTo>
                    <a:cubicBezTo>
                      <a:pt x="12995" y="16747"/>
                      <a:pt x="16747" y="12996"/>
                      <a:pt x="16747" y="8374"/>
                    </a:cubicBezTo>
                    <a:cubicBezTo>
                      <a:pt x="16747" y="3753"/>
                      <a:pt x="12995" y="1"/>
                      <a:pt x="8374" y="1"/>
                    </a:cubicBezTo>
                    <a:close/>
                  </a:path>
                </a:pathLst>
              </a:custGeom>
              <a:solidFill>
                <a:schemeClr val="accent3"/>
              </a:solidFill>
              <a:ln w="9525" cap="flat" cmpd="sng">
                <a:solidFill>
                  <a:schemeClr val="dk1"/>
                </a:solidFill>
                <a:prstDash val="solid"/>
                <a:miter lim="945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5" name="Google Shape;615;p30"/>
              <p:cNvSpPr/>
              <p:nvPr/>
            </p:nvSpPr>
            <p:spPr>
              <a:xfrm>
                <a:off x="8889920" y="2356811"/>
                <a:ext cx="136945" cy="136950"/>
              </a:xfrm>
              <a:custGeom>
                <a:avLst/>
                <a:gdLst/>
                <a:ahLst/>
                <a:cxnLst/>
                <a:rect l="l" t="t" r="r" b="b"/>
                <a:pathLst>
                  <a:path w="2118" h="2118" extrusionOk="0">
                    <a:moveTo>
                      <a:pt x="2117" y="0"/>
                    </a:moveTo>
                    <a:lnTo>
                      <a:pt x="0" y="38"/>
                    </a:lnTo>
                    <a:lnTo>
                      <a:pt x="2089" y="2117"/>
                    </a:lnTo>
                    <a:lnTo>
                      <a:pt x="2117" y="0"/>
                    </a:lnTo>
                    <a:close/>
                  </a:path>
                </a:pathLst>
              </a:custGeom>
              <a:solidFill>
                <a:schemeClr val="dk1"/>
              </a:solidFill>
              <a:ln w="9525" cap="flat" cmpd="sng">
                <a:solidFill>
                  <a:schemeClr val="dk1"/>
                </a:solidFill>
                <a:prstDash val="solid"/>
                <a:miter lim="945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6" name="Google Shape;616;p30"/>
              <p:cNvSpPr/>
              <p:nvPr/>
            </p:nvSpPr>
            <p:spPr>
              <a:xfrm>
                <a:off x="6624086" y="1823309"/>
                <a:ext cx="375854" cy="767579"/>
              </a:xfrm>
              <a:custGeom>
                <a:avLst/>
                <a:gdLst/>
                <a:ahLst/>
                <a:cxnLst/>
                <a:rect l="l" t="t" r="r" b="b"/>
                <a:pathLst>
                  <a:path w="5813" h="11871" extrusionOk="0">
                    <a:moveTo>
                      <a:pt x="5812" y="1"/>
                    </a:moveTo>
                    <a:cubicBezTo>
                      <a:pt x="2590" y="67"/>
                      <a:pt x="0" y="2694"/>
                      <a:pt x="0" y="5936"/>
                    </a:cubicBezTo>
                    <a:cubicBezTo>
                      <a:pt x="0" y="9168"/>
                      <a:pt x="2590" y="11795"/>
                      <a:pt x="5812" y="11871"/>
                    </a:cubicBezTo>
                    <a:lnTo>
                      <a:pt x="5812" y="1"/>
                    </a:lnTo>
                    <a:close/>
                  </a:path>
                </a:pathLst>
              </a:custGeom>
              <a:solidFill>
                <a:schemeClr val="accent1"/>
              </a:solidFill>
              <a:ln w="9525" cap="flat" cmpd="sng">
                <a:solidFill>
                  <a:schemeClr val="dk1"/>
                </a:solidFill>
                <a:prstDash val="solid"/>
                <a:miter lim="945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7" name="Google Shape;617;p30"/>
              <p:cNvSpPr/>
              <p:nvPr/>
            </p:nvSpPr>
            <p:spPr>
              <a:xfrm>
                <a:off x="6994968" y="2193611"/>
                <a:ext cx="392988" cy="397271"/>
              </a:xfrm>
              <a:custGeom>
                <a:avLst/>
                <a:gdLst/>
                <a:ahLst/>
                <a:cxnLst/>
                <a:rect l="l" t="t" r="r" b="b"/>
                <a:pathLst>
                  <a:path w="6078" h="6144" extrusionOk="0">
                    <a:moveTo>
                      <a:pt x="1" y="1"/>
                    </a:moveTo>
                    <a:lnTo>
                      <a:pt x="1" y="6144"/>
                    </a:lnTo>
                    <a:lnTo>
                      <a:pt x="143" y="6144"/>
                    </a:lnTo>
                    <a:cubicBezTo>
                      <a:pt x="3422" y="6144"/>
                      <a:pt x="6078" y="3488"/>
                      <a:pt x="6078" y="209"/>
                    </a:cubicBezTo>
                    <a:cubicBezTo>
                      <a:pt x="6078" y="143"/>
                      <a:pt x="6078" y="67"/>
                      <a:pt x="6078" y="1"/>
                    </a:cubicBezTo>
                    <a:close/>
                  </a:path>
                </a:pathLst>
              </a:custGeom>
              <a:solidFill>
                <a:schemeClr val="dk2"/>
              </a:solidFill>
              <a:ln w="9525" cap="flat" cmpd="sng">
                <a:solidFill>
                  <a:schemeClr val="dk1"/>
                </a:solidFill>
                <a:prstDash val="solid"/>
                <a:miter lim="945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8" name="Google Shape;618;p30"/>
              <p:cNvSpPr/>
              <p:nvPr/>
            </p:nvSpPr>
            <p:spPr>
              <a:xfrm>
                <a:off x="6994968" y="1822727"/>
                <a:ext cx="392988" cy="370954"/>
              </a:xfrm>
              <a:custGeom>
                <a:avLst/>
                <a:gdLst/>
                <a:ahLst/>
                <a:cxnLst/>
                <a:rect l="l" t="t" r="r" b="b"/>
                <a:pathLst>
                  <a:path w="6078" h="5737" extrusionOk="0">
                    <a:moveTo>
                      <a:pt x="143" y="0"/>
                    </a:moveTo>
                    <a:cubicBezTo>
                      <a:pt x="95" y="0"/>
                      <a:pt x="48" y="10"/>
                      <a:pt x="1" y="10"/>
                    </a:cubicBezTo>
                    <a:lnTo>
                      <a:pt x="1" y="5737"/>
                    </a:lnTo>
                    <a:lnTo>
                      <a:pt x="6078" y="5737"/>
                    </a:lnTo>
                    <a:cubicBezTo>
                      <a:pt x="5964" y="2552"/>
                      <a:pt x="3356" y="0"/>
                      <a:pt x="143" y="0"/>
                    </a:cubicBezTo>
                    <a:close/>
                  </a:path>
                </a:pathLst>
              </a:custGeom>
              <a:solidFill>
                <a:schemeClr val="dk1"/>
              </a:solidFill>
              <a:ln w="9525" cap="flat" cmpd="sng">
                <a:solidFill>
                  <a:schemeClr val="dk1"/>
                </a:solidFill>
                <a:prstDash val="solid"/>
                <a:miter lim="945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19" name="Google Shape;619;p30"/>
            <p:cNvGrpSpPr/>
            <p:nvPr/>
          </p:nvGrpSpPr>
          <p:grpSpPr>
            <a:xfrm>
              <a:off x="4650882" y="2899449"/>
              <a:ext cx="618706" cy="951917"/>
              <a:chOff x="3334313" y="1341356"/>
              <a:chExt cx="798434" cy="1228438"/>
            </a:xfrm>
          </p:grpSpPr>
          <p:sp>
            <p:nvSpPr>
              <p:cNvPr id="620" name="Google Shape;620;p30"/>
              <p:cNvSpPr/>
              <p:nvPr/>
            </p:nvSpPr>
            <p:spPr>
              <a:xfrm>
                <a:off x="3334313" y="1341356"/>
                <a:ext cx="798434" cy="999971"/>
              </a:xfrm>
              <a:custGeom>
                <a:avLst/>
                <a:gdLst/>
                <a:ahLst/>
                <a:cxnLst/>
                <a:rect l="l" t="t" r="r" b="b"/>
                <a:pathLst>
                  <a:path w="16152" h="20228" extrusionOk="0">
                    <a:moveTo>
                      <a:pt x="8144" y="1"/>
                    </a:moveTo>
                    <a:cubicBezTo>
                      <a:pt x="8069" y="1"/>
                      <a:pt x="7995" y="2"/>
                      <a:pt x="7920" y="4"/>
                    </a:cubicBezTo>
                    <a:cubicBezTo>
                      <a:pt x="3791" y="117"/>
                      <a:pt x="379" y="3444"/>
                      <a:pt x="152" y="7564"/>
                    </a:cubicBezTo>
                    <a:cubicBezTo>
                      <a:pt x="1" y="10305"/>
                      <a:pt x="1239" y="12762"/>
                      <a:pt x="3214" y="14312"/>
                    </a:cubicBezTo>
                    <a:cubicBezTo>
                      <a:pt x="3791" y="14765"/>
                      <a:pt x="4291" y="15323"/>
                      <a:pt x="4641" y="15966"/>
                    </a:cubicBezTo>
                    <a:cubicBezTo>
                      <a:pt x="4991" y="16589"/>
                      <a:pt x="5274" y="17393"/>
                      <a:pt x="5340" y="18357"/>
                    </a:cubicBezTo>
                    <a:lnTo>
                      <a:pt x="5340" y="20228"/>
                    </a:lnTo>
                    <a:lnTo>
                      <a:pt x="10945" y="20228"/>
                    </a:lnTo>
                    <a:lnTo>
                      <a:pt x="10954" y="18347"/>
                    </a:lnTo>
                    <a:cubicBezTo>
                      <a:pt x="11020" y="17383"/>
                      <a:pt x="11304" y="16599"/>
                      <a:pt x="11644" y="15966"/>
                    </a:cubicBezTo>
                    <a:cubicBezTo>
                      <a:pt x="12003" y="15314"/>
                      <a:pt x="12513" y="14756"/>
                      <a:pt x="13099" y="14293"/>
                    </a:cubicBezTo>
                    <a:cubicBezTo>
                      <a:pt x="14961" y="12828"/>
                      <a:pt x="16152" y="10560"/>
                      <a:pt x="16152" y="8008"/>
                    </a:cubicBezTo>
                    <a:cubicBezTo>
                      <a:pt x="16152" y="3584"/>
                      <a:pt x="12568" y="1"/>
                      <a:pt x="8144" y="1"/>
                    </a:cubicBezTo>
                    <a:close/>
                  </a:path>
                </a:pathLst>
              </a:custGeom>
              <a:solidFill>
                <a:schemeClr val="dk2"/>
              </a:solidFill>
              <a:ln w="9525" cap="flat" cmpd="sng">
                <a:solidFill>
                  <a:schemeClr val="dk1"/>
                </a:solidFill>
                <a:prstDash val="solid"/>
                <a:miter lim="945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1" name="Google Shape;621;p30"/>
              <p:cNvSpPr/>
              <p:nvPr/>
            </p:nvSpPr>
            <p:spPr>
              <a:xfrm>
                <a:off x="3625368" y="2491686"/>
                <a:ext cx="222891" cy="78107"/>
              </a:xfrm>
              <a:custGeom>
                <a:avLst/>
                <a:gdLst/>
                <a:ahLst/>
                <a:cxnLst/>
                <a:rect l="l" t="t" r="r" b="b"/>
                <a:pathLst>
                  <a:path w="4509" h="1580" extrusionOk="0">
                    <a:moveTo>
                      <a:pt x="1" y="1"/>
                    </a:moveTo>
                    <a:lnTo>
                      <a:pt x="1" y="1579"/>
                    </a:lnTo>
                    <a:lnTo>
                      <a:pt x="4509" y="1579"/>
                    </a:lnTo>
                    <a:lnTo>
                      <a:pt x="4509" y="1"/>
                    </a:lnTo>
                    <a:close/>
                  </a:path>
                </a:pathLst>
              </a:custGeom>
              <a:solidFill>
                <a:schemeClr val="accent1"/>
              </a:solidFill>
              <a:ln w="9525" cap="flat" cmpd="sng">
                <a:solidFill>
                  <a:schemeClr val="dk1"/>
                </a:solidFill>
                <a:prstDash val="solid"/>
                <a:miter lim="945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2" name="Google Shape;622;p30"/>
              <p:cNvSpPr/>
              <p:nvPr/>
            </p:nvSpPr>
            <p:spPr>
              <a:xfrm>
                <a:off x="3560415" y="2332410"/>
                <a:ext cx="353245" cy="177126"/>
              </a:xfrm>
              <a:custGeom>
                <a:avLst/>
                <a:gdLst/>
                <a:ahLst/>
                <a:cxnLst/>
                <a:rect l="l" t="t" r="r" b="b"/>
                <a:pathLst>
                  <a:path w="7146" h="3583" extrusionOk="0">
                    <a:moveTo>
                      <a:pt x="1" y="0"/>
                    </a:moveTo>
                    <a:lnTo>
                      <a:pt x="1" y="3582"/>
                    </a:lnTo>
                    <a:lnTo>
                      <a:pt x="7146" y="3582"/>
                    </a:lnTo>
                    <a:lnTo>
                      <a:pt x="7146" y="0"/>
                    </a:lnTo>
                    <a:close/>
                  </a:path>
                </a:pathLst>
              </a:custGeom>
              <a:solidFill>
                <a:schemeClr val="accent3"/>
              </a:solidFill>
              <a:ln w="9525" cap="flat" cmpd="sng">
                <a:solidFill>
                  <a:schemeClr val="dk1"/>
                </a:solidFill>
                <a:prstDash val="solid"/>
                <a:miter lim="945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3" name="Google Shape;623;p30"/>
              <p:cNvSpPr/>
              <p:nvPr/>
            </p:nvSpPr>
            <p:spPr>
              <a:xfrm>
                <a:off x="3546425" y="2360884"/>
                <a:ext cx="381273" cy="27634"/>
              </a:xfrm>
              <a:custGeom>
                <a:avLst/>
                <a:gdLst/>
                <a:ahLst/>
                <a:cxnLst/>
                <a:rect l="l" t="t" r="r" b="b"/>
                <a:pathLst>
                  <a:path w="7713" h="559" extrusionOk="0">
                    <a:moveTo>
                      <a:pt x="0" y="1"/>
                    </a:moveTo>
                    <a:lnTo>
                      <a:pt x="0" y="558"/>
                    </a:lnTo>
                    <a:lnTo>
                      <a:pt x="7712" y="558"/>
                    </a:lnTo>
                    <a:lnTo>
                      <a:pt x="771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4" name="Google Shape;624;p30"/>
              <p:cNvSpPr/>
              <p:nvPr/>
            </p:nvSpPr>
            <p:spPr>
              <a:xfrm>
                <a:off x="3546425" y="2407154"/>
                <a:ext cx="381273" cy="27585"/>
              </a:xfrm>
              <a:custGeom>
                <a:avLst/>
                <a:gdLst/>
                <a:ahLst/>
                <a:cxnLst/>
                <a:rect l="l" t="t" r="r" b="b"/>
                <a:pathLst>
                  <a:path w="7713" h="558" extrusionOk="0">
                    <a:moveTo>
                      <a:pt x="0" y="0"/>
                    </a:moveTo>
                    <a:lnTo>
                      <a:pt x="0" y="558"/>
                    </a:lnTo>
                    <a:lnTo>
                      <a:pt x="7712" y="558"/>
                    </a:lnTo>
                    <a:lnTo>
                      <a:pt x="771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5" name="Google Shape;625;p30"/>
              <p:cNvSpPr/>
              <p:nvPr/>
            </p:nvSpPr>
            <p:spPr>
              <a:xfrm>
                <a:off x="3546425" y="2453424"/>
                <a:ext cx="381273" cy="27585"/>
              </a:xfrm>
              <a:custGeom>
                <a:avLst/>
                <a:gdLst/>
                <a:ahLst/>
                <a:cxnLst/>
                <a:rect l="l" t="t" r="r" b="b"/>
                <a:pathLst>
                  <a:path w="7713" h="558" extrusionOk="0">
                    <a:moveTo>
                      <a:pt x="0" y="0"/>
                    </a:moveTo>
                    <a:lnTo>
                      <a:pt x="0" y="558"/>
                    </a:lnTo>
                    <a:lnTo>
                      <a:pt x="7712" y="558"/>
                    </a:lnTo>
                    <a:lnTo>
                      <a:pt x="771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6" name="Google Shape;626;p30"/>
              <p:cNvSpPr/>
              <p:nvPr/>
            </p:nvSpPr>
            <p:spPr>
              <a:xfrm>
                <a:off x="3502530" y="1574141"/>
                <a:ext cx="488195" cy="377090"/>
              </a:xfrm>
              <a:custGeom>
                <a:avLst/>
                <a:gdLst/>
                <a:ahLst/>
                <a:cxnLst/>
                <a:rect l="l" t="t" r="r" b="b"/>
                <a:pathLst>
                  <a:path w="9876" h="7628" fill="none" extrusionOk="0">
                    <a:moveTo>
                      <a:pt x="0" y="5435"/>
                    </a:moveTo>
                    <a:lnTo>
                      <a:pt x="1777" y="29"/>
                    </a:lnTo>
                    <a:lnTo>
                      <a:pt x="2826" y="7628"/>
                    </a:lnTo>
                    <a:lnTo>
                      <a:pt x="4801" y="1"/>
                    </a:lnTo>
                    <a:lnTo>
                      <a:pt x="6578" y="6333"/>
                    </a:lnTo>
                    <a:lnTo>
                      <a:pt x="8288" y="332"/>
                    </a:lnTo>
                    <a:lnTo>
                      <a:pt x="9876" y="5227"/>
                    </a:lnTo>
                  </a:path>
                </a:pathLst>
              </a:custGeom>
              <a:solidFill>
                <a:schemeClr val="dk2"/>
              </a:solidFill>
              <a:ln w="9525" cap="flat" cmpd="sng">
                <a:solidFill>
                  <a:schemeClr val="dk1"/>
                </a:solidFill>
                <a:prstDash val="solid"/>
                <a:miter lim="945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27" name="Google Shape;627;p30"/>
            <p:cNvGrpSpPr/>
            <p:nvPr/>
          </p:nvGrpSpPr>
          <p:grpSpPr>
            <a:xfrm>
              <a:off x="7362276" y="2911767"/>
              <a:ext cx="783686" cy="783610"/>
              <a:chOff x="276382" y="1174752"/>
              <a:chExt cx="895027" cy="894940"/>
            </a:xfrm>
          </p:grpSpPr>
          <p:grpSp>
            <p:nvGrpSpPr>
              <p:cNvPr id="628" name="Google Shape;628;p30"/>
              <p:cNvGrpSpPr/>
              <p:nvPr/>
            </p:nvGrpSpPr>
            <p:grpSpPr>
              <a:xfrm>
                <a:off x="276382" y="1174752"/>
                <a:ext cx="895027" cy="894940"/>
                <a:chOff x="2861096" y="3889198"/>
                <a:chExt cx="397772" cy="397716"/>
              </a:xfrm>
            </p:grpSpPr>
            <p:sp>
              <p:nvSpPr>
                <p:cNvPr id="629" name="Google Shape;629;p30"/>
                <p:cNvSpPr/>
                <p:nvPr/>
              </p:nvSpPr>
              <p:spPr>
                <a:xfrm>
                  <a:off x="2861096" y="3889198"/>
                  <a:ext cx="397772" cy="397716"/>
                </a:xfrm>
                <a:custGeom>
                  <a:avLst/>
                  <a:gdLst/>
                  <a:ahLst/>
                  <a:cxnLst/>
                  <a:rect l="l" t="t" r="r" b="b"/>
                  <a:pathLst>
                    <a:path w="7080" h="7079" extrusionOk="0">
                      <a:moveTo>
                        <a:pt x="3545" y="0"/>
                      </a:moveTo>
                      <a:cubicBezTo>
                        <a:pt x="1588" y="0"/>
                        <a:pt x="1" y="1588"/>
                        <a:pt x="1" y="3535"/>
                      </a:cubicBezTo>
                      <a:cubicBezTo>
                        <a:pt x="1" y="5491"/>
                        <a:pt x="1588" y="7079"/>
                        <a:pt x="3545" y="7079"/>
                      </a:cubicBezTo>
                      <a:cubicBezTo>
                        <a:pt x="5501" y="7079"/>
                        <a:pt x="7079" y="5491"/>
                        <a:pt x="7079" y="3535"/>
                      </a:cubicBezTo>
                      <a:cubicBezTo>
                        <a:pt x="7079" y="1588"/>
                        <a:pt x="5501" y="0"/>
                        <a:pt x="3545" y="0"/>
                      </a:cubicBezTo>
                      <a:close/>
                    </a:path>
                  </a:pathLst>
                </a:custGeom>
                <a:solidFill>
                  <a:schemeClr val="accent3"/>
                </a:solidFill>
                <a:ln w="9525" cap="flat" cmpd="sng">
                  <a:solidFill>
                    <a:schemeClr val="dk1"/>
                  </a:solidFill>
                  <a:prstDash val="solid"/>
                  <a:miter lim="945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0" name="Google Shape;630;p30"/>
                <p:cNvSpPr/>
                <p:nvPr/>
              </p:nvSpPr>
              <p:spPr>
                <a:xfrm>
                  <a:off x="2907821" y="3931467"/>
                  <a:ext cx="304332" cy="313132"/>
                </a:xfrm>
                <a:custGeom>
                  <a:avLst/>
                  <a:gdLst/>
                  <a:ahLst/>
                  <a:cxnLst/>
                  <a:rect l="l" t="t" r="r" b="b"/>
                  <a:pathLst>
                    <a:path w="4282" h="4282" extrusionOk="0">
                      <a:moveTo>
                        <a:pt x="2146" y="1"/>
                      </a:moveTo>
                      <a:cubicBezTo>
                        <a:pt x="964" y="1"/>
                        <a:pt x="0" y="955"/>
                        <a:pt x="0" y="2137"/>
                      </a:cubicBezTo>
                      <a:cubicBezTo>
                        <a:pt x="0" y="3327"/>
                        <a:pt x="964" y="4282"/>
                        <a:pt x="2146" y="4282"/>
                      </a:cubicBezTo>
                      <a:cubicBezTo>
                        <a:pt x="3327" y="4282"/>
                        <a:pt x="4281" y="3327"/>
                        <a:pt x="4281" y="2137"/>
                      </a:cubicBezTo>
                      <a:cubicBezTo>
                        <a:pt x="4281" y="955"/>
                        <a:pt x="3327" y="1"/>
                        <a:pt x="2146" y="1"/>
                      </a:cubicBezTo>
                      <a:close/>
                    </a:path>
                  </a:pathLst>
                </a:custGeom>
                <a:solidFill>
                  <a:schemeClr val="accent1"/>
                </a:solidFill>
                <a:ln w="9525" cap="flat" cmpd="sng">
                  <a:solidFill>
                    <a:schemeClr val="dk1"/>
                  </a:solidFill>
                  <a:prstDash val="solid"/>
                  <a:miter lim="945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31" name="Google Shape;631;p30"/>
              <p:cNvSpPr/>
              <p:nvPr/>
            </p:nvSpPr>
            <p:spPr>
              <a:xfrm>
                <a:off x="698100" y="1366625"/>
                <a:ext cx="195250" cy="467375"/>
              </a:xfrm>
              <a:custGeom>
                <a:avLst/>
                <a:gdLst/>
                <a:ahLst/>
                <a:cxnLst/>
                <a:rect l="l" t="t" r="r" b="b"/>
                <a:pathLst>
                  <a:path w="7810" h="18695" extrusionOk="0">
                    <a:moveTo>
                      <a:pt x="5916" y="0"/>
                    </a:moveTo>
                    <a:lnTo>
                      <a:pt x="0" y="9939"/>
                    </a:lnTo>
                    <a:lnTo>
                      <a:pt x="7810" y="18695"/>
                    </a:lnTo>
                  </a:path>
                </a:pathLst>
              </a:custGeom>
              <a:noFill/>
              <a:ln w="9525" cap="flat" cmpd="sng">
                <a:solidFill>
                  <a:schemeClr val="dk1"/>
                </a:solidFill>
                <a:prstDash val="solid"/>
                <a:round/>
                <a:headEnd type="none" w="med" len="med"/>
                <a:tailEnd type="none" w="med" len="med"/>
              </a:ln>
            </p:spPr>
          </p:sp>
        </p:grpSp>
        <p:grpSp>
          <p:nvGrpSpPr>
            <p:cNvPr id="632" name="Google Shape;632;p30"/>
            <p:cNvGrpSpPr/>
            <p:nvPr/>
          </p:nvGrpSpPr>
          <p:grpSpPr>
            <a:xfrm>
              <a:off x="7362272" y="579112"/>
              <a:ext cx="875462" cy="1033236"/>
              <a:chOff x="6768050" y="956250"/>
              <a:chExt cx="322525" cy="380650"/>
            </a:xfrm>
          </p:grpSpPr>
          <p:sp>
            <p:nvSpPr>
              <p:cNvPr id="633" name="Google Shape;633;p30"/>
              <p:cNvSpPr/>
              <p:nvPr/>
            </p:nvSpPr>
            <p:spPr>
              <a:xfrm>
                <a:off x="6768050" y="956250"/>
                <a:ext cx="322525" cy="380650"/>
              </a:xfrm>
              <a:custGeom>
                <a:avLst/>
                <a:gdLst/>
                <a:ahLst/>
                <a:cxnLst/>
                <a:rect l="l" t="t" r="r" b="b"/>
                <a:pathLst>
                  <a:path w="12901" h="15226" extrusionOk="0">
                    <a:moveTo>
                      <a:pt x="0" y="0"/>
                    </a:moveTo>
                    <a:lnTo>
                      <a:pt x="0" y="15225"/>
                    </a:lnTo>
                    <a:lnTo>
                      <a:pt x="12900" y="15225"/>
                    </a:lnTo>
                    <a:lnTo>
                      <a:pt x="12900" y="0"/>
                    </a:lnTo>
                    <a:close/>
                  </a:path>
                </a:pathLst>
              </a:custGeom>
              <a:solidFill>
                <a:schemeClr val="dk2"/>
              </a:solidFill>
              <a:ln w="9525" cap="flat" cmpd="sng">
                <a:solidFill>
                  <a:schemeClr val="dk1"/>
                </a:solidFill>
                <a:prstDash val="solid"/>
                <a:miter lim="945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4" name="Google Shape;634;p30"/>
              <p:cNvSpPr/>
              <p:nvPr/>
            </p:nvSpPr>
            <p:spPr>
              <a:xfrm>
                <a:off x="6768050" y="956250"/>
                <a:ext cx="322525" cy="107525"/>
              </a:xfrm>
              <a:custGeom>
                <a:avLst/>
                <a:gdLst/>
                <a:ahLst/>
                <a:cxnLst/>
                <a:rect l="l" t="t" r="r" b="b"/>
                <a:pathLst>
                  <a:path w="12901" h="4301" extrusionOk="0">
                    <a:moveTo>
                      <a:pt x="0" y="0"/>
                    </a:moveTo>
                    <a:lnTo>
                      <a:pt x="0" y="4300"/>
                    </a:lnTo>
                    <a:lnTo>
                      <a:pt x="12900" y="4300"/>
                    </a:lnTo>
                    <a:lnTo>
                      <a:pt x="12900" y="0"/>
                    </a:lnTo>
                    <a:close/>
                  </a:path>
                </a:pathLst>
              </a:custGeom>
              <a:solidFill>
                <a:schemeClr val="accent1"/>
              </a:solidFill>
              <a:ln w="9525" cap="flat" cmpd="sng">
                <a:solidFill>
                  <a:schemeClr val="dk1"/>
                </a:solidFill>
                <a:prstDash val="solid"/>
                <a:miter lim="945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5" name="Google Shape;635;p30"/>
              <p:cNvSpPr/>
              <p:nvPr/>
            </p:nvSpPr>
            <p:spPr>
              <a:xfrm>
                <a:off x="6865150" y="990975"/>
                <a:ext cx="33325" cy="4750"/>
              </a:xfrm>
              <a:custGeom>
                <a:avLst/>
                <a:gdLst/>
                <a:ahLst/>
                <a:cxnLst/>
                <a:rect l="l" t="t" r="r" b="b"/>
                <a:pathLst>
                  <a:path w="1333" h="190" extrusionOk="0">
                    <a:moveTo>
                      <a:pt x="0" y="1"/>
                    </a:moveTo>
                    <a:lnTo>
                      <a:pt x="0" y="190"/>
                    </a:lnTo>
                    <a:lnTo>
                      <a:pt x="1333" y="190"/>
                    </a:lnTo>
                    <a:lnTo>
                      <a:pt x="133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6" name="Google Shape;636;p30"/>
              <p:cNvSpPr/>
              <p:nvPr/>
            </p:nvSpPr>
            <p:spPr>
              <a:xfrm>
                <a:off x="6865150" y="999475"/>
                <a:ext cx="72800" cy="5000"/>
              </a:xfrm>
              <a:custGeom>
                <a:avLst/>
                <a:gdLst/>
                <a:ahLst/>
                <a:cxnLst/>
                <a:rect l="l" t="t" r="r" b="b"/>
                <a:pathLst>
                  <a:path w="2912" h="200" extrusionOk="0">
                    <a:moveTo>
                      <a:pt x="2911" y="1"/>
                    </a:moveTo>
                    <a:lnTo>
                      <a:pt x="0" y="10"/>
                    </a:lnTo>
                    <a:lnTo>
                      <a:pt x="0" y="199"/>
                    </a:lnTo>
                    <a:lnTo>
                      <a:pt x="2911" y="190"/>
                    </a:lnTo>
                    <a:lnTo>
                      <a:pt x="291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7" name="Google Shape;637;p30"/>
              <p:cNvSpPr/>
              <p:nvPr/>
            </p:nvSpPr>
            <p:spPr>
              <a:xfrm>
                <a:off x="6865150" y="1008000"/>
                <a:ext cx="72800" cy="4975"/>
              </a:xfrm>
              <a:custGeom>
                <a:avLst/>
                <a:gdLst/>
                <a:ahLst/>
                <a:cxnLst/>
                <a:rect l="l" t="t" r="r" b="b"/>
                <a:pathLst>
                  <a:path w="2912" h="199" extrusionOk="0">
                    <a:moveTo>
                      <a:pt x="2911" y="0"/>
                    </a:moveTo>
                    <a:lnTo>
                      <a:pt x="0" y="10"/>
                    </a:lnTo>
                    <a:lnTo>
                      <a:pt x="0" y="199"/>
                    </a:lnTo>
                    <a:lnTo>
                      <a:pt x="2911" y="189"/>
                    </a:lnTo>
                    <a:lnTo>
                      <a:pt x="291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8" name="Google Shape;638;p30"/>
              <p:cNvSpPr/>
              <p:nvPr/>
            </p:nvSpPr>
            <p:spPr>
              <a:xfrm>
                <a:off x="6797575" y="980100"/>
                <a:ext cx="44675" cy="44700"/>
              </a:xfrm>
              <a:custGeom>
                <a:avLst/>
                <a:gdLst/>
                <a:ahLst/>
                <a:cxnLst/>
                <a:rect l="l" t="t" r="r" b="b"/>
                <a:pathLst>
                  <a:path w="1787" h="1788" extrusionOk="0">
                    <a:moveTo>
                      <a:pt x="1" y="1"/>
                    </a:moveTo>
                    <a:lnTo>
                      <a:pt x="1" y="1787"/>
                    </a:lnTo>
                    <a:lnTo>
                      <a:pt x="1787" y="1787"/>
                    </a:lnTo>
                    <a:lnTo>
                      <a:pt x="1787" y="1"/>
                    </a:lnTo>
                    <a:close/>
                  </a:path>
                </a:pathLst>
              </a:custGeom>
              <a:solidFill>
                <a:schemeClr val="lt1"/>
              </a:solidFill>
              <a:ln w="9525" cap="flat" cmpd="sng">
                <a:solidFill>
                  <a:schemeClr val="dk1"/>
                </a:solidFill>
                <a:prstDash val="solid"/>
                <a:miter lim="945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39" name="Google Shape;639;p30"/>
            <p:cNvGrpSpPr/>
            <p:nvPr/>
          </p:nvGrpSpPr>
          <p:grpSpPr>
            <a:xfrm>
              <a:off x="7475713" y="965175"/>
              <a:ext cx="648575" cy="248400"/>
              <a:chOff x="1195050" y="2449275"/>
              <a:chExt cx="648575" cy="248400"/>
            </a:xfrm>
          </p:grpSpPr>
          <p:sp>
            <p:nvSpPr>
              <p:cNvPr id="640" name="Google Shape;640;p30"/>
              <p:cNvSpPr/>
              <p:nvPr/>
            </p:nvSpPr>
            <p:spPr>
              <a:xfrm>
                <a:off x="1195050" y="2449275"/>
                <a:ext cx="248400" cy="248400"/>
              </a:xfrm>
              <a:prstGeom prst="donut">
                <a:avLst>
                  <a:gd name="adj" fmla="val 25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1" name="Google Shape;641;p30"/>
              <p:cNvSpPr/>
              <p:nvPr/>
            </p:nvSpPr>
            <p:spPr>
              <a:xfrm>
                <a:off x="1195050" y="2449275"/>
                <a:ext cx="248400" cy="248400"/>
              </a:xfrm>
              <a:prstGeom prst="blockArc">
                <a:avLst>
                  <a:gd name="adj1" fmla="val 8495047"/>
                  <a:gd name="adj2" fmla="val 16399518"/>
                  <a:gd name="adj3" fmla="val 24494"/>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2" name="Google Shape;642;p30"/>
              <p:cNvSpPr/>
              <p:nvPr/>
            </p:nvSpPr>
            <p:spPr>
              <a:xfrm>
                <a:off x="1490225" y="2493250"/>
                <a:ext cx="353400" cy="222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3" name="Google Shape;643;p30"/>
              <p:cNvSpPr/>
              <p:nvPr/>
            </p:nvSpPr>
            <p:spPr>
              <a:xfrm>
                <a:off x="1490225" y="2563784"/>
                <a:ext cx="353400" cy="222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44" name="Google Shape;644;p30"/>
            <p:cNvGrpSpPr/>
            <p:nvPr/>
          </p:nvGrpSpPr>
          <p:grpSpPr>
            <a:xfrm>
              <a:off x="7475713" y="1284850"/>
              <a:ext cx="648575" cy="248400"/>
              <a:chOff x="1195050" y="2449275"/>
              <a:chExt cx="648575" cy="248400"/>
            </a:xfrm>
          </p:grpSpPr>
          <p:sp>
            <p:nvSpPr>
              <p:cNvPr id="645" name="Google Shape;645;p30"/>
              <p:cNvSpPr/>
              <p:nvPr/>
            </p:nvSpPr>
            <p:spPr>
              <a:xfrm>
                <a:off x="1195050" y="2449275"/>
                <a:ext cx="248400" cy="248400"/>
              </a:xfrm>
              <a:prstGeom prst="donut">
                <a:avLst>
                  <a:gd name="adj" fmla="val 25000"/>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6" name="Google Shape;646;p30"/>
              <p:cNvSpPr/>
              <p:nvPr/>
            </p:nvSpPr>
            <p:spPr>
              <a:xfrm>
                <a:off x="1195050" y="2449275"/>
                <a:ext cx="248400" cy="248400"/>
              </a:xfrm>
              <a:prstGeom prst="blockArc">
                <a:avLst>
                  <a:gd name="adj1" fmla="val 8495047"/>
                  <a:gd name="adj2" fmla="val 16399518"/>
                  <a:gd name="adj3" fmla="val 24494"/>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7" name="Google Shape;647;p30"/>
              <p:cNvSpPr/>
              <p:nvPr/>
            </p:nvSpPr>
            <p:spPr>
              <a:xfrm>
                <a:off x="1490225" y="2493250"/>
                <a:ext cx="353400" cy="222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8" name="Google Shape;648;p30"/>
              <p:cNvSpPr/>
              <p:nvPr/>
            </p:nvSpPr>
            <p:spPr>
              <a:xfrm>
                <a:off x="1490225" y="2563784"/>
                <a:ext cx="353400" cy="222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extLst>
      <p:ext uri="{BB962C8B-B14F-4D97-AF65-F5344CB8AC3E}">
        <p14:creationId xmlns:p14="http://schemas.microsoft.com/office/powerpoint/2010/main" val="324027975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703"/>
        <p:cNvGrpSpPr/>
        <p:nvPr/>
      </p:nvGrpSpPr>
      <p:grpSpPr>
        <a:xfrm>
          <a:off x="0" y="0"/>
          <a:ext cx="0" cy="0"/>
          <a:chOff x="0" y="0"/>
          <a:chExt cx="0" cy="0"/>
        </a:xfrm>
      </p:grpSpPr>
      <p:sp>
        <p:nvSpPr>
          <p:cNvPr id="704" name="Google Shape;704;p32"/>
          <p:cNvSpPr txBox="1">
            <a:spLocks noGrp="1"/>
          </p:cNvSpPr>
          <p:nvPr>
            <p:ph type="title"/>
          </p:nvPr>
        </p:nvSpPr>
        <p:spPr>
          <a:xfrm>
            <a:off x="722375" y="539500"/>
            <a:ext cx="76992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2200" dirty="0">
                <a:latin typeface="Open Sans" panose="020B0606030504020204" pitchFamily="34" charset="0"/>
                <a:ea typeface="Open Sans" panose="020B0606030504020204" pitchFamily="34" charset="0"/>
                <a:cs typeface="Open Sans" panose="020B0606030504020204" pitchFamily="34" charset="0"/>
              </a:rPr>
              <a:t>🔹 What is Modeling?</a:t>
            </a:r>
            <a:endParaRPr sz="2200" dirty="0">
              <a:latin typeface="Open Sans" panose="020B0606030504020204" pitchFamily="34" charset="0"/>
              <a:ea typeface="Open Sans" panose="020B0606030504020204" pitchFamily="34" charset="0"/>
              <a:cs typeface="Open Sans" panose="020B0606030504020204" pitchFamily="34" charset="0"/>
            </a:endParaRPr>
          </a:p>
        </p:txBody>
      </p:sp>
      <p:grpSp>
        <p:nvGrpSpPr>
          <p:cNvPr id="755" name="Google Shape;755;p32"/>
          <p:cNvGrpSpPr/>
          <p:nvPr/>
        </p:nvGrpSpPr>
        <p:grpSpPr>
          <a:xfrm>
            <a:off x="8220197" y="4319776"/>
            <a:ext cx="731685" cy="731614"/>
            <a:chOff x="276382" y="1174752"/>
            <a:chExt cx="895027" cy="894940"/>
          </a:xfrm>
        </p:grpSpPr>
        <p:grpSp>
          <p:nvGrpSpPr>
            <p:cNvPr id="756" name="Google Shape;756;p32"/>
            <p:cNvGrpSpPr/>
            <p:nvPr/>
          </p:nvGrpSpPr>
          <p:grpSpPr>
            <a:xfrm>
              <a:off x="276382" y="1174752"/>
              <a:ext cx="895027" cy="894940"/>
              <a:chOff x="2861096" y="3889198"/>
              <a:chExt cx="397772" cy="397716"/>
            </a:xfrm>
          </p:grpSpPr>
          <p:sp>
            <p:nvSpPr>
              <p:cNvPr id="757" name="Google Shape;757;p32"/>
              <p:cNvSpPr/>
              <p:nvPr/>
            </p:nvSpPr>
            <p:spPr>
              <a:xfrm>
                <a:off x="2861096" y="3889198"/>
                <a:ext cx="397772" cy="397716"/>
              </a:xfrm>
              <a:custGeom>
                <a:avLst/>
                <a:gdLst/>
                <a:ahLst/>
                <a:cxnLst/>
                <a:rect l="l" t="t" r="r" b="b"/>
                <a:pathLst>
                  <a:path w="7080" h="7079" extrusionOk="0">
                    <a:moveTo>
                      <a:pt x="3545" y="0"/>
                    </a:moveTo>
                    <a:cubicBezTo>
                      <a:pt x="1588" y="0"/>
                      <a:pt x="1" y="1588"/>
                      <a:pt x="1" y="3535"/>
                    </a:cubicBezTo>
                    <a:cubicBezTo>
                      <a:pt x="1" y="5491"/>
                      <a:pt x="1588" y="7079"/>
                      <a:pt x="3545" y="7079"/>
                    </a:cubicBezTo>
                    <a:cubicBezTo>
                      <a:pt x="5501" y="7079"/>
                      <a:pt x="7079" y="5491"/>
                      <a:pt x="7079" y="3535"/>
                    </a:cubicBezTo>
                    <a:cubicBezTo>
                      <a:pt x="7079" y="1588"/>
                      <a:pt x="5501" y="0"/>
                      <a:pt x="3545" y="0"/>
                    </a:cubicBezTo>
                    <a:close/>
                  </a:path>
                </a:pathLst>
              </a:custGeom>
              <a:solidFill>
                <a:schemeClr val="accent3"/>
              </a:solidFill>
              <a:ln w="9525" cap="flat" cmpd="sng">
                <a:solidFill>
                  <a:schemeClr val="dk1"/>
                </a:solidFill>
                <a:prstDash val="solid"/>
                <a:miter lim="945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600">
                  <a:latin typeface="Open Sans" panose="020B0606030504020204" pitchFamily="34" charset="0"/>
                  <a:ea typeface="Open Sans" panose="020B0606030504020204" pitchFamily="34" charset="0"/>
                  <a:cs typeface="Open Sans" panose="020B0606030504020204" pitchFamily="34" charset="0"/>
                </a:endParaRPr>
              </a:p>
            </p:txBody>
          </p:sp>
          <p:sp>
            <p:nvSpPr>
              <p:cNvPr id="758" name="Google Shape;758;p32"/>
              <p:cNvSpPr/>
              <p:nvPr/>
            </p:nvSpPr>
            <p:spPr>
              <a:xfrm>
                <a:off x="2907821" y="3931467"/>
                <a:ext cx="304332" cy="313132"/>
              </a:xfrm>
              <a:custGeom>
                <a:avLst/>
                <a:gdLst/>
                <a:ahLst/>
                <a:cxnLst/>
                <a:rect l="l" t="t" r="r" b="b"/>
                <a:pathLst>
                  <a:path w="4282" h="4282" extrusionOk="0">
                    <a:moveTo>
                      <a:pt x="2146" y="1"/>
                    </a:moveTo>
                    <a:cubicBezTo>
                      <a:pt x="964" y="1"/>
                      <a:pt x="0" y="955"/>
                      <a:pt x="0" y="2137"/>
                    </a:cubicBezTo>
                    <a:cubicBezTo>
                      <a:pt x="0" y="3327"/>
                      <a:pt x="964" y="4282"/>
                      <a:pt x="2146" y="4282"/>
                    </a:cubicBezTo>
                    <a:cubicBezTo>
                      <a:pt x="3327" y="4282"/>
                      <a:pt x="4281" y="3327"/>
                      <a:pt x="4281" y="2137"/>
                    </a:cubicBezTo>
                    <a:cubicBezTo>
                      <a:pt x="4281" y="955"/>
                      <a:pt x="3327" y="1"/>
                      <a:pt x="2146" y="1"/>
                    </a:cubicBezTo>
                    <a:close/>
                  </a:path>
                </a:pathLst>
              </a:custGeom>
              <a:solidFill>
                <a:schemeClr val="accent1"/>
              </a:solidFill>
              <a:ln w="9525" cap="flat" cmpd="sng">
                <a:solidFill>
                  <a:schemeClr val="dk1"/>
                </a:solidFill>
                <a:prstDash val="solid"/>
                <a:miter lim="945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600">
                  <a:latin typeface="Open Sans" panose="020B0606030504020204" pitchFamily="34" charset="0"/>
                  <a:ea typeface="Open Sans" panose="020B0606030504020204" pitchFamily="34" charset="0"/>
                  <a:cs typeface="Open Sans" panose="020B0606030504020204" pitchFamily="34" charset="0"/>
                </a:endParaRPr>
              </a:p>
            </p:txBody>
          </p:sp>
        </p:grpSp>
        <p:sp>
          <p:nvSpPr>
            <p:cNvPr id="759" name="Google Shape;759;p32"/>
            <p:cNvSpPr/>
            <p:nvPr/>
          </p:nvSpPr>
          <p:spPr>
            <a:xfrm>
              <a:off x="698100" y="1366625"/>
              <a:ext cx="195250" cy="467375"/>
            </a:xfrm>
            <a:custGeom>
              <a:avLst/>
              <a:gdLst/>
              <a:ahLst/>
              <a:cxnLst/>
              <a:rect l="l" t="t" r="r" b="b"/>
              <a:pathLst>
                <a:path w="7810" h="18695" extrusionOk="0">
                  <a:moveTo>
                    <a:pt x="5916" y="0"/>
                  </a:moveTo>
                  <a:lnTo>
                    <a:pt x="0" y="9939"/>
                  </a:lnTo>
                  <a:lnTo>
                    <a:pt x="7810" y="18695"/>
                  </a:lnTo>
                </a:path>
              </a:pathLst>
            </a:custGeom>
            <a:noFill/>
            <a:ln w="9525" cap="flat" cmpd="sng">
              <a:solidFill>
                <a:schemeClr val="dk1"/>
              </a:solidFill>
              <a:prstDash val="solid"/>
              <a:round/>
              <a:headEnd type="none" w="med" len="med"/>
              <a:tailEnd type="none" w="med" len="med"/>
            </a:ln>
          </p:spPr>
        </p:sp>
      </p:grpSp>
      <p:sp>
        <p:nvSpPr>
          <p:cNvPr id="8" name="Rectangle 2">
            <a:extLst>
              <a:ext uri="{FF2B5EF4-FFF2-40B4-BE49-F238E27FC236}">
                <a16:creationId xmlns:a16="http://schemas.microsoft.com/office/drawing/2014/main" id="{72507F80-FD2B-4899-9090-18C6BEAEBDA7}"/>
              </a:ext>
            </a:extLst>
          </p:cNvPr>
          <p:cNvSpPr>
            <a:spLocks noChangeArrowheads="1"/>
          </p:cNvSpPr>
          <p:nvPr/>
        </p:nvSpPr>
        <p:spPr bwMode="auto">
          <a:xfrm>
            <a:off x="722375" y="1281061"/>
            <a:ext cx="8159084" cy="3046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rPr>
              <a:t>Definition:</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rPr>
              <a:t>Modeling</a:t>
            </a:r>
            <a:r>
              <a:rPr kumimoji="0" lang="en-US" altLang="en-US" sz="1600" b="0" i="0" u="none" strike="noStrike" cap="none" normalizeH="0" baseline="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rPr>
              <a:t> is the process of creating a </a:t>
            </a:r>
            <a:r>
              <a:rPr kumimoji="0" lang="en-US" altLang="en-US" sz="1600" b="1" i="0" u="none" strike="noStrike" cap="none" normalizeH="0" baseline="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rPr>
              <a:t>simplified representation</a:t>
            </a:r>
            <a:r>
              <a:rPr kumimoji="0" lang="en-US" altLang="en-US" sz="1600" b="0" i="0" u="none" strike="noStrike" cap="none" normalizeH="0" baseline="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rPr>
              <a:t> (model) of a system to understand, design, or communicate how it works.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rPr>
              <a:t>It’s like drawing a </a:t>
            </a:r>
            <a:r>
              <a:rPr kumimoji="0" lang="en-US" altLang="en-US" sz="1600" b="1" i="0" u="none" strike="noStrike" cap="none" normalizeH="0" baseline="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rPr>
              <a:t>blueprint</a:t>
            </a:r>
            <a:r>
              <a:rPr kumimoji="0" lang="en-US" altLang="en-US" sz="1600" b="0" i="0" u="none" strike="noStrike" cap="none" normalizeH="0" baseline="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rPr>
              <a:t> before constructing a building.</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6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rPr>
              <a:t> </a:t>
            </a:r>
            <a:r>
              <a:rPr kumimoji="0" lang="en-US" altLang="en-US" sz="1600" b="1" i="0" u="none" strike="noStrike" cap="none" normalizeH="0" baseline="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rPr>
              <a:t>Analogy:</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rPr>
              <a:t>Architects</a:t>
            </a:r>
            <a:r>
              <a:rPr kumimoji="0" lang="en-US" altLang="en-US" sz="1600" b="0" i="0" u="none" strike="noStrike" cap="none" normalizeH="0" baseline="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rPr>
              <a:t> make blueprints before construction.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rPr>
              <a:t>Software engineers</a:t>
            </a:r>
            <a:r>
              <a:rPr kumimoji="0" lang="en-US" altLang="en-US" sz="1600" b="0" i="0" u="none" strike="noStrike" cap="none" normalizeH="0" baseline="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rPr>
              <a:t> make </a:t>
            </a:r>
            <a:r>
              <a:rPr kumimoji="0" lang="en-US" altLang="en-US" sz="1600" b="1" i="0" u="none" strike="noStrike" cap="none" normalizeH="0" baseline="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rPr>
              <a:t>models</a:t>
            </a:r>
            <a:r>
              <a:rPr kumimoji="0" lang="en-US" altLang="en-US" sz="1600" b="0" i="0" u="none" strike="noStrike" cap="none" normalizeH="0" baseline="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rPr>
              <a:t> before coding.</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30600956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703"/>
        <p:cNvGrpSpPr/>
        <p:nvPr/>
      </p:nvGrpSpPr>
      <p:grpSpPr>
        <a:xfrm>
          <a:off x="0" y="0"/>
          <a:ext cx="0" cy="0"/>
          <a:chOff x="0" y="0"/>
          <a:chExt cx="0" cy="0"/>
        </a:xfrm>
      </p:grpSpPr>
      <p:sp>
        <p:nvSpPr>
          <p:cNvPr id="704" name="Google Shape;704;p32"/>
          <p:cNvSpPr txBox="1">
            <a:spLocks noGrp="1"/>
          </p:cNvSpPr>
          <p:nvPr>
            <p:ph type="title"/>
          </p:nvPr>
        </p:nvSpPr>
        <p:spPr>
          <a:xfrm>
            <a:off x="722375" y="539500"/>
            <a:ext cx="76992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2200" dirty="0">
                <a:latin typeface="Open Sans" panose="020B0606030504020204" pitchFamily="34" charset="0"/>
                <a:ea typeface="Open Sans" panose="020B0606030504020204" pitchFamily="34" charset="0"/>
                <a:cs typeface="Open Sans" panose="020B0606030504020204" pitchFamily="34" charset="0"/>
              </a:rPr>
              <a:t>Purpose of Modeling</a:t>
            </a:r>
            <a:endParaRPr sz="2200" dirty="0">
              <a:latin typeface="Open Sans" panose="020B0606030504020204" pitchFamily="34" charset="0"/>
              <a:ea typeface="Open Sans" panose="020B0606030504020204" pitchFamily="34" charset="0"/>
              <a:cs typeface="Open Sans" panose="020B0606030504020204" pitchFamily="34" charset="0"/>
            </a:endParaRPr>
          </a:p>
        </p:txBody>
      </p:sp>
      <p:grpSp>
        <p:nvGrpSpPr>
          <p:cNvPr id="755" name="Google Shape;755;p32"/>
          <p:cNvGrpSpPr/>
          <p:nvPr/>
        </p:nvGrpSpPr>
        <p:grpSpPr>
          <a:xfrm>
            <a:off x="8220197" y="4319776"/>
            <a:ext cx="731685" cy="731614"/>
            <a:chOff x="276382" y="1174752"/>
            <a:chExt cx="895027" cy="894940"/>
          </a:xfrm>
        </p:grpSpPr>
        <p:grpSp>
          <p:nvGrpSpPr>
            <p:cNvPr id="756" name="Google Shape;756;p32"/>
            <p:cNvGrpSpPr/>
            <p:nvPr/>
          </p:nvGrpSpPr>
          <p:grpSpPr>
            <a:xfrm>
              <a:off x="276382" y="1174752"/>
              <a:ext cx="895027" cy="894940"/>
              <a:chOff x="2861096" y="3889198"/>
              <a:chExt cx="397772" cy="397716"/>
            </a:xfrm>
          </p:grpSpPr>
          <p:sp>
            <p:nvSpPr>
              <p:cNvPr id="757" name="Google Shape;757;p32"/>
              <p:cNvSpPr/>
              <p:nvPr/>
            </p:nvSpPr>
            <p:spPr>
              <a:xfrm>
                <a:off x="2861096" y="3889198"/>
                <a:ext cx="397772" cy="397716"/>
              </a:xfrm>
              <a:custGeom>
                <a:avLst/>
                <a:gdLst/>
                <a:ahLst/>
                <a:cxnLst/>
                <a:rect l="l" t="t" r="r" b="b"/>
                <a:pathLst>
                  <a:path w="7080" h="7079" extrusionOk="0">
                    <a:moveTo>
                      <a:pt x="3545" y="0"/>
                    </a:moveTo>
                    <a:cubicBezTo>
                      <a:pt x="1588" y="0"/>
                      <a:pt x="1" y="1588"/>
                      <a:pt x="1" y="3535"/>
                    </a:cubicBezTo>
                    <a:cubicBezTo>
                      <a:pt x="1" y="5491"/>
                      <a:pt x="1588" y="7079"/>
                      <a:pt x="3545" y="7079"/>
                    </a:cubicBezTo>
                    <a:cubicBezTo>
                      <a:pt x="5501" y="7079"/>
                      <a:pt x="7079" y="5491"/>
                      <a:pt x="7079" y="3535"/>
                    </a:cubicBezTo>
                    <a:cubicBezTo>
                      <a:pt x="7079" y="1588"/>
                      <a:pt x="5501" y="0"/>
                      <a:pt x="3545" y="0"/>
                    </a:cubicBezTo>
                    <a:close/>
                  </a:path>
                </a:pathLst>
              </a:custGeom>
              <a:solidFill>
                <a:schemeClr val="accent3"/>
              </a:solidFill>
              <a:ln w="9525" cap="flat" cmpd="sng">
                <a:solidFill>
                  <a:schemeClr val="dk1"/>
                </a:solidFill>
                <a:prstDash val="solid"/>
                <a:miter lim="945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Open Sans" panose="020B0606030504020204" pitchFamily="34" charset="0"/>
                  <a:ea typeface="Open Sans" panose="020B0606030504020204" pitchFamily="34" charset="0"/>
                  <a:cs typeface="Open Sans" panose="020B0606030504020204" pitchFamily="34" charset="0"/>
                </a:endParaRPr>
              </a:p>
            </p:txBody>
          </p:sp>
          <p:sp>
            <p:nvSpPr>
              <p:cNvPr id="758" name="Google Shape;758;p32"/>
              <p:cNvSpPr/>
              <p:nvPr/>
            </p:nvSpPr>
            <p:spPr>
              <a:xfrm>
                <a:off x="2907821" y="3931467"/>
                <a:ext cx="304332" cy="313132"/>
              </a:xfrm>
              <a:custGeom>
                <a:avLst/>
                <a:gdLst/>
                <a:ahLst/>
                <a:cxnLst/>
                <a:rect l="l" t="t" r="r" b="b"/>
                <a:pathLst>
                  <a:path w="4282" h="4282" extrusionOk="0">
                    <a:moveTo>
                      <a:pt x="2146" y="1"/>
                    </a:moveTo>
                    <a:cubicBezTo>
                      <a:pt x="964" y="1"/>
                      <a:pt x="0" y="955"/>
                      <a:pt x="0" y="2137"/>
                    </a:cubicBezTo>
                    <a:cubicBezTo>
                      <a:pt x="0" y="3327"/>
                      <a:pt x="964" y="4282"/>
                      <a:pt x="2146" y="4282"/>
                    </a:cubicBezTo>
                    <a:cubicBezTo>
                      <a:pt x="3327" y="4282"/>
                      <a:pt x="4281" y="3327"/>
                      <a:pt x="4281" y="2137"/>
                    </a:cubicBezTo>
                    <a:cubicBezTo>
                      <a:pt x="4281" y="955"/>
                      <a:pt x="3327" y="1"/>
                      <a:pt x="2146" y="1"/>
                    </a:cubicBezTo>
                    <a:close/>
                  </a:path>
                </a:pathLst>
              </a:custGeom>
              <a:solidFill>
                <a:schemeClr val="accent1"/>
              </a:solidFill>
              <a:ln w="9525" cap="flat" cmpd="sng">
                <a:solidFill>
                  <a:schemeClr val="dk1"/>
                </a:solidFill>
                <a:prstDash val="solid"/>
                <a:miter lim="945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Open Sans" panose="020B0606030504020204" pitchFamily="34" charset="0"/>
                  <a:ea typeface="Open Sans" panose="020B0606030504020204" pitchFamily="34" charset="0"/>
                  <a:cs typeface="Open Sans" panose="020B0606030504020204" pitchFamily="34" charset="0"/>
                </a:endParaRPr>
              </a:p>
            </p:txBody>
          </p:sp>
        </p:grpSp>
        <p:sp>
          <p:nvSpPr>
            <p:cNvPr id="759" name="Google Shape;759;p32"/>
            <p:cNvSpPr/>
            <p:nvPr/>
          </p:nvSpPr>
          <p:spPr>
            <a:xfrm>
              <a:off x="698100" y="1366625"/>
              <a:ext cx="195250" cy="467375"/>
            </a:xfrm>
            <a:custGeom>
              <a:avLst/>
              <a:gdLst/>
              <a:ahLst/>
              <a:cxnLst/>
              <a:rect l="l" t="t" r="r" b="b"/>
              <a:pathLst>
                <a:path w="7810" h="18695" extrusionOk="0">
                  <a:moveTo>
                    <a:pt x="5916" y="0"/>
                  </a:moveTo>
                  <a:lnTo>
                    <a:pt x="0" y="9939"/>
                  </a:lnTo>
                  <a:lnTo>
                    <a:pt x="7810" y="18695"/>
                  </a:lnTo>
                </a:path>
              </a:pathLst>
            </a:custGeom>
            <a:noFill/>
            <a:ln w="9525" cap="flat" cmpd="sng">
              <a:solidFill>
                <a:schemeClr val="dk1"/>
              </a:solidFill>
              <a:prstDash val="solid"/>
              <a:round/>
              <a:headEnd type="none" w="med" len="med"/>
              <a:tailEnd type="none" w="med" len="med"/>
            </a:ln>
          </p:spPr>
        </p:sp>
      </p:grpSp>
      <p:graphicFrame>
        <p:nvGraphicFramePr>
          <p:cNvPr id="2" name="Table 1">
            <a:extLst>
              <a:ext uri="{FF2B5EF4-FFF2-40B4-BE49-F238E27FC236}">
                <a16:creationId xmlns:a16="http://schemas.microsoft.com/office/drawing/2014/main" id="{32B663DA-904C-4090-B9B3-CFE10145F0EA}"/>
              </a:ext>
            </a:extLst>
          </p:cNvPr>
          <p:cNvGraphicFramePr>
            <a:graphicFrameLocks noGrp="1"/>
          </p:cNvGraphicFramePr>
          <p:nvPr>
            <p:extLst>
              <p:ext uri="{D42A27DB-BD31-4B8C-83A1-F6EECF244321}">
                <p14:modId xmlns:p14="http://schemas.microsoft.com/office/powerpoint/2010/main" val="3292548883"/>
              </p:ext>
            </p:extLst>
          </p:nvPr>
        </p:nvGraphicFramePr>
        <p:xfrm>
          <a:off x="780058" y="1606987"/>
          <a:ext cx="7583834" cy="2042160"/>
        </p:xfrm>
        <a:graphic>
          <a:graphicData uri="http://schemas.openxmlformats.org/drawingml/2006/table">
            <a:tbl>
              <a:tblPr/>
              <a:tblGrid>
                <a:gridCol w="3791917">
                  <a:extLst>
                    <a:ext uri="{9D8B030D-6E8A-4147-A177-3AD203B41FA5}">
                      <a16:colId xmlns:a16="http://schemas.microsoft.com/office/drawing/2014/main" val="3325287394"/>
                    </a:ext>
                  </a:extLst>
                </a:gridCol>
                <a:gridCol w="3791917">
                  <a:extLst>
                    <a:ext uri="{9D8B030D-6E8A-4147-A177-3AD203B41FA5}">
                      <a16:colId xmlns:a16="http://schemas.microsoft.com/office/drawing/2014/main" val="3322645465"/>
                    </a:ext>
                  </a:extLst>
                </a:gridCol>
              </a:tblGrid>
              <a:tr h="304800">
                <a:tc>
                  <a:txBody>
                    <a:bodyPr/>
                    <a:lstStyle/>
                    <a:p>
                      <a:r>
                        <a:rPr lang="en-US" sz="1400" dirty="0">
                          <a:latin typeface="Open Sans" panose="020B0606030504020204" pitchFamily="34" charset="0"/>
                          <a:ea typeface="Open Sans" panose="020B0606030504020204" pitchFamily="34" charset="0"/>
                          <a:cs typeface="Open Sans" panose="020B0606030504020204" pitchFamily="34" charset="0"/>
                        </a:rPr>
                        <a:t>Goal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dirty="0">
                          <a:latin typeface="Open Sans" panose="020B0606030504020204" pitchFamily="34" charset="0"/>
                          <a:ea typeface="Open Sans" panose="020B0606030504020204" pitchFamily="34" charset="0"/>
                          <a:cs typeface="Open Sans" panose="020B0606030504020204" pitchFamily="34" charset="0"/>
                        </a:rPr>
                        <a:t>Explanation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20867491"/>
                  </a:ext>
                </a:extLst>
              </a:tr>
              <a:tr h="304800">
                <a:tc>
                  <a:txBody>
                    <a:bodyPr/>
                    <a:lstStyle/>
                    <a:p>
                      <a:r>
                        <a:rPr lang="en-US" sz="1400" b="1" dirty="0">
                          <a:latin typeface="Open Sans" panose="020B0606030504020204" pitchFamily="34" charset="0"/>
                          <a:ea typeface="Open Sans" panose="020B0606030504020204" pitchFamily="34" charset="0"/>
                          <a:cs typeface="Open Sans" panose="020B0606030504020204" pitchFamily="34" charset="0"/>
                        </a:rPr>
                        <a:t>Understand the system</a:t>
                      </a:r>
                      <a:endParaRPr lang="en-US" sz="1400" dirty="0">
                        <a:latin typeface="Open Sans" panose="020B0606030504020204" pitchFamily="34" charset="0"/>
                        <a:ea typeface="Open Sans" panose="020B0606030504020204" pitchFamily="34" charset="0"/>
                        <a:cs typeface="Open Sans" panose="020B0606030504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dirty="0">
                          <a:latin typeface="Open Sans" panose="020B0606030504020204" pitchFamily="34" charset="0"/>
                          <a:ea typeface="Open Sans" panose="020B0606030504020204" pitchFamily="34" charset="0"/>
                          <a:cs typeface="Open Sans" panose="020B0606030504020204" pitchFamily="34" charset="0"/>
                        </a:rPr>
                        <a:t>Visualize complex systems simply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38643727"/>
                  </a:ext>
                </a:extLst>
              </a:tr>
              <a:tr h="518160">
                <a:tc>
                  <a:txBody>
                    <a:bodyPr/>
                    <a:lstStyle/>
                    <a:p>
                      <a:r>
                        <a:rPr lang="en-US" sz="1400" b="1">
                          <a:latin typeface="Open Sans" panose="020B0606030504020204" pitchFamily="34" charset="0"/>
                          <a:ea typeface="Open Sans" panose="020B0606030504020204" pitchFamily="34" charset="0"/>
                          <a:cs typeface="Open Sans" panose="020B0606030504020204" pitchFamily="34" charset="0"/>
                        </a:rPr>
                        <a:t>Communicate with stakeholders</a:t>
                      </a:r>
                      <a:endParaRPr lang="en-US" sz="1400">
                        <a:latin typeface="Open Sans" panose="020B0606030504020204" pitchFamily="34" charset="0"/>
                        <a:ea typeface="Open Sans" panose="020B0606030504020204" pitchFamily="34" charset="0"/>
                        <a:cs typeface="Open Sans" panose="020B0606030504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dirty="0">
                          <a:latin typeface="Open Sans" panose="020B0606030504020204" pitchFamily="34" charset="0"/>
                          <a:ea typeface="Open Sans" panose="020B0606030504020204" pitchFamily="34" charset="0"/>
                          <a:cs typeface="Open Sans" panose="020B0606030504020204" pitchFamily="34" charset="0"/>
                        </a:rPr>
                        <a:t>Helps non-technical people see what’s being built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57909"/>
                  </a:ext>
                </a:extLst>
              </a:tr>
              <a:tr h="304800">
                <a:tc>
                  <a:txBody>
                    <a:bodyPr/>
                    <a:lstStyle/>
                    <a:p>
                      <a:r>
                        <a:rPr lang="en-US" sz="1400" b="1" dirty="0">
                          <a:latin typeface="Open Sans" panose="020B0606030504020204" pitchFamily="34" charset="0"/>
                          <a:ea typeface="Open Sans" panose="020B0606030504020204" pitchFamily="34" charset="0"/>
                          <a:cs typeface="Open Sans" panose="020B0606030504020204" pitchFamily="34" charset="0"/>
                        </a:rPr>
                        <a:t>Analyze and refine</a:t>
                      </a:r>
                      <a:endParaRPr lang="en-US" sz="1400" dirty="0">
                        <a:latin typeface="Open Sans" panose="020B0606030504020204" pitchFamily="34" charset="0"/>
                        <a:ea typeface="Open Sans" panose="020B0606030504020204" pitchFamily="34" charset="0"/>
                        <a:cs typeface="Open Sans" panose="020B0606030504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dirty="0">
                          <a:latin typeface="Open Sans" panose="020B0606030504020204" pitchFamily="34" charset="0"/>
                          <a:ea typeface="Open Sans" panose="020B0606030504020204" pitchFamily="34" charset="0"/>
                          <a:cs typeface="Open Sans" panose="020B0606030504020204" pitchFamily="34" charset="0"/>
                        </a:rPr>
                        <a:t>Identify problems early (before coding)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05338545"/>
                  </a:ext>
                </a:extLst>
              </a:tr>
              <a:tr h="304800">
                <a:tc>
                  <a:txBody>
                    <a:bodyPr/>
                    <a:lstStyle/>
                    <a:p>
                      <a:r>
                        <a:rPr lang="en-US" sz="1400" b="1" dirty="0">
                          <a:latin typeface="Open Sans" panose="020B0606030504020204" pitchFamily="34" charset="0"/>
                          <a:ea typeface="Open Sans" panose="020B0606030504020204" pitchFamily="34" charset="0"/>
                          <a:cs typeface="Open Sans" panose="020B0606030504020204" pitchFamily="34" charset="0"/>
                        </a:rPr>
                        <a:t>Guide implementation</a:t>
                      </a:r>
                      <a:endParaRPr lang="en-US" sz="1400" dirty="0">
                        <a:latin typeface="Open Sans" panose="020B0606030504020204" pitchFamily="34" charset="0"/>
                        <a:ea typeface="Open Sans" panose="020B0606030504020204" pitchFamily="34" charset="0"/>
                        <a:cs typeface="Open Sans" panose="020B0606030504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dirty="0">
                          <a:latin typeface="Open Sans" panose="020B0606030504020204" pitchFamily="34" charset="0"/>
                          <a:ea typeface="Open Sans" panose="020B0606030504020204" pitchFamily="34" charset="0"/>
                          <a:cs typeface="Open Sans" panose="020B0606030504020204" pitchFamily="34" charset="0"/>
                        </a:rPr>
                        <a:t>Acts as a roadmap for developers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3496058"/>
                  </a:ext>
                </a:extLst>
              </a:tr>
              <a:tr h="304800">
                <a:tc>
                  <a:txBody>
                    <a:bodyPr/>
                    <a:lstStyle/>
                    <a:p>
                      <a:r>
                        <a:rPr lang="en-US" sz="1400" b="1" dirty="0">
                          <a:latin typeface="Open Sans" panose="020B0606030504020204" pitchFamily="34" charset="0"/>
                          <a:ea typeface="Open Sans" panose="020B0606030504020204" pitchFamily="34" charset="0"/>
                          <a:cs typeface="Open Sans" panose="020B0606030504020204" pitchFamily="34" charset="0"/>
                        </a:rPr>
                        <a:t>Document the design</a:t>
                      </a:r>
                      <a:endParaRPr lang="en-US" sz="1400" dirty="0">
                        <a:latin typeface="Open Sans" panose="020B0606030504020204" pitchFamily="34" charset="0"/>
                        <a:ea typeface="Open Sans" panose="020B0606030504020204" pitchFamily="34" charset="0"/>
                        <a:cs typeface="Open Sans" panose="020B0606030504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dirty="0">
                          <a:latin typeface="Open Sans" panose="020B0606030504020204" pitchFamily="34" charset="0"/>
                          <a:ea typeface="Open Sans" panose="020B0606030504020204" pitchFamily="34" charset="0"/>
                          <a:cs typeface="Open Sans" panose="020B0606030504020204" pitchFamily="34" charset="0"/>
                        </a:rPr>
                        <a:t>Useful for maintenance and updates later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74074641"/>
                  </a:ext>
                </a:extLst>
              </a:tr>
            </a:tbl>
          </a:graphicData>
        </a:graphic>
      </p:graphicFrame>
    </p:spTree>
    <p:extLst>
      <p:ext uri="{BB962C8B-B14F-4D97-AF65-F5344CB8AC3E}">
        <p14:creationId xmlns:p14="http://schemas.microsoft.com/office/powerpoint/2010/main" val="135276342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703"/>
        <p:cNvGrpSpPr/>
        <p:nvPr/>
      </p:nvGrpSpPr>
      <p:grpSpPr>
        <a:xfrm>
          <a:off x="0" y="0"/>
          <a:ext cx="0" cy="0"/>
          <a:chOff x="0" y="0"/>
          <a:chExt cx="0" cy="0"/>
        </a:xfrm>
      </p:grpSpPr>
      <p:sp>
        <p:nvSpPr>
          <p:cNvPr id="704" name="Google Shape;704;p32"/>
          <p:cNvSpPr txBox="1">
            <a:spLocks noGrp="1"/>
          </p:cNvSpPr>
          <p:nvPr>
            <p:ph type="title"/>
          </p:nvPr>
        </p:nvSpPr>
        <p:spPr>
          <a:xfrm>
            <a:off x="722375" y="539500"/>
            <a:ext cx="76992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2200" dirty="0">
                <a:latin typeface="Open Sans" panose="020B0606030504020204" pitchFamily="34" charset="0"/>
                <a:ea typeface="Open Sans" panose="020B0606030504020204" pitchFamily="34" charset="0"/>
                <a:cs typeface="Open Sans" panose="020B0606030504020204" pitchFamily="34" charset="0"/>
              </a:rPr>
              <a:t>🔹 What is a Software Model?</a:t>
            </a:r>
          </a:p>
        </p:txBody>
      </p:sp>
      <p:grpSp>
        <p:nvGrpSpPr>
          <p:cNvPr id="755" name="Google Shape;755;p32"/>
          <p:cNvGrpSpPr/>
          <p:nvPr/>
        </p:nvGrpSpPr>
        <p:grpSpPr>
          <a:xfrm>
            <a:off x="8220197" y="4319776"/>
            <a:ext cx="731685" cy="731614"/>
            <a:chOff x="276382" y="1174752"/>
            <a:chExt cx="895027" cy="894940"/>
          </a:xfrm>
        </p:grpSpPr>
        <p:grpSp>
          <p:nvGrpSpPr>
            <p:cNvPr id="756" name="Google Shape;756;p32"/>
            <p:cNvGrpSpPr/>
            <p:nvPr/>
          </p:nvGrpSpPr>
          <p:grpSpPr>
            <a:xfrm>
              <a:off x="276382" y="1174752"/>
              <a:ext cx="895027" cy="894940"/>
              <a:chOff x="2861096" y="3889198"/>
              <a:chExt cx="397772" cy="397716"/>
            </a:xfrm>
          </p:grpSpPr>
          <p:sp>
            <p:nvSpPr>
              <p:cNvPr id="757" name="Google Shape;757;p32"/>
              <p:cNvSpPr/>
              <p:nvPr/>
            </p:nvSpPr>
            <p:spPr>
              <a:xfrm>
                <a:off x="2861096" y="3889198"/>
                <a:ext cx="397772" cy="397716"/>
              </a:xfrm>
              <a:custGeom>
                <a:avLst/>
                <a:gdLst/>
                <a:ahLst/>
                <a:cxnLst/>
                <a:rect l="l" t="t" r="r" b="b"/>
                <a:pathLst>
                  <a:path w="7080" h="7079" extrusionOk="0">
                    <a:moveTo>
                      <a:pt x="3545" y="0"/>
                    </a:moveTo>
                    <a:cubicBezTo>
                      <a:pt x="1588" y="0"/>
                      <a:pt x="1" y="1588"/>
                      <a:pt x="1" y="3535"/>
                    </a:cubicBezTo>
                    <a:cubicBezTo>
                      <a:pt x="1" y="5491"/>
                      <a:pt x="1588" y="7079"/>
                      <a:pt x="3545" y="7079"/>
                    </a:cubicBezTo>
                    <a:cubicBezTo>
                      <a:pt x="5501" y="7079"/>
                      <a:pt x="7079" y="5491"/>
                      <a:pt x="7079" y="3535"/>
                    </a:cubicBezTo>
                    <a:cubicBezTo>
                      <a:pt x="7079" y="1588"/>
                      <a:pt x="5501" y="0"/>
                      <a:pt x="3545" y="0"/>
                    </a:cubicBezTo>
                    <a:close/>
                  </a:path>
                </a:pathLst>
              </a:custGeom>
              <a:solidFill>
                <a:schemeClr val="accent3"/>
              </a:solidFill>
              <a:ln w="9525" cap="flat" cmpd="sng">
                <a:solidFill>
                  <a:schemeClr val="dk1"/>
                </a:solidFill>
                <a:prstDash val="solid"/>
                <a:miter lim="945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600">
                  <a:latin typeface="Open Sans" panose="020B0606030504020204" pitchFamily="34" charset="0"/>
                  <a:ea typeface="Open Sans" panose="020B0606030504020204" pitchFamily="34" charset="0"/>
                  <a:cs typeface="Open Sans" panose="020B0606030504020204" pitchFamily="34" charset="0"/>
                </a:endParaRPr>
              </a:p>
            </p:txBody>
          </p:sp>
          <p:sp>
            <p:nvSpPr>
              <p:cNvPr id="758" name="Google Shape;758;p32"/>
              <p:cNvSpPr/>
              <p:nvPr/>
            </p:nvSpPr>
            <p:spPr>
              <a:xfrm>
                <a:off x="2907821" y="3931467"/>
                <a:ext cx="304332" cy="313132"/>
              </a:xfrm>
              <a:custGeom>
                <a:avLst/>
                <a:gdLst/>
                <a:ahLst/>
                <a:cxnLst/>
                <a:rect l="l" t="t" r="r" b="b"/>
                <a:pathLst>
                  <a:path w="4282" h="4282" extrusionOk="0">
                    <a:moveTo>
                      <a:pt x="2146" y="1"/>
                    </a:moveTo>
                    <a:cubicBezTo>
                      <a:pt x="964" y="1"/>
                      <a:pt x="0" y="955"/>
                      <a:pt x="0" y="2137"/>
                    </a:cubicBezTo>
                    <a:cubicBezTo>
                      <a:pt x="0" y="3327"/>
                      <a:pt x="964" y="4282"/>
                      <a:pt x="2146" y="4282"/>
                    </a:cubicBezTo>
                    <a:cubicBezTo>
                      <a:pt x="3327" y="4282"/>
                      <a:pt x="4281" y="3327"/>
                      <a:pt x="4281" y="2137"/>
                    </a:cubicBezTo>
                    <a:cubicBezTo>
                      <a:pt x="4281" y="955"/>
                      <a:pt x="3327" y="1"/>
                      <a:pt x="2146" y="1"/>
                    </a:cubicBezTo>
                    <a:close/>
                  </a:path>
                </a:pathLst>
              </a:custGeom>
              <a:solidFill>
                <a:schemeClr val="accent1"/>
              </a:solidFill>
              <a:ln w="9525" cap="flat" cmpd="sng">
                <a:solidFill>
                  <a:schemeClr val="dk1"/>
                </a:solidFill>
                <a:prstDash val="solid"/>
                <a:miter lim="945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600">
                  <a:latin typeface="Open Sans" panose="020B0606030504020204" pitchFamily="34" charset="0"/>
                  <a:ea typeface="Open Sans" panose="020B0606030504020204" pitchFamily="34" charset="0"/>
                  <a:cs typeface="Open Sans" panose="020B0606030504020204" pitchFamily="34" charset="0"/>
                </a:endParaRPr>
              </a:p>
            </p:txBody>
          </p:sp>
        </p:grpSp>
        <p:sp>
          <p:nvSpPr>
            <p:cNvPr id="759" name="Google Shape;759;p32"/>
            <p:cNvSpPr/>
            <p:nvPr/>
          </p:nvSpPr>
          <p:spPr>
            <a:xfrm>
              <a:off x="698100" y="1366625"/>
              <a:ext cx="195250" cy="467375"/>
            </a:xfrm>
            <a:custGeom>
              <a:avLst/>
              <a:gdLst/>
              <a:ahLst/>
              <a:cxnLst/>
              <a:rect l="l" t="t" r="r" b="b"/>
              <a:pathLst>
                <a:path w="7810" h="18695" extrusionOk="0">
                  <a:moveTo>
                    <a:pt x="5916" y="0"/>
                  </a:moveTo>
                  <a:lnTo>
                    <a:pt x="0" y="9939"/>
                  </a:lnTo>
                  <a:lnTo>
                    <a:pt x="7810" y="18695"/>
                  </a:lnTo>
                </a:path>
              </a:pathLst>
            </a:custGeom>
            <a:noFill/>
            <a:ln w="9525" cap="flat" cmpd="sng">
              <a:solidFill>
                <a:schemeClr val="dk1"/>
              </a:solidFill>
              <a:prstDash val="solid"/>
              <a:round/>
              <a:headEnd type="none" w="med" len="med"/>
              <a:tailEnd type="none" w="med" len="med"/>
            </a:ln>
          </p:spPr>
        </p:sp>
      </p:grpSp>
      <p:sp>
        <p:nvSpPr>
          <p:cNvPr id="3" name="Rectangle 1">
            <a:extLst>
              <a:ext uri="{FF2B5EF4-FFF2-40B4-BE49-F238E27FC236}">
                <a16:creationId xmlns:a16="http://schemas.microsoft.com/office/drawing/2014/main" id="{CC2257DC-8D84-4221-9F06-01A452C0CF68}"/>
              </a:ext>
            </a:extLst>
          </p:cNvPr>
          <p:cNvSpPr>
            <a:spLocks noChangeArrowheads="1"/>
          </p:cNvSpPr>
          <p:nvPr/>
        </p:nvSpPr>
        <p:spPr bwMode="auto">
          <a:xfrm>
            <a:off x="722375" y="1232760"/>
            <a:ext cx="8264163"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rPr>
              <a:t>Definition:</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rPr>
              <a:t>A </a:t>
            </a:r>
            <a:r>
              <a:rPr kumimoji="0" lang="en-US" altLang="en-US" sz="1600" b="1" i="0" u="none" strike="noStrike" cap="none" normalizeH="0" baseline="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rPr>
              <a:t>software model</a:t>
            </a:r>
            <a:r>
              <a:rPr kumimoji="0" lang="en-US" altLang="en-US" sz="1600" b="0" i="0" u="none" strike="noStrike" cap="none" normalizeH="0" baseline="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rPr>
              <a:t> is a structured representation of a software system, showing its components, relationships, and behaviors.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rPr>
              <a:t>It’s a </a:t>
            </a:r>
            <a:r>
              <a:rPr kumimoji="0" lang="en-US" altLang="en-US" sz="1600" b="1" i="0" u="none" strike="noStrike" cap="none" normalizeH="0" baseline="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rPr>
              <a:t>blueprint of the software</a:t>
            </a:r>
            <a:r>
              <a:rPr kumimoji="0" lang="en-US" altLang="en-US" sz="1600" b="0" i="0" u="none" strike="noStrike" cap="none" normalizeH="0" baseline="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rPr>
              <a:t> before actual development.</a:t>
            </a:r>
          </a:p>
        </p:txBody>
      </p:sp>
      <p:pic>
        <p:nvPicPr>
          <p:cNvPr id="10" name="Picture 2" descr="Create and Visualize House Plans in Minutes | RoomSketcher">
            <a:extLst>
              <a:ext uri="{FF2B5EF4-FFF2-40B4-BE49-F238E27FC236}">
                <a16:creationId xmlns:a16="http://schemas.microsoft.com/office/drawing/2014/main" id="{82184395-4A73-45D6-88A3-292E34DE2D8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7948" y="2750505"/>
            <a:ext cx="2640046" cy="1980034"/>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0">
            <a:extLst>
              <a:ext uri="{FF2B5EF4-FFF2-40B4-BE49-F238E27FC236}">
                <a16:creationId xmlns:a16="http://schemas.microsoft.com/office/drawing/2014/main" id="{0477E61B-C92B-497C-86A5-0F3CB4B41EEA}"/>
              </a:ext>
            </a:extLst>
          </p:cNvPr>
          <p:cNvPicPr>
            <a:picLocks noChangeAspect="1"/>
          </p:cNvPicPr>
          <p:nvPr/>
        </p:nvPicPr>
        <p:blipFill>
          <a:blip r:embed="rId4"/>
          <a:stretch>
            <a:fillRect/>
          </a:stretch>
        </p:blipFill>
        <p:spPr>
          <a:xfrm>
            <a:off x="5152407" y="2676759"/>
            <a:ext cx="2580111" cy="1935084"/>
          </a:xfrm>
          <a:prstGeom prst="rect">
            <a:avLst/>
          </a:prstGeom>
        </p:spPr>
      </p:pic>
    </p:spTree>
    <p:extLst>
      <p:ext uri="{BB962C8B-B14F-4D97-AF65-F5344CB8AC3E}">
        <p14:creationId xmlns:p14="http://schemas.microsoft.com/office/powerpoint/2010/main" val="17284391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703"/>
        <p:cNvGrpSpPr/>
        <p:nvPr/>
      </p:nvGrpSpPr>
      <p:grpSpPr>
        <a:xfrm>
          <a:off x="0" y="0"/>
          <a:ext cx="0" cy="0"/>
          <a:chOff x="0" y="0"/>
          <a:chExt cx="0" cy="0"/>
        </a:xfrm>
      </p:grpSpPr>
      <p:sp>
        <p:nvSpPr>
          <p:cNvPr id="704" name="Google Shape;704;p32"/>
          <p:cNvSpPr txBox="1">
            <a:spLocks noGrp="1"/>
          </p:cNvSpPr>
          <p:nvPr>
            <p:ph type="title"/>
          </p:nvPr>
        </p:nvSpPr>
        <p:spPr>
          <a:xfrm>
            <a:off x="722375" y="539500"/>
            <a:ext cx="76992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2200" dirty="0">
                <a:latin typeface="Open Sans" panose="020B0606030504020204" pitchFamily="34" charset="0"/>
                <a:ea typeface="Open Sans" panose="020B0606030504020204" pitchFamily="34" charset="0"/>
                <a:cs typeface="Open Sans" panose="020B0606030504020204" pitchFamily="34" charset="0"/>
              </a:rPr>
              <a:t>Types of Software Models</a:t>
            </a:r>
          </a:p>
        </p:txBody>
      </p:sp>
      <p:grpSp>
        <p:nvGrpSpPr>
          <p:cNvPr id="755" name="Google Shape;755;p32"/>
          <p:cNvGrpSpPr/>
          <p:nvPr/>
        </p:nvGrpSpPr>
        <p:grpSpPr>
          <a:xfrm>
            <a:off x="8220197" y="4319776"/>
            <a:ext cx="731685" cy="731614"/>
            <a:chOff x="276382" y="1174752"/>
            <a:chExt cx="895027" cy="894940"/>
          </a:xfrm>
        </p:grpSpPr>
        <p:grpSp>
          <p:nvGrpSpPr>
            <p:cNvPr id="756" name="Google Shape;756;p32"/>
            <p:cNvGrpSpPr/>
            <p:nvPr/>
          </p:nvGrpSpPr>
          <p:grpSpPr>
            <a:xfrm>
              <a:off x="276382" y="1174752"/>
              <a:ext cx="895027" cy="894940"/>
              <a:chOff x="2861096" y="3889198"/>
              <a:chExt cx="397772" cy="397716"/>
            </a:xfrm>
          </p:grpSpPr>
          <p:sp>
            <p:nvSpPr>
              <p:cNvPr id="757" name="Google Shape;757;p32"/>
              <p:cNvSpPr/>
              <p:nvPr/>
            </p:nvSpPr>
            <p:spPr>
              <a:xfrm>
                <a:off x="2861096" y="3889198"/>
                <a:ext cx="397772" cy="397716"/>
              </a:xfrm>
              <a:custGeom>
                <a:avLst/>
                <a:gdLst/>
                <a:ahLst/>
                <a:cxnLst/>
                <a:rect l="l" t="t" r="r" b="b"/>
                <a:pathLst>
                  <a:path w="7080" h="7079" extrusionOk="0">
                    <a:moveTo>
                      <a:pt x="3545" y="0"/>
                    </a:moveTo>
                    <a:cubicBezTo>
                      <a:pt x="1588" y="0"/>
                      <a:pt x="1" y="1588"/>
                      <a:pt x="1" y="3535"/>
                    </a:cubicBezTo>
                    <a:cubicBezTo>
                      <a:pt x="1" y="5491"/>
                      <a:pt x="1588" y="7079"/>
                      <a:pt x="3545" y="7079"/>
                    </a:cubicBezTo>
                    <a:cubicBezTo>
                      <a:pt x="5501" y="7079"/>
                      <a:pt x="7079" y="5491"/>
                      <a:pt x="7079" y="3535"/>
                    </a:cubicBezTo>
                    <a:cubicBezTo>
                      <a:pt x="7079" y="1588"/>
                      <a:pt x="5501" y="0"/>
                      <a:pt x="3545" y="0"/>
                    </a:cubicBezTo>
                    <a:close/>
                  </a:path>
                </a:pathLst>
              </a:custGeom>
              <a:solidFill>
                <a:schemeClr val="accent3"/>
              </a:solidFill>
              <a:ln w="9525" cap="flat" cmpd="sng">
                <a:solidFill>
                  <a:schemeClr val="dk1"/>
                </a:solidFill>
                <a:prstDash val="solid"/>
                <a:miter lim="945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600">
                  <a:latin typeface="Open Sans" panose="020B0606030504020204" pitchFamily="34" charset="0"/>
                  <a:ea typeface="Open Sans" panose="020B0606030504020204" pitchFamily="34" charset="0"/>
                  <a:cs typeface="Open Sans" panose="020B0606030504020204" pitchFamily="34" charset="0"/>
                </a:endParaRPr>
              </a:p>
            </p:txBody>
          </p:sp>
          <p:sp>
            <p:nvSpPr>
              <p:cNvPr id="758" name="Google Shape;758;p32"/>
              <p:cNvSpPr/>
              <p:nvPr/>
            </p:nvSpPr>
            <p:spPr>
              <a:xfrm>
                <a:off x="2907821" y="3931467"/>
                <a:ext cx="304332" cy="313132"/>
              </a:xfrm>
              <a:custGeom>
                <a:avLst/>
                <a:gdLst/>
                <a:ahLst/>
                <a:cxnLst/>
                <a:rect l="l" t="t" r="r" b="b"/>
                <a:pathLst>
                  <a:path w="4282" h="4282" extrusionOk="0">
                    <a:moveTo>
                      <a:pt x="2146" y="1"/>
                    </a:moveTo>
                    <a:cubicBezTo>
                      <a:pt x="964" y="1"/>
                      <a:pt x="0" y="955"/>
                      <a:pt x="0" y="2137"/>
                    </a:cubicBezTo>
                    <a:cubicBezTo>
                      <a:pt x="0" y="3327"/>
                      <a:pt x="964" y="4282"/>
                      <a:pt x="2146" y="4282"/>
                    </a:cubicBezTo>
                    <a:cubicBezTo>
                      <a:pt x="3327" y="4282"/>
                      <a:pt x="4281" y="3327"/>
                      <a:pt x="4281" y="2137"/>
                    </a:cubicBezTo>
                    <a:cubicBezTo>
                      <a:pt x="4281" y="955"/>
                      <a:pt x="3327" y="1"/>
                      <a:pt x="2146" y="1"/>
                    </a:cubicBezTo>
                    <a:close/>
                  </a:path>
                </a:pathLst>
              </a:custGeom>
              <a:solidFill>
                <a:schemeClr val="accent1"/>
              </a:solidFill>
              <a:ln w="9525" cap="flat" cmpd="sng">
                <a:solidFill>
                  <a:schemeClr val="dk1"/>
                </a:solidFill>
                <a:prstDash val="solid"/>
                <a:miter lim="945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600">
                  <a:latin typeface="Open Sans" panose="020B0606030504020204" pitchFamily="34" charset="0"/>
                  <a:ea typeface="Open Sans" panose="020B0606030504020204" pitchFamily="34" charset="0"/>
                  <a:cs typeface="Open Sans" panose="020B0606030504020204" pitchFamily="34" charset="0"/>
                </a:endParaRPr>
              </a:p>
            </p:txBody>
          </p:sp>
        </p:grpSp>
        <p:sp>
          <p:nvSpPr>
            <p:cNvPr id="759" name="Google Shape;759;p32"/>
            <p:cNvSpPr/>
            <p:nvPr/>
          </p:nvSpPr>
          <p:spPr>
            <a:xfrm>
              <a:off x="698100" y="1366625"/>
              <a:ext cx="195250" cy="467375"/>
            </a:xfrm>
            <a:custGeom>
              <a:avLst/>
              <a:gdLst/>
              <a:ahLst/>
              <a:cxnLst/>
              <a:rect l="l" t="t" r="r" b="b"/>
              <a:pathLst>
                <a:path w="7810" h="18695" extrusionOk="0">
                  <a:moveTo>
                    <a:pt x="5916" y="0"/>
                  </a:moveTo>
                  <a:lnTo>
                    <a:pt x="0" y="9939"/>
                  </a:lnTo>
                  <a:lnTo>
                    <a:pt x="7810" y="18695"/>
                  </a:lnTo>
                </a:path>
              </a:pathLst>
            </a:custGeom>
            <a:noFill/>
            <a:ln w="9525" cap="flat" cmpd="sng">
              <a:solidFill>
                <a:schemeClr val="dk1"/>
              </a:solidFill>
              <a:prstDash val="solid"/>
              <a:round/>
              <a:headEnd type="none" w="med" len="med"/>
              <a:tailEnd type="none" w="med" len="med"/>
            </a:ln>
          </p:spPr>
        </p:sp>
      </p:grpSp>
      <p:graphicFrame>
        <p:nvGraphicFramePr>
          <p:cNvPr id="2" name="Table 1">
            <a:extLst>
              <a:ext uri="{FF2B5EF4-FFF2-40B4-BE49-F238E27FC236}">
                <a16:creationId xmlns:a16="http://schemas.microsoft.com/office/drawing/2014/main" id="{3350FB10-328C-4EDC-83B3-EC3C20B1C432}"/>
              </a:ext>
            </a:extLst>
          </p:cNvPr>
          <p:cNvGraphicFramePr>
            <a:graphicFrameLocks noGrp="1"/>
          </p:cNvGraphicFramePr>
          <p:nvPr>
            <p:extLst>
              <p:ext uri="{D42A27DB-BD31-4B8C-83A1-F6EECF244321}">
                <p14:modId xmlns:p14="http://schemas.microsoft.com/office/powerpoint/2010/main" val="1906947000"/>
              </p:ext>
            </p:extLst>
          </p:nvPr>
        </p:nvGraphicFramePr>
        <p:xfrm>
          <a:off x="722313" y="1336766"/>
          <a:ext cx="7699374" cy="2072640"/>
        </p:xfrm>
        <a:graphic>
          <a:graphicData uri="http://schemas.openxmlformats.org/drawingml/2006/table">
            <a:tbl>
              <a:tblPr/>
              <a:tblGrid>
                <a:gridCol w="2566458">
                  <a:extLst>
                    <a:ext uri="{9D8B030D-6E8A-4147-A177-3AD203B41FA5}">
                      <a16:colId xmlns:a16="http://schemas.microsoft.com/office/drawing/2014/main" val="2959507132"/>
                    </a:ext>
                  </a:extLst>
                </a:gridCol>
                <a:gridCol w="2566458">
                  <a:extLst>
                    <a:ext uri="{9D8B030D-6E8A-4147-A177-3AD203B41FA5}">
                      <a16:colId xmlns:a16="http://schemas.microsoft.com/office/drawing/2014/main" val="2580595491"/>
                    </a:ext>
                  </a:extLst>
                </a:gridCol>
                <a:gridCol w="2566458">
                  <a:extLst>
                    <a:ext uri="{9D8B030D-6E8A-4147-A177-3AD203B41FA5}">
                      <a16:colId xmlns:a16="http://schemas.microsoft.com/office/drawing/2014/main" val="1773398643"/>
                    </a:ext>
                  </a:extLst>
                </a:gridCol>
              </a:tblGrid>
              <a:tr h="0">
                <a:tc>
                  <a:txBody>
                    <a:bodyPr/>
                    <a:lstStyle/>
                    <a:p>
                      <a:r>
                        <a:rPr lang="en-US"/>
                        <a:t>Model Type</a:t>
                      </a:r>
                    </a:p>
                  </a:txBody>
                  <a:tcPr anchor="ctr">
                    <a:lnL>
                      <a:noFill/>
                    </a:lnL>
                    <a:lnR>
                      <a:noFill/>
                    </a:lnR>
                    <a:lnT>
                      <a:noFill/>
                    </a:lnT>
                    <a:lnB>
                      <a:noFill/>
                    </a:lnB>
                  </a:tcPr>
                </a:tc>
                <a:tc>
                  <a:txBody>
                    <a:bodyPr/>
                    <a:lstStyle/>
                    <a:p>
                      <a:r>
                        <a:rPr lang="en-US"/>
                        <a:t>Focus</a:t>
                      </a:r>
                    </a:p>
                  </a:txBody>
                  <a:tcPr anchor="ctr">
                    <a:lnL>
                      <a:noFill/>
                    </a:lnL>
                    <a:lnR>
                      <a:noFill/>
                    </a:lnR>
                    <a:lnT>
                      <a:noFill/>
                    </a:lnT>
                    <a:lnB>
                      <a:noFill/>
                    </a:lnB>
                  </a:tcPr>
                </a:tc>
                <a:tc>
                  <a:txBody>
                    <a:bodyPr/>
                    <a:lstStyle/>
                    <a:p>
                      <a:r>
                        <a:rPr lang="en-US"/>
                        <a:t>Example Diagram</a:t>
                      </a:r>
                    </a:p>
                  </a:txBody>
                  <a:tcPr anchor="ctr">
                    <a:lnL>
                      <a:noFill/>
                    </a:lnL>
                    <a:lnR>
                      <a:noFill/>
                    </a:lnR>
                    <a:lnT>
                      <a:noFill/>
                    </a:lnT>
                    <a:lnB>
                      <a:noFill/>
                    </a:lnB>
                  </a:tcPr>
                </a:tc>
                <a:extLst>
                  <a:ext uri="{0D108BD9-81ED-4DB2-BD59-A6C34878D82A}">
                    <a16:rowId xmlns:a16="http://schemas.microsoft.com/office/drawing/2014/main" val="1892822999"/>
                  </a:ext>
                </a:extLst>
              </a:tr>
              <a:tr h="0">
                <a:tc>
                  <a:txBody>
                    <a:bodyPr/>
                    <a:lstStyle/>
                    <a:p>
                      <a:r>
                        <a:rPr lang="en-US" b="1" dirty="0"/>
                        <a:t>Structural Models</a:t>
                      </a:r>
                      <a:endParaRPr lang="en-US" dirty="0"/>
                    </a:p>
                  </a:txBody>
                  <a:tcPr anchor="ctr">
                    <a:lnL>
                      <a:noFill/>
                    </a:lnL>
                    <a:lnR>
                      <a:noFill/>
                    </a:lnR>
                    <a:lnT>
                      <a:noFill/>
                    </a:lnT>
                    <a:lnB>
                      <a:noFill/>
                    </a:lnB>
                  </a:tcPr>
                </a:tc>
                <a:tc>
                  <a:txBody>
                    <a:bodyPr/>
                    <a:lstStyle/>
                    <a:p>
                      <a:r>
                        <a:rPr lang="en-US"/>
                        <a:t>What the system </a:t>
                      </a:r>
                      <a:r>
                        <a:rPr lang="en-US" i="1"/>
                        <a:t>is</a:t>
                      </a:r>
                      <a:r>
                        <a:rPr lang="en-US"/>
                        <a:t> (components, classes, architecture)</a:t>
                      </a:r>
                    </a:p>
                  </a:txBody>
                  <a:tcPr anchor="ctr">
                    <a:lnL>
                      <a:noFill/>
                    </a:lnL>
                    <a:lnR>
                      <a:noFill/>
                    </a:lnR>
                    <a:lnT>
                      <a:noFill/>
                    </a:lnT>
                    <a:lnB>
                      <a:noFill/>
                    </a:lnB>
                  </a:tcPr>
                </a:tc>
                <a:tc>
                  <a:txBody>
                    <a:bodyPr/>
                    <a:lstStyle/>
                    <a:p>
                      <a:r>
                        <a:rPr lang="en-US"/>
                        <a:t>Class Diagram, Component Diagram</a:t>
                      </a:r>
                    </a:p>
                  </a:txBody>
                  <a:tcPr anchor="ctr">
                    <a:lnL>
                      <a:noFill/>
                    </a:lnL>
                    <a:lnR>
                      <a:noFill/>
                    </a:lnR>
                    <a:lnT>
                      <a:noFill/>
                    </a:lnT>
                    <a:lnB>
                      <a:noFill/>
                    </a:lnB>
                  </a:tcPr>
                </a:tc>
                <a:extLst>
                  <a:ext uri="{0D108BD9-81ED-4DB2-BD59-A6C34878D82A}">
                    <a16:rowId xmlns:a16="http://schemas.microsoft.com/office/drawing/2014/main" val="3613035864"/>
                  </a:ext>
                </a:extLst>
              </a:tr>
              <a:tr h="0">
                <a:tc>
                  <a:txBody>
                    <a:bodyPr/>
                    <a:lstStyle/>
                    <a:p>
                      <a:r>
                        <a:rPr lang="en-US" b="1"/>
                        <a:t>Behavioral Models</a:t>
                      </a:r>
                      <a:endParaRPr lang="en-US"/>
                    </a:p>
                  </a:txBody>
                  <a:tcPr anchor="ctr">
                    <a:lnL>
                      <a:noFill/>
                    </a:lnL>
                    <a:lnR>
                      <a:noFill/>
                    </a:lnR>
                    <a:lnT>
                      <a:noFill/>
                    </a:lnT>
                    <a:lnB>
                      <a:noFill/>
                    </a:lnB>
                  </a:tcPr>
                </a:tc>
                <a:tc>
                  <a:txBody>
                    <a:bodyPr/>
                    <a:lstStyle/>
                    <a:p>
                      <a:r>
                        <a:rPr lang="en-US"/>
                        <a:t>What the system </a:t>
                      </a:r>
                      <a:r>
                        <a:rPr lang="en-US" i="1"/>
                        <a:t>does</a:t>
                      </a:r>
                      <a:r>
                        <a:rPr lang="en-US"/>
                        <a:t> (interactions, workflows)</a:t>
                      </a:r>
                    </a:p>
                  </a:txBody>
                  <a:tcPr anchor="ctr">
                    <a:lnL>
                      <a:noFill/>
                    </a:lnL>
                    <a:lnR>
                      <a:noFill/>
                    </a:lnR>
                    <a:lnT>
                      <a:noFill/>
                    </a:lnT>
                    <a:lnB>
                      <a:noFill/>
                    </a:lnB>
                  </a:tcPr>
                </a:tc>
                <a:tc>
                  <a:txBody>
                    <a:bodyPr/>
                    <a:lstStyle/>
                    <a:p>
                      <a:r>
                        <a:rPr lang="en-US"/>
                        <a:t>Use Case, Sequence, Activity Diagrams</a:t>
                      </a:r>
                    </a:p>
                  </a:txBody>
                  <a:tcPr anchor="ctr">
                    <a:lnL>
                      <a:noFill/>
                    </a:lnL>
                    <a:lnR>
                      <a:noFill/>
                    </a:lnR>
                    <a:lnT>
                      <a:noFill/>
                    </a:lnT>
                    <a:lnB>
                      <a:noFill/>
                    </a:lnB>
                  </a:tcPr>
                </a:tc>
                <a:extLst>
                  <a:ext uri="{0D108BD9-81ED-4DB2-BD59-A6C34878D82A}">
                    <a16:rowId xmlns:a16="http://schemas.microsoft.com/office/drawing/2014/main" val="3856675515"/>
                  </a:ext>
                </a:extLst>
              </a:tr>
              <a:tr h="0">
                <a:tc>
                  <a:txBody>
                    <a:bodyPr/>
                    <a:lstStyle/>
                    <a:p>
                      <a:r>
                        <a:rPr lang="en-US" b="1"/>
                        <a:t>Physical Models</a:t>
                      </a:r>
                      <a:endParaRPr lang="en-US"/>
                    </a:p>
                  </a:txBody>
                  <a:tcPr anchor="ctr">
                    <a:lnL>
                      <a:noFill/>
                    </a:lnL>
                    <a:lnR>
                      <a:noFill/>
                    </a:lnR>
                    <a:lnT>
                      <a:noFill/>
                    </a:lnT>
                    <a:lnB>
                      <a:noFill/>
                    </a:lnB>
                  </a:tcPr>
                </a:tc>
                <a:tc>
                  <a:txBody>
                    <a:bodyPr/>
                    <a:lstStyle/>
                    <a:p>
                      <a:r>
                        <a:rPr lang="en-US"/>
                        <a:t>How it’s </a:t>
                      </a:r>
                      <a:r>
                        <a:rPr lang="en-US" i="1"/>
                        <a:t>deployed or implemented</a:t>
                      </a:r>
                      <a:endParaRPr lang="en-US"/>
                    </a:p>
                  </a:txBody>
                  <a:tcPr anchor="ctr">
                    <a:lnL>
                      <a:noFill/>
                    </a:lnL>
                    <a:lnR>
                      <a:noFill/>
                    </a:lnR>
                    <a:lnT>
                      <a:noFill/>
                    </a:lnT>
                    <a:lnB>
                      <a:noFill/>
                    </a:lnB>
                  </a:tcPr>
                </a:tc>
                <a:tc>
                  <a:txBody>
                    <a:bodyPr/>
                    <a:lstStyle/>
                    <a:p>
                      <a:r>
                        <a:rPr lang="en-US" dirty="0"/>
                        <a:t>Deployment Diagram</a:t>
                      </a:r>
                    </a:p>
                  </a:txBody>
                  <a:tcPr anchor="ctr">
                    <a:lnL>
                      <a:noFill/>
                    </a:lnL>
                    <a:lnR>
                      <a:noFill/>
                    </a:lnR>
                    <a:lnT>
                      <a:noFill/>
                    </a:lnT>
                    <a:lnB>
                      <a:noFill/>
                    </a:lnB>
                  </a:tcPr>
                </a:tc>
                <a:extLst>
                  <a:ext uri="{0D108BD9-81ED-4DB2-BD59-A6C34878D82A}">
                    <a16:rowId xmlns:a16="http://schemas.microsoft.com/office/drawing/2014/main" val="1296484736"/>
                  </a:ext>
                </a:extLst>
              </a:tr>
            </a:tbl>
          </a:graphicData>
        </a:graphic>
      </p:graphicFrame>
      <p:sp>
        <p:nvSpPr>
          <p:cNvPr id="12" name="TextBox 11">
            <a:extLst>
              <a:ext uri="{FF2B5EF4-FFF2-40B4-BE49-F238E27FC236}">
                <a16:creationId xmlns:a16="http://schemas.microsoft.com/office/drawing/2014/main" id="{35A0A4C4-5D69-43EA-B10F-A580D02FA5D1}"/>
              </a:ext>
            </a:extLst>
          </p:cNvPr>
          <p:cNvSpPr txBox="1"/>
          <p:nvPr/>
        </p:nvSpPr>
        <p:spPr>
          <a:xfrm>
            <a:off x="722313" y="3902026"/>
            <a:ext cx="6476009" cy="338554"/>
          </a:xfrm>
          <a:prstGeom prst="rect">
            <a:avLst/>
          </a:prstGeom>
          <a:noFill/>
        </p:spPr>
        <p:txBody>
          <a:bodyPr wrap="square">
            <a:spAutoFit/>
          </a:bodyPr>
          <a:lstStyle/>
          <a:p>
            <a:r>
              <a:rPr lang="en-US" sz="1600" dirty="0">
                <a:latin typeface="Open Sans" panose="020B0606030504020204" pitchFamily="34" charset="0"/>
                <a:ea typeface="Open Sans" panose="020B0606030504020204" pitchFamily="34" charset="0"/>
                <a:cs typeface="Open Sans" panose="020B0606030504020204" pitchFamily="34" charset="0"/>
              </a:rPr>
              <a:t>💡 </a:t>
            </a:r>
            <a:r>
              <a:rPr lang="en-US" sz="1600" i="1" dirty="0">
                <a:latin typeface="Open Sans" panose="020B0606030504020204" pitchFamily="34" charset="0"/>
                <a:ea typeface="Open Sans" panose="020B0606030504020204" pitchFamily="34" charset="0"/>
                <a:cs typeface="Open Sans" panose="020B0606030504020204" pitchFamily="34" charset="0"/>
              </a:rPr>
              <a:t>Together, these models provide a full picture of the system.</a:t>
            </a:r>
            <a:endParaRPr lang="en-US" sz="1600" dirty="0">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169574761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703"/>
        <p:cNvGrpSpPr/>
        <p:nvPr/>
      </p:nvGrpSpPr>
      <p:grpSpPr>
        <a:xfrm>
          <a:off x="0" y="0"/>
          <a:ext cx="0" cy="0"/>
          <a:chOff x="0" y="0"/>
          <a:chExt cx="0" cy="0"/>
        </a:xfrm>
      </p:grpSpPr>
      <p:sp>
        <p:nvSpPr>
          <p:cNvPr id="704" name="Google Shape;704;p32"/>
          <p:cNvSpPr txBox="1">
            <a:spLocks noGrp="1"/>
          </p:cNvSpPr>
          <p:nvPr>
            <p:ph type="title"/>
          </p:nvPr>
        </p:nvSpPr>
        <p:spPr>
          <a:xfrm>
            <a:off x="722374" y="539500"/>
            <a:ext cx="7842577" cy="520862"/>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2200" dirty="0">
                <a:latin typeface="Open Sans" panose="020B0606030504020204" pitchFamily="34" charset="0"/>
                <a:ea typeface="Open Sans" panose="020B0606030504020204" pitchFamily="34" charset="0"/>
                <a:cs typeface="Open Sans" panose="020B0606030504020204" pitchFamily="34" charset="0"/>
              </a:rPr>
              <a:t>1. What is UML?</a:t>
            </a:r>
            <a:br>
              <a:rPr lang="en-US" sz="1600" dirty="0">
                <a:latin typeface="Open Sans" panose="020B0606030504020204" pitchFamily="34" charset="0"/>
                <a:ea typeface="Open Sans" panose="020B0606030504020204" pitchFamily="34" charset="0"/>
                <a:cs typeface="Open Sans" panose="020B0606030504020204" pitchFamily="34" charset="0"/>
              </a:rPr>
            </a:br>
            <a:endParaRPr lang="en-US" sz="1600" dirty="0">
              <a:latin typeface="Open Sans" panose="020B0606030504020204" pitchFamily="34" charset="0"/>
              <a:ea typeface="Open Sans" panose="020B0606030504020204" pitchFamily="34" charset="0"/>
              <a:cs typeface="Open Sans" panose="020B0606030504020204" pitchFamily="34" charset="0"/>
            </a:endParaRPr>
          </a:p>
        </p:txBody>
      </p:sp>
      <p:grpSp>
        <p:nvGrpSpPr>
          <p:cNvPr id="755" name="Google Shape;755;p32"/>
          <p:cNvGrpSpPr/>
          <p:nvPr/>
        </p:nvGrpSpPr>
        <p:grpSpPr>
          <a:xfrm>
            <a:off x="8220197" y="4319776"/>
            <a:ext cx="731685" cy="731614"/>
            <a:chOff x="276382" y="1174752"/>
            <a:chExt cx="895027" cy="894940"/>
          </a:xfrm>
        </p:grpSpPr>
        <p:grpSp>
          <p:nvGrpSpPr>
            <p:cNvPr id="756" name="Google Shape;756;p32"/>
            <p:cNvGrpSpPr/>
            <p:nvPr/>
          </p:nvGrpSpPr>
          <p:grpSpPr>
            <a:xfrm>
              <a:off x="276382" y="1174752"/>
              <a:ext cx="895027" cy="894940"/>
              <a:chOff x="2861096" y="3889198"/>
              <a:chExt cx="397772" cy="397716"/>
            </a:xfrm>
          </p:grpSpPr>
          <p:sp>
            <p:nvSpPr>
              <p:cNvPr id="757" name="Google Shape;757;p32"/>
              <p:cNvSpPr/>
              <p:nvPr/>
            </p:nvSpPr>
            <p:spPr>
              <a:xfrm>
                <a:off x="2861096" y="3889198"/>
                <a:ext cx="397772" cy="397716"/>
              </a:xfrm>
              <a:custGeom>
                <a:avLst/>
                <a:gdLst/>
                <a:ahLst/>
                <a:cxnLst/>
                <a:rect l="l" t="t" r="r" b="b"/>
                <a:pathLst>
                  <a:path w="7080" h="7079" extrusionOk="0">
                    <a:moveTo>
                      <a:pt x="3545" y="0"/>
                    </a:moveTo>
                    <a:cubicBezTo>
                      <a:pt x="1588" y="0"/>
                      <a:pt x="1" y="1588"/>
                      <a:pt x="1" y="3535"/>
                    </a:cubicBezTo>
                    <a:cubicBezTo>
                      <a:pt x="1" y="5491"/>
                      <a:pt x="1588" y="7079"/>
                      <a:pt x="3545" y="7079"/>
                    </a:cubicBezTo>
                    <a:cubicBezTo>
                      <a:pt x="5501" y="7079"/>
                      <a:pt x="7079" y="5491"/>
                      <a:pt x="7079" y="3535"/>
                    </a:cubicBezTo>
                    <a:cubicBezTo>
                      <a:pt x="7079" y="1588"/>
                      <a:pt x="5501" y="0"/>
                      <a:pt x="3545" y="0"/>
                    </a:cubicBezTo>
                    <a:close/>
                  </a:path>
                </a:pathLst>
              </a:custGeom>
              <a:solidFill>
                <a:schemeClr val="accent3"/>
              </a:solidFill>
              <a:ln w="9525" cap="flat" cmpd="sng">
                <a:solidFill>
                  <a:schemeClr val="dk1"/>
                </a:solidFill>
                <a:prstDash val="solid"/>
                <a:miter lim="945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600">
                  <a:latin typeface="Open Sans" panose="020B0606030504020204" pitchFamily="34" charset="0"/>
                  <a:ea typeface="Open Sans" panose="020B0606030504020204" pitchFamily="34" charset="0"/>
                  <a:cs typeface="Open Sans" panose="020B0606030504020204" pitchFamily="34" charset="0"/>
                </a:endParaRPr>
              </a:p>
            </p:txBody>
          </p:sp>
          <p:sp>
            <p:nvSpPr>
              <p:cNvPr id="758" name="Google Shape;758;p32"/>
              <p:cNvSpPr/>
              <p:nvPr/>
            </p:nvSpPr>
            <p:spPr>
              <a:xfrm>
                <a:off x="2907821" y="3931467"/>
                <a:ext cx="304332" cy="313132"/>
              </a:xfrm>
              <a:custGeom>
                <a:avLst/>
                <a:gdLst/>
                <a:ahLst/>
                <a:cxnLst/>
                <a:rect l="l" t="t" r="r" b="b"/>
                <a:pathLst>
                  <a:path w="4282" h="4282" extrusionOk="0">
                    <a:moveTo>
                      <a:pt x="2146" y="1"/>
                    </a:moveTo>
                    <a:cubicBezTo>
                      <a:pt x="964" y="1"/>
                      <a:pt x="0" y="955"/>
                      <a:pt x="0" y="2137"/>
                    </a:cubicBezTo>
                    <a:cubicBezTo>
                      <a:pt x="0" y="3327"/>
                      <a:pt x="964" y="4282"/>
                      <a:pt x="2146" y="4282"/>
                    </a:cubicBezTo>
                    <a:cubicBezTo>
                      <a:pt x="3327" y="4282"/>
                      <a:pt x="4281" y="3327"/>
                      <a:pt x="4281" y="2137"/>
                    </a:cubicBezTo>
                    <a:cubicBezTo>
                      <a:pt x="4281" y="955"/>
                      <a:pt x="3327" y="1"/>
                      <a:pt x="2146" y="1"/>
                    </a:cubicBezTo>
                    <a:close/>
                  </a:path>
                </a:pathLst>
              </a:custGeom>
              <a:solidFill>
                <a:schemeClr val="accent1"/>
              </a:solidFill>
              <a:ln w="9525" cap="flat" cmpd="sng">
                <a:solidFill>
                  <a:schemeClr val="dk1"/>
                </a:solidFill>
                <a:prstDash val="solid"/>
                <a:miter lim="945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600">
                  <a:latin typeface="Open Sans" panose="020B0606030504020204" pitchFamily="34" charset="0"/>
                  <a:ea typeface="Open Sans" panose="020B0606030504020204" pitchFamily="34" charset="0"/>
                  <a:cs typeface="Open Sans" panose="020B0606030504020204" pitchFamily="34" charset="0"/>
                </a:endParaRPr>
              </a:p>
            </p:txBody>
          </p:sp>
        </p:grpSp>
        <p:sp>
          <p:nvSpPr>
            <p:cNvPr id="759" name="Google Shape;759;p32"/>
            <p:cNvSpPr/>
            <p:nvPr/>
          </p:nvSpPr>
          <p:spPr>
            <a:xfrm>
              <a:off x="698100" y="1366625"/>
              <a:ext cx="195250" cy="467375"/>
            </a:xfrm>
            <a:custGeom>
              <a:avLst/>
              <a:gdLst/>
              <a:ahLst/>
              <a:cxnLst/>
              <a:rect l="l" t="t" r="r" b="b"/>
              <a:pathLst>
                <a:path w="7810" h="18695" extrusionOk="0">
                  <a:moveTo>
                    <a:pt x="5916" y="0"/>
                  </a:moveTo>
                  <a:lnTo>
                    <a:pt x="0" y="9939"/>
                  </a:lnTo>
                  <a:lnTo>
                    <a:pt x="7810" y="18695"/>
                  </a:lnTo>
                </a:path>
              </a:pathLst>
            </a:custGeom>
            <a:noFill/>
            <a:ln w="9525" cap="flat" cmpd="sng">
              <a:solidFill>
                <a:schemeClr val="dk1"/>
              </a:solidFill>
              <a:prstDash val="solid"/>
              <a:round/>
              <a:headEnd type="none" w="med" len="med"/>
              <a:tailEnd type="none" w="med" len="med"/>
            </a:ln>
          </p:spPr>
        </p:sp>
      </p:grpSp>
      <p:sp>
        <p:nvSpPr>
          <p:cNvPr id="3" name="Subtitle 2">
            <a:extLst>
              <a:ext uri="{FF2B5EF4-FFF2-40B4-BE49-F238E27FC236}">
                <a16:creationId xmlns:a16="http://schemas.microsoft.com/office/drawing/2014/main" id="{0E6340E1-C83A-4AF1-A33B-585762C8565A}"/>
              </a:ext>
            </a:extLst>
          </p:cNvPr>
          <p:cNvSpPr>
            <a:spLocks noGrp="1"/>
          </p:cNvSpPr>
          <p:nvPr>
            <p:ph type="subTitle" idx="6"/>
          </p:nvPr>
        </p:nvSpPr>
        <p:spPr>
          <a:xfrm>
            <a:off x="722373" y="1138117"/>
            <a:ext cx="7842578" cy="1077218"/>
          </a:xfrm>
        </p:spPr>
        <p:txBody>
          <a:bodyPr/>
          <a:lstStyle/>
          <a:p>
            <a:pPr algn="l"/>
            <a:r>
              <a:rPr lang="en-US" sz="1600" dirty="0">
                <a:latin typeface="Open Sans" panose="020B0606030504020204" pitchFamily="34" charset="0"/>
                <a:ea typeface="Open Sans" panose="020B0606030504020204" pitchFamily="34" charset="0"/>
                <a:cs typeface="Open Sans" panose="020B0606030504020204" pitchFamily="34" charset="0"/>
              </a:rPr>
              <a:t>Definition: </a:t>
            </a:r>
          </a:p>
          <a:p>
            <a:pPr algn="l"/>
            <a:r>
              <a:rPr lang="en-US" sz="1600" b="0" dirty="0">
                <a:latin typeface="Open Sans" panose="020B0606030504020204" pitchFamily="34" charset="0"/>
                <a:ea typeface="Open Sans" panose="020B0606030504020204" pitchFamily="34" charset="0"/>
                <a:cs typeface="Open Sans" panose="020B0606030504020204" pitchFamily="34" charset="0"/>
              </a:rPr>
              <a:t>UML (Unified Modeling Language) is a visual language for modeling, designing, and documenting software systems.</a:t>
            </a:r>
          </a:p>
          <a:p>
            <a:endParaRPr lang="en-US" sz="1600" dirty="0">
              <a:latin typeface="Open Sans" panose="020B0606030504020204" pitchFamily="34" charset="0"/>
              <a:ea typeface="Open Sans" panose="020B0606030504020204" pitchFamily="34" charset="0"/>
              <a:cs typeface="Open Sans" panose="020B0606030504020204" pitchFamily="34" charset="0"/>
            </a:endParaRPr>
          </a:p>
        </p:txBody>
      </p:sp>
      <p:sp>
        <p:nvSpPr>
          <p:cNvPr id="14" name="TextBox 13">
            <a:extLst>
              <a:ext uri="{FF2B5EF4-FFF2-40B4-BE49-F238E27FC236}">
                <a16:creationId xmlns:a16="http://schemas.microsoft.com/office/drawing/2014/main" id="{6B0FDF93-76DA-4B00-9534-9178B08CA875}"/>
              </a:ext>
            </a:extLst>
          </p:cNvPr>
          <p:cNvSpPr txBox="1"/>
          <p:nvPr/>
        </p:nvSpPr>
        <p:spPr>
          <a:xfrm>
            <a:off x="722373" y="1996389"/>
            <a:ext cx="4575436" cy="2862322"/>
          </a:xfrm>
          <a:prstGeom prst="rect">
            <a:avLst/>
          </a:prstGeom>
          <a:noFill/>
        </p:spPr>
        <p:txBody>
          <a:bodyPr wrap="square">
            <a:spAutoFit/>
          </a:bodyPr>
          <a:lstStyle/>
          <a:p>
            <a:r>
              <a:rPr lang="en-US" sz="1500" b="1" dirty="0">
                <a:latin typeface="Open Sans" panose="020B0606030504020204" pitchFamily="34" charset="0"/>
                <a:ea typeface="Open Sans" panose="020B0606030504020204" pitchFamily="34" charset="0"/>
                <a:cs typeface="Open Sans" panose="020B0606030504020204" pitchFamily="34" charset="0"/>
              </a:rPr>
              <a:t>Purpose:</a:t>
            </a:r>
          </a:p>
          <a:p>
            <a:pPr>
              <a:buFont typeface="Arial" panose="020B0604020202020204" pitchFamily="34" charset="0"/>
              <a:buChar char="•"/>
            </a:pPr>
            <a:r>
              <a:rPr lang="en-US" sz="1500" dirty="0">
                <a:latin typeface="Open Sans" panose="020B0606030504020204" pitchFamily="34" charset="0"/>
                <a:ea typeface="Open Sans" panose="020B0606030504020204" pitchFamily="34" charset="0"/>
                <a:cs typeface="Open Sans" panose="020B0606030504020204" pitchFamily="34" charset="0"/>
              </a:rPr>
              <a:t>To </a:t>
            </a:r>
            <a:r>
              <a:rPr lang="en-US" sz="1500" b="1" dirty="0">
                <a:latin typeface="Open Sans" panose="020B0606030504020204" pitchFamily="34" charset="0"/>
                <a:ea typeface="Open Sans" panose="020B0606030504020204" pitchFamily="34" charset="0"/>
                <a:cs typeface="Open Sans" panose="020B0606030504020204" pitchFamily="34" charset="0"/>
              </a:rPr>
              <a:t>visualize</a:t>
            </a:r>
            <a:r>
              <a:rPr lang="en-US" sz="1500" dirty="0">
                <a:latin typeface="Open Sans" panose="020B0606030504020204" pitchFamily="34" charset="0"/>
                <a:ea typeface="Open Sans" panose="020B0606030504020204" pitchFamily="34" charset="0"/>
                <a:cs typeface="Open Sans" panose="020B0606030504020204" pitchFamily="34" charset="0"/>
              </a:rPr>
              <a:t> the structure and behavior of a system before building it.</a:t>
            </a:r>
          </a:p>
          <a:p>
            <a:pPr>
              <a:buFont typeface="Arial" panose="020B0604020202020204" pitchFamily="34" charset="0"/>
              <a:buChar char="•"/>
            </a:pPr>
            <a:endParaRPr lang="en-US" sz="1500" dirty="0">
              <a:latin typeface="Open Sans" panose="020B0606030504020204" pitchFamily="34" charset="0"/>
              <a:ea typeface="Open Sans" panose="020B0606030504020204" pitchFamily="34" charset="0"/>
              <a:cs typeface="Open Sans" panose="020B0606030504020204" pitchFamily="34" charset="0"/>
            </a:endParaRPr>
          </a:p>
          <a:p>
            <a:pPr>
              <a:buFont typeface="Arial" panose="020B0604020202020204" pitchFamily="34" charset="0"/>
              <a:buChar char="•"/>
            </a:pPr>
            <a:r>
              <a:rPr lang="en-US" sz="1500" dirty="0">
                <a:latin typeface="Open Sans" panose="020B0606030504020204" pitchFamily="34" charset="0"/>
                <a:ea typeface="Open Sans" panose="020B0606030504020204" pitchFamily="34" charset="0"/>
                <a:cs typeface="Open Sans" panose="020B0606030504020204" pitchFamily="34" charset="0"/>
              </a:rPr>
              <a:t>To </a:t>
            </a:r>
            <a:r>
              <a:rPr lang="en-US" sz="1500" b="1" dirty="0">
                <a:latin typeface="Open Sans" panose="020B0606030504020204" pitchFamily="34" charset="0"/>
                <a:ea typeface="Open Sans" panose="020B0606030504020204" pitchFamily="34" charset="0"/>
                <a:cs typeface="Open Sans" panose="020B0606030504020204" pitchFamily="34" charset="0"/>
              </a:rPr>
              <a:t>communicate</a:t>
            </a:r>
            <a:r>
              <a:rPr lang="en-US" sz="1500" dirty="0">
                <a:latin typeface="Open Sans" panose="020B0606030504020204" pitchFamily="34" charset="0"/>
                <a:ea typeface="Open Sans" panose="020B0606030504020204" pitchFamily="34" charset="0"/>
                <a:cs typeface="Open Sans" panose="020B0606030504020204" pitchFamily="34" charset="0"/>
              </a:rPr>
              <a:t> ideas clearly between developers, designers, and stakeholders.</a:t>
            </a:r>
          </a:p>
          <a:p>
            <a:pPr>
              <a:buFont typeface="Arial" panose="020B0604020202020204" pitchFamily="34" charset="0"/>
              <a:buChar char="•"/>
            </a:pPr>
            <a:endParaRPr lang="en-US" sz="1500" dirty="0">
              <a:latin typeface="Open Sans" panose="020B0606030504020204" pitchFamily="34" charset="0"/>
              <a:ea typeface="Open Sans" panose="020B0606030504020204" pitchFamily="34" charset="0"/>
              <a:cs typeface="Open Sans" panose="020B0606030504020204" pitchFamily="34" charset="0"/>
            </a:endParaRPr>
          </a:p>
          <a:p>
            <a:pPr>
              <a:buFont typeface="Arial" panose="020B0604020202020204" pitchFamily="34" charset="0"/>
              <a:buChar char="•"/>
            </a:pPr>
            <a:r>
              <a:rPr lang="en-US" sz="1500" dirty="0">
                <a:latin typeface="Open Sans" panose="020B0606030504020204" pitchFamily="34" charset="0"/>
                <a:ea typeface="Open Sans" panose="020B0606030504020204" pitchFamily="34" charset="0"/>
                <a:cs typeface="Open Sans" panose="020B0606030504020204" pitchFamily="34" charset="0"/>
              </a:rPr>
              <a:t>To </a:t>
            </a:r>
            <a:r>
              <a:rPr lang="en-US" sz="1500" b="1" dirty="0">
                <a:latin typeface="Open Sans" panose="020B0606030504020204" pitchFamily="34" charset="0"/>
                <a:ea typeface="Open Sans" panose="020B0606030504020204" pitchFamily="34" charset="0"/>
                <a:cs typeface="Open Sans" panose="020B0606030504020204" pitchFamily="34" charset="0"/>
              </a:rPr>
              <a:t>standardize</a:t>
            </a:r>
            <a:r>
              <a:rPr lang="en-US" sz="1500" dirty="0">
                <a:latin typeface="Open Sans" panose="020B0606030504020204" pitchFamily="34" charset="0"/>
                <a:ea typeface="Open Sans" panose="020B0606030504020204" pitchFamily="34" charset="0"/>
                <a:cs typeface="Open Sans" panose="020B0606030504020204" pitchFamily="34" charset="0"/>
              </a:rPr>
              <a:t> system representation — everyone uses the same symbols and rules.</a:t>
            </a:r>
          </a:p>
          <a:p>
            <a:pPr>
              <a:buFont typeface="Arial" panose="020B0604020202020204" pitchFamily="34" charset="0"/>
              <a:buChar char="•"/>
            </a:pPr>
            <a:endParaRPr lang="en-US" sz="1500" dirty="0">
              <a:latin typeface="Open Sans" panose="020B0606030504020204" pitchFamily="34" charset="0"/>
              <a:ea typeface="Open Sans" panose="020B0606030504020204" pitchFamily="34" charset="0"/>
              <a:cs typeface="Open Sans" panose="020B0606030504020204" pitchFamily="34" charset="0"/>
            </a:endParaRPr>
          </a:p>
          <a:p>
            <a:pPr>
              <a:buFont typeface="Arial" panose="020B0604020202020204" pitchFamily="34" charset="0"/>
              <a:buChar char="•"/>
            </a:pPr>
            <a:r>
              <a:rPr lang="en-US" sz="1500" dirty="0">
                <a:latin typeface="Open Sans" panose="020B0606030504020204" pitchFamily="34" charset="0"/>
                <a:ea typeface="Open Sans" panose="020B0606030504020204" pitchFamily="34" charset="0"/>
                <a:cs typeface="Open Sans" panose="020B0606030504020204" pitchFamily="34" charset="0"/>
              </a:rPr>
              <a:t>To </a:t>
            </a:r>
            <a:r>
              <a:rPr lang="en-US" sz="1500" b="1" dirty="0">
                <a:latin typeface="Open Sans" panose="020B0606030504020204" pitchFamily="34" charset="0"/>
                <a:ea typeface="Open Sans" panose="020B0606030504020204" pitchFamily="34" charset="0"/>
                <a:cs typeface="Open Sans" panose="020B0606030504020204" pitchFamily="34" charset="0"/>
              </a:rPr>
              <a:t>bridge</a:t>
            </a:r>
            <a:r>
              <a:rPr lang="en-US" sz="1500" dirty="0">
                <a:latin typeface="Open Sans" panose="020B0606030504020204" pitchFamily="34" charset="0"/>
                <a:ea typeface="Open Sans" panose="020B0606030504020204" pitchFamily="34" charset="0"/>
                <a:cs typeface="Open Sans" panose="020B0606030504020204" pitchFamily="34" charset="0"/>
              </a:rPr>
              <a:t> requirements → design → implementation.</a:t>
            </a:r>
          </a:p>
        </p:txBody>
      </p:sp>
      <p:sp>
        <p:nvSpPr>
          <p:cNvPr id="11" name="TextBox 10">
            <a:extLst>
              <a:ext uri="{FF2B5EF4-FFF2-40B4-BE49-F238E27FC236}">
                <a16:creationId xmlns:a16="http://schemas.microsoft.com/office/drawing/2014/main" id="{8E8E0A7C-0D63-4E02-AC2E-08711B7C3FFE}"/>
              </a:ext>
            </a:extLst>
          </p:cNvPr>
          <p:cNvSpPr txBox="1"/>
          <p:nvPr/>
        </p:nvSpPr>
        <p:spPr>
          <a:xfrm>
            <a:off x="5341976" y="2188787"/>
            <a:ext cx="3382593" cy="1569660"/>
          </a:xfrm>
          <a:prstGeom prst="rect">
            <a:avLst/>
          </a:prstGeom>
          <a:noFill/>
        </p:spPr>
        <p:txBody>
          <a:bodyPr wrap="square">
            <a:spAutoFit/>
          </a:bodyPr>
          <a:lstStyle/>
          <a:p>
            <a:r>
              <a:rPr lang="en-US" sz="1600" dirty="0">
                <a:latin typeface="Open Sans" panose="020B0606030504020204" pitchFamily="34" charset="0"/>
                <a:ea typeface="Open Sans" panose="020B0606030504020204" pitchFamily="34" charset="0"/>
                <a:cs typeface="Open Sans" panose="020B0606030504020204" pitchFamily="34" charset="0"/>
              </a:rPr>
              <a:t>🧩 </a:t>
            </a:r>
            <a:r>
              <a:rPr lang="en-US" sz="1600" b="1" dirty="0">
                <a:latin typeface="Open Sans" panose="020B0606030504020204" pitchFamily="34" charset="0"/>
                <a:ea typeface="Open Sans" panose="020B0606030504020204" pitchFamily="34" charset="0"/>
                <a:cs typeface="Open Sans" panose="020B0606030504020204" pitchFamily="34" charset="0"/>
              </a:rPr>
              <a:t>Key Point:</a:t>
            </a:r>
            <a:br>
              <a:rPr lang="en-US" sz="1600" dirty="0">
                <a:latin typeface="Open Sans" panose="020B0606030504020204" pitchFamily="34" charset="0"/>
                <a:ea typeface="Open Sans" panose="020B0606030504020204" pitchFamily="34" charset="0"/>
                <a:cs typeface="Open Sans" panose="020B0606030504020204" pitchFamily="34" charset="0"/>
              </a:rPr>
            </a:br>
            <a:r>
              <a:rPr lang="en-US" sz="1600" dirty="0">
                <a:latin typeface="Open Sans" panose="020B0606030504020204" pitchFamily="34" charset="0"/>
                <a:ea typeface="Open Sans" panose="020B0606030504020204" pitchFamily="34" charset="0"/>
                <a:cs typeface="Open Sans" panose="020B0606030504020204" pitchFamily="34" charset="0"/>
              </a:rPr>
              <a:t>UML is </a:t>
            </a:r>
            <a:r>
              <a:rPr lang="en-US" sz="1600" b="1" dirty="0">
                <a:latin typeface="Open Sans" panose="020B0606030504020204" pitchFamily="34" charset="0"/>
                <a:ea typeface="Open Sans" panose="020B0606030504020204" pitchFamily="34" charset="0"/>
                <a:cs typeface="Open Sans" panose="020B0606030504020204" pitchFamily="34" charset="0"/>
              </a:rPr>
              <a:t>not a programming language</a:t>
            </a:r>
            <a:r>
              <a:rPr lang="en-US" sz="1600" dirty="0">
                <a:latin typeface="Open Sans" panose="020B0606030504020204" pitchFamily="34" charset="0"/>
                <a:ea typeface="Open Sans" panose="020B0606030504020204" pitchFamily="34" charset="0"/>
                <a:cs typeface="Open Sans" panose="020B0606030504020204" pitchFamily="34" charset="0"/>
              </a:rPr>
              <a:t>, but a </a:t>
            </a:r>
            <a:r>
              <a:rPr lang="en-US" sz="1600" b="1" dirty="0">
                <a:latin typeface="Open Sans" panose="020B0606030504020204" pitchFamily="34" charset="0"/>
                <a:ea typeface="Open Sans" panose="020B0606030504020204" pitchFamily="34" charset="0"/>
                <a:cs typeface="Open Sans" panose="020B0606030504020204" pitchFamily="34" charset="0"/>
              </a:rPr>
              <a:t>communication language</a:t>
            </a:r>
            <a:r>
              <a:rPr lang="en-US" sz="1600" dirty="0">
                <a:latin typeface="Open Sans" panose="020B0606030504020204" pitchFamily="34" charset="0"/>
                <a:ea typeface="Open Sans" panose="020B0606030504020204" pitchFamily="34" charset="0"/>
                <a:cs typeface="Open Sans" panose="020B0606030504020204" pitchFamily="34" charset="0"/>
              </a:rPr>
              <a:t> understood by developers, designers, and stakeholders.</a:t>
            </a:r>
          </a:p>
        </p:txBody>
      </p:sp>
      <p:sp>
        <p:nvSpPr>
          <p:cNvPr id="2" name="Rectangle: Rounded Corners 1">
            <a:extLst>
              <a:ext uri="{FF2B5EF4-FFF2-40B4-BE49-F238E27FC236}">
                <a16:creationId xmlns:a16="http://schemas.microsoft.com/office/drawing/2014/main" id="{49710364-B42F-41FB-BFCB-2230CEBD86A7}"/>
              </a:ext>
            </a:extLst>
          </p:cNvPr>
          <p:cNvSpPr/>
          <p:nvPr/>
        </p:nvSpPr>
        <p:spPr>
          <a:xfrm>
            <a:off x="5264936" y="2136855"/>
            <a:ext cx="3459633" cy="1595044"/>
          </a:xfrm>
          <a:prstGeom prst="roundRect">
            <a:avLst/>
          </a:prstGeom>
          <a:noFill/>
          <a:ln>
            <a:solidFill>
              <a:schemeClr val="tx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3646337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703"/>
        <p:cNvGrpSpPr/>
        <p:nvPr/>
      </p:nvGrpSpPr>
      <p:grpSpPr>
        <a:xfrm>
          <a:off x="0" y="0"/>
          <a:ext cx="0" cy="0"/>
          <a:chOff x="0" y="0"/>
          <a:chExt cx="0" cy="0"/>
        </a:xfrm>
      </p:grpSpPr>
      <p:sp>
        <p:nvSpPr>
          <p:cNvPr id="704" name="Google Shape;704;p32"/>
          <p:cNvSpPr txBox="1">
            <a:spLocks noGrp="1"/>
          </p:cNvSpPr>
          <p:nvPr>
            <p:ph type="title"/>
          </p:nvPr>
        </p:nvSpPr>
        <p:spPr>
          <a:xfrm>
            <a:off x="722375" y="539500"/>
            <a:ext cx="76992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2200" dirty="0">
                <a:latin typeface="Open Sans" panose="020B0606030504020204" pitchFamily="34" charset="0"/>
                <a:ea typeface="Open Sans" panose="020B0606030504020204" pitchFamily="34" charset="0"/>
                <a:cs typeface="Open Sans" panose="020B0606030504020204" pitchFamily="34" charset="0"/>
              </a:rPr>
              <a:t>2. Why UML Is Important</a:t>
            </a:r>
          </a:p>
        </p:txBody>
      </p:sp>
      <p:grpSp>
        <p:nvGrpSpPr>
          <p:cNvPr id="755" name="Google Shape;755;p32"/>
          <p:cNvGrpSpPr/>
          <p:nvPr/>
        </p:nvGrpSpPr>
        <p:grpSpPr>
          <a:xfrm>
            <a:off x="8220197" y="4319776"/>
            <a:ext cx="731685" cy="731614"/>
            <a:chOff x="276382" y="1174752"/>
            <a:chExt cx="895027" cy="894940"/>
          </a:xfrm>
        </p:grpSpPr>
        <p:grpSp>
          <p:nvGrpSpPr>
            <p:cNvPr id="756" name="Google Shape;756;p32"/>
            <p:cNvGrpSpPr/>
            <p:nvPr/>
          </p:nvGrpSpPr>
          <p:grpSpPr>
            <a:xfrm>
              <a:off x="276382" y="1174752"/>
              <a:ext cx="895027" cy="894940"/>
              <a:chOff x="2861096" y="3889198"/>
              <a:chExt cx="397772" cy="397716"/>
            </a:xfrm>
          </p:grpSpPr>
          <p:sp>
            <p:nvSpPr>
              <p:cNvPr id="757" name="Google Shape;757;p32"/>
              <p:cNvSpPr/>
              <p:nvPr/>
            </p:nvSpPr>
            <p:spPr>
              <a:xfrm>
                <a:off x="2861096" y="3889198"/>
                <a:ext cx="397772" cy="397716"/>
              </a:xfrm>
              <a:custGeom>
                <a:avLst/>
                <a:gdLst/>
                <a:ahLst/>
                <a:cxnLst/>
                <a:rect l="l" t="t" r="r" b="b"/>
                <a:pathLst>
                  <a:path w="7080" h="7079" extrusionOk="0">
                    <a:moveTo>
                      <a:pt x="3545" y="0"/>
                    </a:moveTo>
                    <a:cubicBezTo>
                      <a:pt x="1588" y="0"/>
                      <a:pt x="1" y="1588"/>
                      <a:pt x="1" y="3535"/>
                    </a:cubicBezTo>
                    <a:cubicBezTo>
                      <a:pt x="1" y="5491"/>
                      <a:pt x="1588" y="7079"/>
                      <a:pt x="3545" y="7079"/>
                    </a:cubicBezTo>
                    <a:cubicBezTo>
                      <a:pt x="5501" y="7079"/>
                      <a:pt x="7079" y="5491"/>
                      <a:pt x="7079" y="3535"/>
                    </a:cubicBezTo>
                    <a:cubicBezTo>
                      <a:pt x="7079" y="1588"/>
                      <a:pt x="5501" y="0"/>
                      <a:pt x="3545" y="0"/>
                    </a:cubicBezTo>
                    <a:close/>
                  </a:path>
                </a:pathLst>
              </a:custGeom>
              <a:solidFill>
                <a:schemeClr val="accent3"/>
              </a:solidFill>
              <a:ln w="9525" cap="flat" cmpd="sng">
                <a:solidFill>
                  <a:schemeClr val="dk1"/>
                </a:solidFill>
                <a:prstDash val="solid"/>
                <a:miter lim="945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600">
                  <a:latin typeface="Open Sans" panose="020B0606030504020204" pitchFamily="34" charset="0"/>
                  <a:ea typeface="Open Sans" panose="020B0606030504020204" pitchFamily="34" charset="0"/>
                  <a:cs typeface="Open Sans" panose="020B0606030504020204" pitchFamily="34" charset="0"/>
                </a:endParaRPr>
              </a:p>
            </p:txBody>
          </p:sp>
          <p:sp>
            <p:nvSpPr>
              <p:cNvPr id="758" name="Google Shape;758;p32"/>
              <p:cNvSpPr/>
              <p:nvPr/>
            </p:nvSpPr>
            <p:spPr>
              <a:xfrm>
                <a:off x="2907821" y="3931467"/>
                <a:ext cx="304332" cy="313132"/>
              </a:xfrm>
              <a:custGeom>
                <a:avLst/>
                <a:gdLst/>
                <a:ahLst/>
                <a:cxnLst/>
                <a:rect l="l" t="t" r="r" b="b"/>
                <a:pathLst>
                  <a:path w="4282" h="4282" extrusionOk="0">
                    <a:moveTo>
                      <a:pt x="2146" y="1"/>
                    </a:moveTo>
                    <a:cubicBezTo>
                      <a:pt x="964" y="1"/>
                      <a:pt x="0" y="955"/>
                      <a:pt x="0" y="2137"/>
                    </a:cubicBezTo>
                    <a:cubicBezTo>
                      <a:pt x="0" y="3327"/>
                      <a:pt x="964" y="4282"/>
                      <a:pt x="2146" y="4282"/>
                    </a:cubicBezTo>
                    <a:cubicBezTo>
                      <a:pt x="3327" y="4282"/>
                      <a:pt x="4281" y="3327"/>
                      <a:pt x="4281" y="2137"/>
                    </a:cubicBezTo>
                    <a:cubicBezTo>
                      <a:pt x="4281" y="955"/>
                      <a:pt x="3327" y="1"/>
                      <a:pt x="2146" y="1"/>
                    </a:cubicBezTo>
                    <a:close/>
                  </a:path>
                </a:pathLst>
              </a:custGeom>
              <a:solidFill>
                <a:schemeClr val="accent1"/>
              </a:solidFill>
              <a:ln w="9525" cap="flat" cmpd="sng">
                <a:solidFill>
                  <a:schemeClr val="dk1"/>
                </a:solidFill>
                <a:prstDash val="solid"/>
                <a:miter lim="945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600">
                  <a:latin typeface="Open Sans" panose="020B0606030504020204" pitchFamily="34" charset="0"/>
                  <a:ea typeface="Open Sans" panose="020B0606030504020204" pitchFamily="34" charset="0"/>
                  <a:cs typeface="Open Sans" panose="020B0606030504020204" pitchFamily="34" charset="0"/>
                </a:endParaRPr>
              </a:p>
            </p:txBody>
          </p:sp>
        </p:grpSp>
        <p:sp>
          <p:nvSpPr>
            <p:cNvPr id="759" name="Google Shape;759;p32"/>
            <p:cNvSpPr/>
            <p:nvPr/>
          </p:nvSpPr>
          <p:spPr>
            <a:xfrm>
              <a:off x="698100" y="1366625"/>
              <a:ext cx="195250" cy="467375"/>
            </a:xfrm>
            <a:custGeom>
              <a:avLst/>
              <a:gdLst/>
              <a:ahLst/>
              <a:cxnLst/>
              <a:rect l="l" t="t" r="r" b="b"/>
              <a:pathLst>
                <a:path w="7810" h="18695" extrusionOk="0">
                  <a:moveTo>
                    <a:pt x="5916" y="0"/>
                  </a:moveTo>
                  <a:lnTo>
                    <a:pt x="0" y="9939"/>
                  </a:lnTo>
                  <a:lnTo>
                    <a:pt x="7810" y="18695"/>
                  </a:lnTo>
                </a:path>
              </a:pathLst>
            </a:custGeom>
            <a:noFill/>
            <a:ln w="9525" cap="flat" cmpd="sng">
              <a:solidFill>
                <a:schemeClr val="dk1"/>
              </a:solidFill>
              <a:prstDash val="solid"/>
              <a:round/>
              <a:headEnd type="none" w="med" len="med"/>
              <a:tailEnd type="none" w="med" len="med"/>
            </a:ln>
          </p:spPr>
        </p:sp>
      </p:grpSp>
      <p:sp>
        <p:nvSpPr>
          <p:cNvPr id="4" name="Rectangle 1">
            <a:extLst>
              <a:ext uri="{FF2B5EF4-FFF2-40B4-BE49-F238E27FC236}">
                <a16:creationId xmlns:a16="http://schemas.microsoft.com/office/drawing/2014/main" id="{0691C66A-DDE7-47AF-8BDA-516296E35A00}"/>
              </a:ext>
            </a:extLst>
          </p:cNvPr>
          <p:cNvSpPr>
            <a:spLocks noChangeArrowheads="1"/>
          </p:cNvSpPr>
          <p:nvPr/>
        </p:nvSpPr>
        <p:spPr bwMode="auto">
          <a:xfrm>
            <a:off x="722201" y="3872195"/>
            <a:ext cx="7356613"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rPr>
              <a:t>Analogy:</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rPr>
              <a:t>Just like an </a:t>
            </a:r>
            <a:r>
              <a:rPr kumimoji="0" lang="en-US" altLang="en-US" sz="1600" b="1" i="0" u="none" strike="noStrike" cap="none" normalizeH="0" baseline="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rPr>
              <a:t>architect draws a blueprint</a:t>
            </a:r>
            <a:r>
              <a:rPr kumimoji="0" lang="en-US" altLang="en-US" sz="1600" b="0" i="0" u="none" strike="noStrike" cap="none" normalizeH="0" baseline="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rPr>
              <a:t> before building a house,</a:t>
            </a:r>
            <a:br>
              <a:rPr kumimoji="0" lang="en-US" altLang="en-US" sz="1600" b="0" i="0" u="none" strike="noStrike" cap="none" normalizeH="0" baseline="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rPr>
            </a:br>
            <a:r>
              <a:rPr kumimoji="0" lang="en-US" altLang="en-US" sz="1600" b="0" i="0" u="none" strike="noStrike" cap="none" normalizeH="0" baseline="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rPr>
              <a:t>a software engineer creates UML diagrams before coding a system.</a:t>
            </a:r>
          </a:p>
        </p:txBody>
      </p:sp>
      <p:graphicFrame>
        <p:nvGraphicFramePr>
          <p:cNvPr id="6" name="Table 5">
            <a:extLst>
              <a:ext uri="{FF2B5EF4-FFF2-40B4-BE49-F238E27FC236}">
                <a16:creationId xmlns:a16="http://schemas.microsoft.com/office/drawing/2014/main" id="{D9BD05F7-CC08-4CC4-A30D-9DFB196CDA37}"/>
              </a:ext>
            </a:extLst>
          </p:cNvPr>
          <p:cNvGraphicFramePr>
            <a:graphicFrameLocks noGrp="1"/>
          </p:cNvGraphicFramePr>
          <p:nvPr>
            <p:extLst>
              <p:ext uri="{D42A27DB-BD31-4B8C-83A1-F6EECF244321}">
                <p14:modId xmlns:p14="http://schemas.microsoft.com/office/powerpoint/2010/main" val="1007063262"/>
              </p:ext>
            </p:extLst>
          </p:nvPr>
        </p:nvGraphicFramePr>
        <p:xfrm>
          <a:off x="722201" y="1189955"/>
          <a:ext cx="7699374" cy="2682240"/>
        </p:xfrm>
        <a:graphic>
          <a:graphicData uri="http://schemas.openxmlformats.org/drawingml/2006/table">
            <a:tbl>
              <a:tblPr/>
              <a:tblGrid>
                <a:gridCol w="3849687">
                  <a:extLst>
                    <a:ext uri="{9D8B030D-6E8A-4147-A177-3AD203B41FA5}">
                      <a16:colId xmlns:a16="http://schemas.microsoft.com/office/drawing/2014/main" val="3627686795"/>
                    </a:ext>
                  </a:extLst>
                </a:gridCol>
                <a:gridCol w="3849687">
                  <a:extLst>
                    <a:ext uri="{9D8B030D-6E8A-4147-A177-3AD203B41FA5}">
                      <a16:colId xmlns:a16="http://schemas.microsoft.com/office/drawing/2014/main" val="1219397400"/>
                    </a:ext>
                  </a:extLst>
                </a:gridCol>
              </a:tblGrid>
              <a:tr h="304800">
                <a:tc>
                  <a:txBody>
                    <a:bodyPr/>
                    <a:lstStyle/>
                    <a:p>
                      <a:r>
                        <a:rPr lang="en-US" sz="1400">
                          <a:latin typeface="Open Sans" panose="020B0606030504020204" pitchFamily="34" charset="0"/>
                          <a:ea typeface="Open Sans" panose="020B0606030504020204" pitchFamily="34" charset="0"/>
                          <a:cs typeface="Open Sans" panose="020B0606030504020204" pitchFamily="34" charset="0"/>
                        </a:rPr>
                        <a:t>Purpose</a:t>
                      </a:r>
                    </a:p>
                  </a:txBody>
                  <a:tcPr anchor="ctr">
                    <a:lnL>
                      <a:noFill/>
                    </a:lnL>
                    <a:lnR>
                      <a:noFill/>
                    </a:lnR>
                    <a:lnT>
                      <a:noFill/>
                    </a:lnT>
                    <a:lnB>
                      <a:noFill/>
                    </a:lnB>
                  </a:tcPr>
                </a:tc>
                <a:tc>
                  <a:txBody>
                    <a:bodyPr/>
                    <a:lstStyle/>
                    <a:p>
                      <a:r>
                        <a:rPr lang="en-US" sz="1400">
                          <a:latin typeface="Open Sans" panose="020B0606030504020204" pitchFamily="34" charset="0"/>
                          <a:ea typeface="Open Sans" panose="020B0606030504020204" pitchFamily="34" charset="0"/>
                          <a:cs typeface="Open Sans" panose="020B0606030504020204" pitchFamily="34" charset="0"/>
                        </a:rPr>
                        <a:t>Benefit</a:t>
                      </a:r>
                    </a:p>
                  </a:txBody>
                  <a:tcPr anchor="ctr">
                    <a:lnL>
                      <a:noFill/>
                    </a:lnL>
                    <a:lnR>
                      <a:noFill/>
                    </a:lnR>
                    <a:lnT>
                      <a:noFill/>
                    </a:lnT>
                    <a:lnB>
                      <a:noFill/>
                    </a:lnB>
                  </a:tcPr>
                </a:tc>
                <a:extLst>
                  <a:ext uri="{0D108BD9-81ED-4DB2-BD59-A6C34878D82A}">
                    <a16:rowId xmlns:a16="http://schemas.microsoft.com/office/drawing/2014/main" val="3231642898"/>
                  </a:ext>
                </a:extLst>
              </a:tr>
              <a:tr h="518160">
                <a:tc>
                  <a:txBody>
                    <a:bodyPr/>
                    <a:lstStyle/>
                    <a:p>
                      <a:r>
                        <a:rPr lang="en-US" sz="1400" dirty="0">
                          <a:latin typeface="Open Sans" panose="020B0606030504020204" pitchFamily="34" charset="0"/>
                          <a:ea typeface="Open Sans" panose="020B0606030504020204" pitchFamily="34" charset="0"/>
                          <a:cs typeface="Open Sans" panose="020B0606030504020204" pitchFamily="34" charset="0"/>
                        </a:rPr>
                        <a:t>Visual Communication</a:t>
                      </a:r>
                    </a:p>
                  </a:txBody>
                  <a:tcPr anchor="ctr">
                    <a:lnL>
                      <a:noFill/>
                    </a:lnL>
                    <a:lnR>
                      <a:noFill/>
                    </a:lnR>
                    <a:lnT>
                      <a:noFill/>
                    </a:lnT>
                    <a:lnB>
                      <a:noFill/>
                    </a:lnB>
                  </a:tcPr>
                </a:tc>
                <a:tc>
                  <a:txBody>
                    <a:bodyPr/>
                    <a:lstStyle/>
                    <a:p>
                      <a:r>
                        <a:rPr lang="en-US" sz="1400" dirty="0">
                          <a:latin typeface="Open Sans" panose="020B0606030504020204" pitchFamily="34" charset="0"/>
                          <a:ea typeface="Open Sans" panose="020B0606030504020204" pitchFamily="34" charset="0"/>
                          <a:cs typeface="Open Sans" panose="020B0606030504020204" pitchFamily="34" charset="0"/>
                        </a:rPr>
                        <a:t>Easier to explain system logic to non-technical stakeholders</a:t>
                      </a:r>
                    </a:p>
                  </a:txBody>
                  <a:tcPr anchor="ctr">
                    <a:lnL>
                      <a:noFill/>
                    </a:lnL>
                    <a:lnR>
                      <a:noFill/>
                    </a:lnR>
                    <a:lnT>
                      <a:noFill/>
                    </a:lnT>
                    <a:lnB>
                      <a:noFill/>
                    </a:lnB>
                  </a:tcPr>
                </a:tc>
                <a:extLst>
                  <a:ext uri="{0D108BD9-81ED-4DB2-BD59-A6C34878D82A}">
                    <a16:rowId xmlns:a16="http://schemas.microsoft.com/office/drawing/2014/main" val="4284518338"/>
                  </a:ext>
                </a:extLst>
              </a:tr>
              <a:tr h="518160">
                <a:tc>
                  <a:txBody>
                    <a:bodyPr/>
                    <a:lstStyle/>
                    <a:p>
                      <a:r>
                        <a:rPr lang="en-US" sz="1400">
                          <a:latin typeface="Open Sans" panose="020B0606030504020204" pitchFamily="34" charset="0"/>
                          <a:ea typeface="Open Sans" panose="020B0606030504020204" pitchFamily="34" charset="0"/>
                          <a:cs typeface="Open Sans" panose="020B0606030504020204" pitchFamily="34" charset="0"/>
                        </a:rPr>
                        <a:t>Requirement Clarification</a:t>
                      </a:r>
                    </a:p>
                  </a:txBody>
                  <a:tcPr anchor="ctr">
                    <a:lnL>
                      <a:noFill/>
                    </a:lnL>
                    <a:lnR>
                      <a:noFill/>
                    </a:lnR>
                    <a:lnT>
                      <a:noFill/>
                    </a:lnT>
                    <a:lnB>
                      <a:noFill/>
                    </a:lnB>
                  </a:tcPr>
                </a:tc>
                <a:tc>
                  <a:txBody>
                    <a:bodyPr/>
                    <a:lstStyle/>
                    <a:p>
                      <a:r>
                        <a:rPr lang="en-US" sz="1400">
                          <a:latin typeface="Open Sans" panose="020B0606030504020204" pitchFamily="34" charset="0"/>
                          <a:ea typeface="Open Sans" panose="020B0606030504020204" pitchFamily="34" charset="0"/>
                          <a:cs typeface="Open Sans" panose="020B0606030504020204" pitchFamily="34" charset="0"/>
                        </a:rPr>
                        <a:t>Helps identify missing or conflicting requirements</a:t>
                      </a:r>
                    </a:p>
                  </a:txBody>
                  <a:tcPr anchor="ctr">
                    <a:lnL>
                      <a:noFill/>
                    </a:lnL>
                    <a:lnR>
                      <a:noFill/>
                    </a:lnR>
                    <a:lnT>
                      <a:noFill/>
                    </a:lnT>
                    <a:lnB>
                      <a:noFill/>
                    </a:lnB>
                  </a:tcPr>
                </a:tc>
                <a:extLst>
                  <a:ext uri="{0D108BD9-81ED-4DB2-BD59-A6C34878D82A}">
                    <a16:rowId xmlns:a16="http://schemas.microsoft.com/office/drawing/2014/main" val="2081883474"/>
                  </a:ext>
                </a:extLst>
              </a:tr>
              <a:tr h="304800">
                <a:tc>
                  <a:txBody>
                    <a:bodyPr/>
                    <a:lstStyle/>
                    <a:p>
                      <a:r>
                        <a:rPr lang="en-US" sz="1400" dirty="0">
                          <a:latin typeface="Open Sans" panose="020B0606030504020204" pitchFamily="34" charset="0"/>
                          <a:ea typeface="Open Sans" panose="020B0606030504020204" pitchFamily="34" charset="0"/>
                          <a:cs typeface="Open Sans" panose="020B0606030504020204" pitchFamily="34" charset="0"/>
                        </a:rPr>
                        <a:t>Design Planning</a:t>
                      </a:r>
                    </a:p>
                  </a:txBody>
                  <a:tcPr anchor="ctr">
                    <a:lnL>
                      <a:noFill/>
                    </a:lnL>
                    <a:lnR>
                      <a:noFill/>
                    </a:lnR>
                    <a:lnT>
                      <a:noFill/>
                    </a:lnT>
                    <a:lnB>
                      <a:noFill/>
                    </a:lnB>
                  </a:tcPr>
                </a:tc>
                <a:tc>
                  <a:txBody>
                    <a:bodyPr/>
                    <a:lstStyle/>
                    <a:p>
                      <a:r>
                        <a:rPr lang="en-US" sz="1400">
                          <a:latin typeface="Open Sans" panose="020B0606030504020204" pitchFamily="34" charset="0"/>
                          <a:ea typeface="Open Sans" panose="020B0606030504020204" pitchFamily="34" charset="0"/>
                          <a:cs typeface="Open Sans" panose="020B0606030504020204" pitchFamily="34" charset="0"/>
                        </a:rPr>
                        <a:t>Supports system structure before coding</a:t>
                      </a:r>
                    </a:p>
                  </a:txBody>
                  <a:tcPr anchor="ctr">
                    <a:lnL>
                      <a:noFill/>
                    </a:lnL>
                    <a:lnR>
                      <a:noFill/>
                    </a:lnR>
                    <a:lnT>
                      <a:noFill/>
                    </a:lnT>
                    <a:lnB>
                      <a:noFill/>
                    </a:lnB>
                  </a:tcPr>
                </a:tc>
                <a:extLst>
                  <a:ext uri="{0D108BD9-81ED-4DB2-BD59-A6C34878D82A}">
                    <a16:rowId xmlns:a16="http://schemas.microsoft.com/office/drawing/2014/main" val="2512367619"/>
                  </a:ext>
                </a:extLst>
              </a:tr>
              <a:tr h="518160">
                <a:tc>
                  <a:txBody>
                    <a:bodyPr/>
                    <a:lstStyle/>
                    <a:p>
                      <a:r>
                        <a:rPr lang="en-US" sz="1400" dirty="0">
                          <a:latin typeface="Open Sans" panose="020B0606030504020204" pitchFamily="34" charset="0"/>
                          <a:ea typeface="Open Sans" panose="020B0606030504020204" pitchFamily="34" charset="0"/>
                          <a:cs typeface="Open Sans" panose="020B0606030504020204" pitchFamily="34" charset="0"/>
                        </a:rPr>
                        <a:t>Documentation</a:t>
                      </a:r>
                    </a:p>
                  </a:txBody>
                  <a:tcPr anchor="ctr">
                    <a:lnL>
                      <a:noFill/>
                    </a:lnL>
                    <a:lnR>
                      <a:noFill/>
                    </a:lnR>
                    <a:lnT>
                      <a:noFill/>
                    </a:lnT>
                    <a:lnB>
                      <a:noFill/>
                    </a:lnB>
                  </a:tcPr>
                </a:tc>
                <a:tc>
                  <a:txBody>
                    <a:bodyPr/>
                    <a:lstStyle/>
                    <a:p>
                      <a:r>
                        <a:rPr lang="en-US" sz="1400">
                          <a:latin typeface="Open Sans" panose="020B0606030504020204" pitchFamily="34" charset="0"/>
                          <a:ea typeface="Open Sans" panose="020B0606030504020204" pitchFamily="34" charset="0"/>
                          <a:cs typeface="Open Sans" panose="020B0606030504020204" pitchFamily="34" charset="0"/>
                        </a:rPr>
                        <a:t>Keeps project understandable and maintainable</a:t>
                      </a:r>
                    </a:p>
                  </a:txBody>
                  <a:tcPr anchor="ctr">
                    <a:lnL>
                      <a:noFill/>
                    </a:lnL>
                    <a:lnR>
                      <a:noFill/>
                    </a:lnR>
                    <a:lnT>
                      <a:noFill/>
                    </a:lnT>
                    <a:lnB>
                      <a:noFill/>
                    </a:lnB>
                  </a:tcPr>
                </a:tc>
                <a:extLst>
                  <a:ext uri="{0D108BD9-81ED-4DB2-BD59-A6C34878D82A}">
                    <a16:rowId xmlns:a16="http://schemas.microsoft.com/office/drawing/2014/main" val="2798763649"/>
                  </a:ext>
                </a:extLst>
              </a:tr>
              <a:tr h="518160">
                <a:tc>
                  <a:txBody>
                    <a:bodyPr/>
                    <a:lstStyle/>
                    <a:p>
                      <a:r>
                        <a:rPr lang="en-US" sz="1400" dirty="0">
                          <a:latin typeface="Open Sans" panose="020B0606030504020204" pitchFamily="34" charset="0"/>
                          <a:ea typeface="Open Sans" panose="020B0606030504020204" pitchFamily="34" charset="0"/>
                          <a:cs typeface="Open Sans" panose="020B0606030504020204" pitchFamily="34" charset="0"/>
                        </a:rPr>
                        <a:t>Team Collaboration</a:t>
                      </a:r>
                    </a:p>
                  </a:txBody>
                  <a:tcPr anchor="ctr">
                    <a:lnL>
                      <a:noFill/>
                    </a:lnL>
                    <a:lnR>
                      <a:noFill/>
                    </a:lnR>
                    <a:lnT>
                      <a:noFill/>
                    </a:lnT>
                    <a:lnB>
                      <a:noFill/>
                    </a:lnB>
                  </a:tcPr>
                </a:tc>
                <a:tc>
                  <a:txBody>
                    <a:bodyPr/>
                    <a:lstStyle/>
                    <a:p>
                      <a:r>
                        <a:rPr lang="en-US" sz="1400" dirty="0">
                          <a:latin typeface="Open Sans" panose="020B0606030504020204" pitchFamily="34" charset="0"/>
                          <a:ea typeface="Open Sans" panose="020B0606030504020204" pitchFamily="34" charset="0"/>
                          <a:cs typeface="Open Sans" panose="020B0606030504020204" pitchFamily="34" charset="0"/>
                        </a:rPr>
                        <a:t>Ensures everyone has a shared understanding of the system</a:t>
                      </a:r>
                    </a:p>
                  </a:txBody>
                  <a:tcPr anchor="ctr">
                    <a:lnL>
                      <a:noFill/>
                    </a:lnL>
                    <a:lnR>
                      <a:noFill/>
                    </a:lnR>
                    <a:lnT>
                      <a:noFill/>
                    </a:lnT>
                    <a:lnB>
                      <a:noFill/>
                    </a:lnB>
                  </a:tcPr>
                </a:tc>
                <a:extLst>
                  <a:ext uri="{0D108BD9-81ED-4DB2-BD59-A6C34878D82A}">
                    <a16:rowId xmlns:a16="http://schemas.microsoft.com/office/drawing/2014/main" val="4220350918"/>
                  </a:ext>
                </a:extLst>
              </a:tr>
            </a:tbl>
          </a:graphicData>
        </a:graphic>
      </p:graphicFrame>
    </p:spTree>
    <p:extLst>
      <p:ext uri="{BB962C8B-B14F-4D97-AF65-F5344CB8AC3E}">
        <p14:creationId xmlns:p14="http://schemas.microsoft.com/office/powerpoint/2010/main" val="397547255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72"/>
        <p:cNvGrpSpPr/>
        <p:nvPr/>
      </p:nvGrpSpPr>
      <p:grpSpPr>
        <a:xfrm>
          <a:off x="0" y="0"/>
          <a:ext cx="0" cy="0"/>
          <a:chOff x="0" y="0"/>
          <a:chExt cx="0" cy="0"/>
        </a:xfrm>
      </p:grpSpPr>
      <p:sp>
        <p:nvSpPr>
          <p:cNvPr id="73" name="Google Shape;73;p17"/>
          <p:cNvSpPr txBox="1">
            <a:spLocks noGrp="1"/>
          </p:cNvSpPr>
          <p:nvPr>
            <p:ph type="title"/>
          </p:nvPr>
        </p:nvSpPr>
        <p:spPr>
          <a:xfrm>
            <a:off x="499307" y="309688"/>
            <a:ext cx="8238900" cy="561600"/>
          </a:xfrm>
          <a:prstGeom prst="rect">
            <a:avLst/>
          </a:prstGeom>
          <a:ln>
            <a:noFill/>
          </a:ln>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n" dirty="0"/>
              <a:t>SDLC cycle </a:t>
            </a:r>
            <a:endParaRPr dirty="0"/>
          </a:p>
        </p:txBody>
      </p:sp>
      <p:sp>
        <p:nvSpPr>
          <p:cNvPr id="74" name="Google Shape;74;p17"/>
          <p:cNvSpPr txBox="1"/>
          <p:nvPr/>
        </p:nvSpPr>
        <p:spPr>
          <a:xfrm>
            <a:off x="3072000" y="4841650"/>
            <a:ext cx="3000000" cy="166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800">
                <a:solidFill>
                  <a:schemeClr val="dk1"/>
                </a:solidFill>
                <a:latin typeface="Montserrat"/>
                <a:ea typeface="Montserrat"/>
                <a:cs typeface="Montserrat"/>
                <a:sym typeface="Montserrat"/>
              </a:rPr>
              <a:t>This template has been created by </a:t>
            </a:r>
            <a:r>
              <a:rPr lang="en" sz="800" b="1">
                <a:solidFill>
                  <a:schemeClr val="dk1"/>
                </a:solidFill>
                <a:uFill>
                  <a:noFill/>
                </a:uFill>
                <a:latin typeface="Montserrat"/>
                <a:ea typeface="Montserrat"/>
                <a:cs typeface="Montserrat"/>
                <a:sym typeface="Montserrat"/>
                <a:hlinkClick r:id="rId3">
                  <a:extLst>
                    <a:ext uri="{A12FA001-AC4F-418D-AE19-62706E023703}">
                      <ahyp:hlinkClr xmlns:ahyp="http://schemas.microsoft.com/office/drawing/2018/hyperlinkcolor" val="tx"/>
                    </a:ext>
                  </a:extLst>
                </a:hlinkClick>
              </a:rPr>
              <a:t>Slidesgo</a:t>
            </a:r>
            <a:endParaRPr sz="800" b="1">
              <a:solidFill>
                <a:schemeClr val="dk1"/>
              </a:solidFill>
              <a:latin typeface="Montserrat"/>
              <a:ea typeface="Montserrat"/>
              <a:cs typeface="Montserrat"/>
              <a:sym typeface="Montserrat"/>
            </a:endParaRPr>
          </a:p>
        </p:txBody>
      </p:sp>
      <p:grpSp>
        <p:nvGrpSpPr>
          <p:cNvPr id="75" name="Google Shape;75;p17"/>
          <p:cNvGrpSpPr/>
          <p:nvPr/>
        </p:nvGrpSpPr>
        <p:grpSpPr>
          <a:xfrm>
            <a:off x="485158" y="1052545"/>
            <a:ext cx="3289001" cy="3541291"/>
            <a:chOff x="452550" y="1084177"/>
            <a:chExt cx="3289001" cy="3541291"/>
          </a:xfrm>
        </p:grpSpPr>
        <p:sp>
          <p:nvSpPr>
            <p:cNvPr id="76" name="Google Shape;76;p17"/>
            <p:cNvSpPr/>
            <p:nvPr/>
          </p:nvSpPr>
          <p:spPr>
            <a:xfrm>
              <a:off x="611647" y="3269297"/>
              <a:ext cx="1487603" cy="1223617"/>
            </a:xfrm>
            <a:custGeom>
              <a:avLst/>
              <a:gdLst/>
              <a:ahLst/>
              <a:cxnLst/>
              <a:rect l="l" t="t" r="r" b="b"/>
              <a:pathLst>
                <a:path w="1231969" h="1013347" extrusionOk="0">
                  <a:moveTo>
                    <a:pt x="610257" y="123710"/>
                  </a:moveTo>
                  <a:lnTo>
                    <a:pt x="680361" y="78847"/>
                  </a:lnTo>
                  <a:cubicBezTo>
                    <a:pt x="697315" y="67989"/>
                    <a:pt x="690934" y="41795"/>
                    <a:pt x="670836" y="39985"/>
                  </a:cubicBezTo>
                  <a:lnTo>
                    <a:pt x="218589" y="76"/>
                  </a:lnTo>
                  <a:cubicBezTo>
                    <a:pt x="209540" y="-686"/>
                    <a:pt x="200968" y="4362"/>
                    <a:pt x="197348" y="12744"/>
                  </a:cubicBezTo>
                  <a:lnTo>
                    <a:pt x="1800" y="467277"/>
                  </a:lnTo>
                  <a:cubicBezTo>
                    <a:pt x="-6392" y="486422"/>
                    <a:pt x="15040" y="504615"/>
                    <a:pt x="32566" y="493375"/>
                  </a:cubicBezTo>
                  <a:lnTo>
                    <a:pt x="118767" y="438130"/>
                  </a:lnTo>
                  <a:cubicBezTo>
                    <a:pt x="377561" y="804652"/>
                    <a:pt x="788374" y="1006773"/>
                    <a:pt x="1209951" y="1013345"/>
                  </a:cubicBezTo>
                  <a:cubicBezTo>
                    <a:pt x="1222333" y="1013536"/>
                    <a:pt x="1232430" y="1003154"/>
                    <a:pt x="1231954" y="990676"/>
                  </a:cubicBezTo>
                  <a:cubicBezTo>
                    <a:pt x="1231477" y="977246"/>
                    <a:pt x="1230906" y="963815"/>
                    <a:pt x="1230335" y="950290"/>
                  </a:cubicBezTo>
                  <a:cubicBezTo>
                    <a:pt x="1222905" y="784079"/>
                    <a:pt x="1215476" y="617867"/>
                    <a:pt x="1207951" y="451656"/>
                  </a:cubicBezTo>
                  <a:cubicBezTo>
                    <a:pt x="1207474" y="440607"/>
                    <a:pt x="1198711" y="431463"/>
                    <a:pt x="1187567" y="430891"/>
                  </a:cubicBezTo>
                  <a:cubicBezTo>
                    <a:pt x="965539" y="418890"/>
                    <a:pt x="751703" y="311734"/>
                    <a:pt x="610162" y="123520"/>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77" name="Google Shape;77;p17"/>
            <p:cNvSpPr/>
            <p:nvPr/>
          </p:nvSpPr>
          <p:spPr>
            <a:xfrm>
              <a:off x="1824702" y="3336007"/>
              <a:ext cx="1694820" cy="1289461"/>
            </a:xfrm>
            <a:custGeom>
              <a:avLst/>
              <a:gdLst/>
              <a:ahLst/>
              <a:cxnLst/>
              <a:rect l="l" t="t" r="r" b="b"/>
              <a:pathLst>
                <a:path w="1403578" h="1067877" extrusionOk="0">
                  <a:moveTo>
                    <a:pt x="1392179" y="253096"/>
                  </a:moveTo>
                  <a:cubicBezTo>
                    <a:pt x="1376368" y="244714"/>
                    <a:pt x="1360556" y="236333"/>
                    <a:pt x="1344745" y="228141"/>
                  </a:cubicBezTo>
                  <a:cubicBezTo>
                    <a:pt x="1200250" y="152893"/>
                    <a:pt x="1055661" y="77741"/>
                    <a:pt x="911167" y="2494"/>
                  </a:cubicBezTo>
                  <a:cubicBezTo>
                    <a:pt x="901165" y="-2745"/>
                    <a:pt x="888688" y="493"/>
                    <a:pt x="882687" y="10114"/>
                  </a:cubicBezTo>
                  <a:cubicBezTo>
                    <a:pt x="823632" y="105554"/>
                    <a:pt x="742955" y="189565"/>
                    <a:pt x="642181" y="254144"/>
                  </a:cubicBezTo>
                  <a:cubicBezTo>
                    <a:pt x="536834" y="321676"/>
                    <a:pt x="421296" y="360348"/>
                    <a:pt x="304805" y="372445"/>
                  </a:cubicBezTo>
                  <a:lnTo>
                    <a:pt x="304138" y="360824"/>
                  </a:lnTo>
                  <a:lnTo>
                    <a:pt x="299566" y="277671"/>
                  </a:lnTo>
                  <a:cubicBezTo>
                    <a:pt x="298423" y="257573"/>
                    <a:pt x="272515" y="250239"/>
                    <a:pt x="261085" y="266813"/>
                  </a:cubicBezTo>
                  <a:lnTo>
                    <a:pt x="3720" y="640764"/>
                  </a:lnTo>
                  <a:cubicBezTo>
                    <a:pt x="-1424" y="648289"/>
                    <a:pt x="-1233" y="658290"/>
                    <a:pt x="4291" y="665529"/>
                  </a:cubicBezTo>
                  <a:lnTo>
                    <a:pt x="303662" y="1059483"/>
                  </a:lnTo>
                  <a:cubicBezTo>
                    <a:pt x="316235" y="1076056"/>
                    <a:pt x="342715" y="1066341"/>
                    <a:pt x="341572" y="1045577"/>
                  </a:cubicBezTo>
                  <a:lnTo>
                    <a:pt x="336523" y="953374"/>
                  </a:lnTo>
                  <a:cubicBezTo>
                    <a:pt x="551503" y="935944"/>
                    <a:pt x="765434" y="867173"/>
                    <a:pt x="959649" y="742681"/>
                  </a:cubicBezTo>
                  <a:cubicBezTo>
                    <a:pt x="1147387" y="622286"/>
                    <a:pt x="1295596" y="463504"/>
                    <a:pt x="1400656" y="283196"/>
                  </a:cubicBezTo>
                  <a:cubicBezTo>
                    <a:pt x="1406848" y="272527"/>
                    <a:pt x="1402847" y="258907"/>
                    <a:pt x="1391989" y="253096"/>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grpSp>
          <p:nvGrpSpPr>
            <p:cNvPr id="78" name="Google Shape;78;p17"/>
            <p:cNvGrpSpPr/>
            <p:nvPr/>
          </p:nvGrpSpPr>
          <p:grpSpPr>
            <a:xfrm>
              <a:off x="2849908" y="2004901"/>
              <a:ext cx="891643" cy="1735009"/>
              <a:chOff x="2693647" y="1890094"/>
              <a:chExt cx="737932" cy="1435909"/>
            </a:xfrm>
          </p:grpSpPr>
          <p:sp>
            <p:nvSpPr>
              <p:cNvPr id="79" name="Google Shape;79;p17"/>
              <p:cNvSpPr/>
              <p:nvPr/>
            </p:nvSpPr>
            <p:spPr>
              <a:xfrm>
                <a:off x="2742437" y="1890094"/>
                <a:ext cx="689142" cy="1291738"/>
              </a:xfrm>
              <a:custGeom>
                <a:avLst/>
                <a:gdLst/>
                <a:ahLst/>
                <a:cxnLst/>
                <a:rect l="l" t="t" r="r" b="b"/>
                <a:pathLst>
                  <a:path w="689142" h="1291738" extrusionOk="0">
                    <a:moveTo>
                      <a:pt x="260385" y="136059"/>
                    </a:moveTo>
                    <a:lnTo>
                      <a:pt x="10068" y="296555"/>
                    </a:lnTo>
                    <a:cubicBezTo>
                      <a:pt x="448" y="302746"/>
                      <a:pt x="-2886" y="315319"/>
                      <a:pt x="2734" y="325321"/>
                    </a:cubicBezTo>
                    <a:cubicBezTo>
                      <a:pt x="124464" y="542205"/>
                      <a:pt x="130750" y="795760"/>
                      <a:pt x="38072" y="1011025"/>
                    </a:cubicBezTo>
                    <a:cubicBezTo>
                      <a:pt x="33595" y="1021408"/>
                      <a:pt x="38072" y="1033504"/>
                      <a:pt x="48073" y="1038743"/>
                    </a:cubicBezTo>
                    <a:cubicBezTo>
                      <a:pt x="208474" y="1122277"/>
                      <a:pt x="368971" y="1205716"/>
                      <a:pt x="529372" y="1289251"/>
                    </a:cubicBezTo>
                    <a:cubicBezTo>
                      <a:pt x="540325" y="1294966"/>
                      <a:pt x="553851" y="1290489"/>
                      <a:pt x="559090" y="1279345"/>
                    </a:cubicBezTo>
                    <a:cubicBezTo>
                      <a:pt x="744541" y="885200"/>
                      <a:pt x="736921" y="410474"/>
                      <a:pt x="502225" y="10615"/>
                    </a:cubicBezTo>
                    <a:cubicBezTo>
                      <a:pt x="496034" y="42"/>
                      <a:pt x="482128" y="-3197"/>
                      <a:pt x="471745" y="3471"/>
                    </a:cubicBezTo>
                    <a:cubicBezTo>
                      <a:pt x="401641" y="48334"/>
                      <a:pt x="330109" y="91387"/>
                      <a:pt x="260385" y="136154"/>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80" name="Google Shape;80;p17"/>
              <p:cNvSpPr/>
              <p:nvPr/>
            </p:nvSpPr>
            <p:spPr>
              <a:xfrm>
                <a:off x="2693647" y="2872483"/>
                <a:ext cx="725919" cy="453520"/>
              </a:xfrm>
              <a:custGeom>
                <a:avLst/>
                <a:gdLst/>
                <a:ahLst/>
                <a:cxnLst/>
                <a:rect l="l" t="t" r="r" b="b"/>
                <a:pathLst>
                  <a:path w="725919" h="453520" extrusionOk="0">
                    <a:moveTo>
                      <a:pt x="104864" y="40637"/>
                    </a:moveTo>
                    <a:lnTo>
                      <a:pt x="30855" y="2442"/>
                    </a:lnTo>
                    <a:cubicBezTo>
                      <a:pt x="12948" y="-6797"/>
                      <a:pt x="-6483" y="11872"/>
                      <a:pt x="2089" y="30160"/>
                    </a:cubicBezTo>
                    <a:lnTo>
                      <a:pt x="194399" y="441354"/>
                    </a:lnTo>
                    <a:cubicBezTo>
                      <a:pt x="198304" y="449641"/>
                      <a:pt x="206972" y="454498"/>
                      <a:pt x="216021" y="453355"/>
                    </a:cubicBezTo>
                    <a:lnTo>
                      <a:pt x="707320" y="394586"/>
                    </a:lnTo>
                    <a:cubicBezTo>
                      <a:pt x="727990" y="392110"/>
                      <a:pt x="732943" y="364392"/>
                      <a:pt x="714464" y="354867"/>
                    </a:cubicBezTo>
                    <a:lnTo>
                      <a:pt x="104864" y="40637"/>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grpSp>
        <p:grpSp>
          <p:nvGrpSpPr>
            <p:cNvPr id="81" name="Google Shape;81;p17"/>
            <p:cNvGrpSpPr/>
            <p:nvPr/>
          </p:nvGrpSpPr>
          <p:grpSpPr>
            <a:xfrm>
              <a:off x="2043333" y="1204636"/>
              <a:ext cx="1512573" cy="1239728"/>
              <a:chOff x="2026118" y="1227788"/>
              <a:chExt cx="1251819" cy="1026010"/>
            </a:xfrm>
          </p:grpSpPr>
          <p:sp>
            <p:nvSpPr>
              <p:cNvPr id="82" name="Google Shape;82;p17"/>
              <p:cNvSpPr/>
              <p:nvPr/>
            </p:nvSpPr>
            <p:spPr>
              <a:xfrm>
                <a:off x="2026118" y="1227788"/>
                <a:ext cx="1156388" cy="901053"/>
              </a:xfrm>
              <a:custGeom>
                <a:avLst/>
                <a:gdLst/>
                <a:ahLst/>
                <a:cxnLst/>
                <a:rect l="l" t="t" r="r" b="b"/>
                <a:pathLst>
                  <a:path w="1156388" h="901053" extrusionOk="0">
                    <a:moveTo>
                      <a:pt x="46112" y="591481"/>
                    </a:moveTo>
                    <a:cubicBezTo>
                      <a:pt x="278808" y="592529"/>
                      <a:pt x="506550" y="698352"/>
                      <a:pt x="656283" y="892757"/>
                    </a:cubicBezTo>
                    <a:cubicBezTo>
                      <a:pt x="663141" y="901615"/>
                      <a:pt x="675714" y="903616"/>
                      <a:pt x="685144" y="897615"/>
                    </a:cubicBezTo>
                    <a:lnTo>
                      <a:pt x="997945" y="697114"/>
                    </a:lnTo>
                    <a:lnTo>
                      <a:pt x="1146345" y="601959"/>
                    </a:lnTo>
                    <a:cubicBezTo>
                      <a:pt x="1156727" y="595291"/>
                      <a:pt x="1159584" y="581194"/>
                      <a:pt x="1152441" y="571098"/>
                    </a:cubicBezTo>
                    <a:cubicBezTo>
                      <a:pt x="884693" y="194860"/>
                      <a:pt x="456163" y="-6689"/>
                      <a:pt x="21347" y="169"/>
                    </a:cubicBezTo>
                    <a:cubicBezTo>
                      <a:pt x="9250" y="360"/>
                      <a:pt x="-370" y="10647"/>
                      <a:pt x="11" y="22744"/>
                    </a:cubicBezTo>
                    <a:cubicBezTo>
                      <a:pt x="868" y="45794"/>
                      <a:pt x="1725" y="68749"/>
                      <a:pt x="2773" y="91705"/>
                    </a:cubicBezTo>
                    <a:cubicBezTo>
                      <a:pt x="10012" y="251344"/>
                      <a:pt x="17251" y="410983"/>
                      <a:pt x="24490" y="570622"/>
                    </a:cubicBezTo>
                    <a:cubicBezTo>
                      <a:pt x="24966" y="582147"/>
                      <a:pt x="34396" y="591386"/>
                      <a:pt x="45922" y="591481"/>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83" name="Google Shape;83;p17"/>
              <p:cNvSpPr/>
              <p:nvPr/>
            </p:nvSpPr>
            <p:spPr>
              <a:xfrm>
                <a:off x="2585978" y="1757785"/>
                <a:ext cx="691959" cy="496013"/>
              </a:xfrm>
              <a:custGeom>
                <a:avLst/>
                <a:gdLst/>
                <a:ahLst/>
                <a:cxnLst/>
                <a:rect l="l" t="t" r="r" b="b"/>
                <a:pathLst>
                  <a:path w="691959" h="496013" extrusionOk="0">
                    <a:moveTo>
                      <a:pt x="80136" y="370666"/>
                    </a:moveTo>
                    <a:lnTo>
                      <a:pt x="9841" y="415243"/>
                    </a:lnTo>
                    <a:cubicBezTo>
                      <a:pt x="-7209" y="426006"/>
                      <a:pt x="-827" y="452200"/>
                      <a:pt x="19175" y="454105"/>
                    </a:cubicBezTo>
                    <a:lnTo>
                      <a:pt x="471232" y="495919"/>
                    </a:lnTo>
                    <a:cubicBezTo>
                      <a:pt x="480281" y="496777"/>
                      <a:pt x="488853" y="491728"/>
                      <a:pt x="492568" y="483346"/>
                    </a:cubicBezTo>
                    <a:lnTo>
                      <a:pt x="690117" y="29671"/>
                    </a:lnTo>
                    <a:cubicBezTo>
                      <a:pt x="698403" y="10621"/>
                      <a:pt x="677067" y="-7763"/>
                      <a:pt x="659446" y="3382"/>
                    </a:cubicBezTo>
                    <a:lnTo>
                      <a:pt x="80231" y="370666"/>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grpSp>
        <p:grpSp>
          <p:nvGrpSpPr>
            <p:cNvPr id="84" name="Google Shape;84;p17"/>
            <p:cNvGrpSpPr/>
            <p:nvPr/>
          </p:nvGrpSpPr>
          <p:grpSpPr>
            <a:xfrm>
              <a:off x="665899" y="1084177"/>
              <a:ext cx="1664089" cy="1292764"/>
              <a:chOff x="886141" y="1128095"/>
              <a:chExt cx="1377215" cy="1069903"/>
            </a:xfrm>
          </p:grpSpPr>
          <p:sp>
            <p:nvSpPr>
              <p:cNvPr id="85" name="Google Shape;85;p17"/>
              <p:cNvSpPr/>
              <p:nvPr/>
            </p:nvSpPr>
            <p:spPr>
              <a:xfrm>
                <a:off x="886141" y="1232911"/>
                <a:ext cx="1091058" cy="965087"/>
              </a:xfrm>
              <a:custGeom>
                <a:avLst/>
                <a:gdLst/>
                <a:ahLst/>
                <a:cxnLst/>
                <a:rect l="l" t="t" r="r" b="b"/>
                <a:pathLst>
                  <a:path w="1091058" h="965087" extrusionOk="0">
                    <a:moveTo>
                      <a:pt x="495050" y="962597"/>
                    </a:moveTo>
                    <a:cubicBezTo>
                      <a:pt x="505051" y="967835"/>
                      <a:pt x="517624" y="964597"/>
                      <a:pt x="523530" y="954881"/>
                    </a:cubicBezTo>
                    <a:cubicBezTo>
                      <a:pt x="582680" y="858679"/>
                      <a:pt x="663833" y="773906"/>
                      <a:pt x="765274" y="708851"/>
                    </a:cubicBezTo>
                    <a:cubicBezTo>
                      <a:pt x="861572" y="647129"/>
                      <a:pt x="966347" y="609410"/>
                      <a:pt x="1072646" y="594170"/>
                    </a:cubicBezTo>
                    <a:cubicBezTo>
                      <a:pt x="1083695" y="592550"/>
                      <a:pt x="1091601" y="582740"/>
                      <a:pt x="1091029" y="571690"/>
                    </a:cubicBezTo>
                    <a:cubicBezTo>
                      <a:pt x="1082552" y="384334"/>
                      <a:pt x="1073979" y="197072"/>
                      <a:pt x="1065502" y="9716"/>
                    </a:cubicBezTo>
                    <a:cubicBezTo>
                      <a:pt x="1065312" y="6477"/>
                      <a:pt x="1065216" y="3239"/>
                      <a:pt x="1065026" y="0"/>
                    </a:cubicBezTo>
                    <a:cubicBezTo>
                      <a:pt x="852714" y="18478"/>
                      <a:pt x="641640" y="87154"/>
                      <a:pt x="449806" y="210122"/>
                    </a:cubicBezTo>
                    <a:cubicBezTo>
                      <a:pt x="258544" y="332804"/>
                      <a:pt x="108240" y="495300"/>
                      <a:pt x="2798" y="679799"/>
                    </a:cubicBezTo>
                    <a:cubicBezTo>
                      <a:pt x="-3203" y="690372"/>
                      <a:pt x="798" y="703898"/>
                      <a:pt x="11466" y="709708"/>
                    </a:cubicBezTo>
                    <a:cubicBezTo>
                      <a:pt x="49089" y="729996"/>
                      <a:pt x="86618" y="750189"/>
                      <a:pt x="124337" y="769811"/>
                    </a:cubicBezTo>
                    <a:cubicBezTo>
                      <a:pt x="247876" y="834104"/>
                      <a:pt x="371320" y="898303"/>
                      <a:pt x="494859" y="962597"/>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86" name="Google Shape;86;p17"/>
              <p:cNvSpPr/>
              <p:nvPr/>
            </p:nvSpPr>
            <p:spPr>
              <a:xfrm>
                <a:off x="1942308" y="1128095"/>
                <a:ext cx="321048" cy="811496"/>
              </a:xfrm>
              <a:custGeom>
                <a:avLst/>
                <a:gdLst/>
                <a:ahLst/>
                <a:cxnLst/>
                <a:rect l="l" t="t" r="r" b="b"/>
                <a:pathLst>
                  <a:path w="321048" h="811496" extrusionOk="0">
                    <a:moveTo>
                      <a:pt x="2382" y="707176"/>
                    </a:moveTo>
                    <a:lnTo>
                      <a:pt x="2667" y="790425"/>
                    </a:lnTo>
                    <a:cubicBezTo>
                      <a:pt x="2667" y="810523"/>
                      <a:pt x="28290" y="819190"/>
                      <a:pt x="40577" y="803188"/>
                    </a:cubicBezTo>
                    <a:lnTo>
                      <a:pt x="316707" y="442858"/>
                    </a:lnTo>
                    <a:cubicBezTo>
                      <a:pt x="322231" y="435619"/>
                      <a:pt x="322517" y="425617"/>
                      <a:pt x="317373" y="418093"/>
                    </a:cubicBezTo>
                    <a:lnTo>
                      <a:pt x="38577" y="9280"/>
                    </a:lnTo>
                    <a:cubicBezTo>
                      <a:pt x="26861" y="-7961"/>
                      <a:pt x="-95" y="421"/>
                      <a:pt x="0" y="21281"/>
                    </a:cubicBezTo>
                    <a:lnTo>
                      <a:pt x="2382" y="707176"/>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grpSp>
        <p:grpSp>
          <p:nvGrpSpPr>
            <p:cNvPr id="87" name="Google Shape;87;p17"/>
            <p:cNvGrpSpPr/>
            <p:nvPr/>
          </p:nvGrpSpPr>
          <p:grpSpPr>
            <a:xfrm>
              <a:off x="452550" y="1987605"/>
              <a:ext cx="904805" cy="1691130"/>
              <a:chOff x="452550" y="1987605"/>
              <a:chExt cx="904805" cy="1691130"/>
            </a:xfrm>
          </p:grpSpPr>
          <p:sp>
            <p:nvSpPr>
              <p:cNvPr id="88" name="Google Shape;88;p17"/>
              <p:cNvSpPr/>
              <p:nvPr/>
            </p:nvSpPr>
            <p:spPr>
              <a:xfrm>
                <a:off x="452550" y="2151686"/>
                <a:ext cx="816429" cy="1527049"/>
              </a:xfrm>
              <a:custGeom>
                <a:avLst/>
                <a:gdLst/>
                <a:ahLst/>
                <a:cxnLst/>
                <a:rect l="l" t="t" r="r" b="b"/>
                <a:pathLst>
                  <a:path w="676132" h="1264637" extrusionOk="0">
                    <a:moveTo>
                      <a:pt x="673821" y="941676"/>
                    </a:moveTo>
                    <a:cubicBezTo>
                      <a:pt x="562474" y="729840"/>
                      <a:pt x="558759" y="485619"/>
                      <a:pt x="647913" y="277117"/>
                    </a:cubicBezTo>
                    <a:cubicBezTo>
                      <a:pt x="652389" y="266734"/>
                      <a:pt x="647913" y="254638"/>
                      <a:pt x="637816" y="249399"/>
                    </a:cubicBezTo>
                    <a:cubicBezTo>
                      <a:pt x="480463" y="167579"/>
                      <a:pt x="323205" y="85664"/>
                      <a:pt x="165852" y="3844"/>
                    </a:cubicBezTo>
                    <a:cubicBezTo>
                      <a:pt x="148517" y="-5204"/>
                      <a:pt x="127181" y="2320"/>
                      <a:pt x="119180" y="20132"/>
                    </a:cubicBezTo>
                    <a:cubicBezTo>
                      <a:pt x="-53318" y="405799"/>
                      <a:pt x="-43317" y="864333"/>
                      <a:pt x="180330" y="1253810"/>
                    </a:cubicBezTo>
                    <a:cubicBezTo>
                      <a:pt x="186426" y="1264478"/>
                      <a:pt x="200333" y="1267812"/>
                      <a:pt x="210715" y="1261335"/>
                    </a:cubicBezTo>
                    <a:cubicBezTo>
                      <a:pt x="231099" y="1248571"/>
                      <a:pt x="251482" y="1235808"/>
                      <a:pt x="271675" y="1222854"/>
                    </a:cubicBezTo>
                    <a:lnTo>
                      <a:pt x="666201" y="969965"/>
                    </a:lnTo>
                    <a:cubicBezTo>
                      <a:pt x="675345" y="964060"/>
                      <a:pt x="678869" y="951296"/>
                      <a:pt x="673821" y="941676"/>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89" name="Google Shape;89;p17"/>
              <p:cNvSpPr/>
              <p:nvPr/>
            </p:nvSpPr>
            <p:spPr>
              <a:xfrm>
                <a:off x="477454" y="1987605"/>
                <a:ext cx="879902" cy="545704"/>
              </a:xfrm>
              <a:custGeom>
                <a:avLst/>
                <a:gdLst/>
                <a:ahLst/>
                <a:cxnLst/>
                <a:rect l="l" t="t" r="r" b="b"/>
                <a:pathLst>
                  <a:path w="728697" h="451929" extrusionOk="0">
                    <a:moveTo>
                      <a:pt x="623683" y="412053"/>
                    </a:moveTo>
                    <a:lnTo>
                      <a:pt x="697978" y="449581"/>
                    </a:lnTo>
                    <a:cubicBezTo>
                      <a:pt x="715981" y="458630"/>
                      <a:pt x="735221" y="439866"/>
                      <a:pt x="726553" y="421673"/>
                    </a:cubicBezTo>
                    <a:lnTo>
                      <a:pt x="531005" y="12003"/>
                    </a:lnTo>
                    <a:cubicBezTo>
                      <a:pt x="527100" y="3811"/>
                      <a:pt x="518337" y="-1047"/>
                      <a:pt x="509288" y="192"/>
                    </a:cubicBezTo>
                    <a:lnTo>
                      <a:pt x="18465" y="62866"/>
                    </a:lnTo>
                    <a:cubicBezTo>
                      <a:pt x="-2204" y="65533"/>
                      <a:pt x="-6967" y="93251"/>
                      <a:pt x="11607" y="102681"/>
                    </a:cubicBezTo>
                    <a:lnTo>
                      <a:pt x="623683" y="412053"/>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grpSp>
      </p:grpSp>
      <p:sp>
        <p:nvSpPr>
          <p:cNvPr id="90" name="Google Shape;90;p17"/>
          <p:cNvSpPr txBox="1"/>
          <p:nvPr/>
        </p:nvSpPr>
        <p:spPr>
          <a:xfrm>
            <a:off x="4542674" y="1581278"/>
            <a:ext cx="1636800" cy="680468"/>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rgbClr val="000000"/>
              </a:buClr>
              <a:buSzPts val="1100"/>
              <a:buFont typeface="Arial"/>
              <a:buNone/>
            </a:pPr>
            <a:r>
              <a:rPr lang="en-US" sz="1200" dirty="0">
                <a:solidFill>
                  <a:schemeClr val="dk1"/>
                </a:solidFill>
                <a:latin typeface="Montserrat"/>
                <a:ea typeface="Montserrat"/>
                <a:cs typeface="Montserrat"/>
                <a:sym typeface="Montserrat"/>
              </a:rPr>
              <a:t>Understand what the customer or user needs.</a:t>
            </a:r>
            <a:endParaRPr sz="1200" dirty="0">
              <a:solidFill>
                <a:schemeClr val="dk1"/>
              </a:solidFill>
              <a:latin typeface="Montserrat"/>
              <a:ea typeface="Montserrat"/>
              <a:cs typeface="Montserrat"/>
              <a:sym typeface="Montserrat"/>
            </a:endParaRPr>
          </a:p>
        </p:txBody>
      </p:sp>
      <p:sp>
        <p:nvSpPr>
          <p:cNvPr id="91" name="Google Shape;91;p17"/>
          <p:cNvSpPr txBox="1"/>
          <p:nvPr/>
        </p:nvSpPr>
        <p:spPr>
          <a:xfrm>
            <a:off x="4542674" y="1150200"/>
            <a:ext cx="1636800" cy="431100"/>
          </a:xfrm>
          <a:prstGeom prst="rect">
            <a:avLst/>
          </a:prstGeom>
          <a:solidFill>
            <a:schemeClr val="dk2"/>
          </a:solid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1600" dirty="0">
                <a:solidFill>
                  <a:schemeClr val="dk1"/>
                </a:solidFill>
                <a:latin typeface="Montserrat"/>
                <a:ea typeface="Montserrat"/>
                <a:cs typeface="Montserrat"/>
                <a:sym typeface="Montserrat"/>
              </a:rPr>
              <a:t>Requriments</a:t>
            </a:r>
            <a:endParaRPr sz="1600" dirty="0">
              <a:solidFill>
                <a:schemeClr val="dk1"/>
              </a:solidFill>
              <a:latin typeface="Montserrat"/>
              <a:ea typeface="Montserrat"/>
              <a:cs typeface="Montserrat"/>
              <a:sym typeface="Montserrat"/>
            </a:endParaRPr>
          </a:p>
        </p:txBody>
      </p:sp>
      <p:sp>
        <p:nvSpPr>
          <p:cNvPr id="92" name="Google Shape;92;p17"/>
          <p:cNvSpPr txBox="1"/>
          <p:nvPr/>
        </p:nvSpPr>
        <p:spPr>
          <a:xfrm>
            <a:off x="6816528" y="1581277"/>
            <a:ext cx="1921679" cy="764031"/>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rgbClr val="000000"/>
              </a:buClr>
              <a:buSzPts val="1100"/>
              <a:buFont typeface="Arial"/>
              <a:buNone/>
            </a:pPr>
            <a:r>
              <a:rPr lang="en-US" sz="1200" dirty="0">
                <a:solidFill>
                  <a:schemeClr val="dk1"/>
                </a:solidFill>
                <a:latin typeface="Montserrat"/>
                <a:ea typeface="Montserrat"/>
                <a:cs typeface="Montserrat"/>
                <a:sym typeface="Montserrat"/>
              </a:rPr>
              <a:t>Translate requirements into a technical blueprint</a:t>
            </a:r>
            <a:endParaRPr sz="1200" dirty="0">
              <a:solidFill>
                <a:schemeClr val="dk1"/>
              </a:solidFill>
              <a:latin typeface="Montserrat"/>
              <a:ea typeface="Montserrat"/>
              <a:cs typeface="Montserrat"/>
              <a:sym typeface="Montserrat"/>
            </a:endParaRPr>
          </a:p>
        </p:txBody>
      </p:sp>
      <p:sp>
        <p:nvSpPr>
          <p:cNvPr id="93" name="Google Shape;93;p17"/>
          <p:cNvSpPr txBox="1"/>
          <p:nvPr/>
        </p:nvSpPr>
        <p:spPr>
          <a:xfrm>
            <a:off x="6816529" y="1150200"/>
            <a:ext cx="1636800" cy="431100"/>
          </a:xfrm>
          <a:prstGeom prst="rect">
            <a:avLst/>
          </a:prstGeom>
          <a:solidFill>
            <a:schemeClr val="lt2"/>
          </a:solid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1600" dirty="0">
                <a:solidFill>
                  <a:schemeClr val="dk1"/>
                </a:solidFill>
                <a:latin typeface="Montserrat"/>
                <a:ea typeface="Montserrat"/>
                <a:cs typeface="Montserrat"/>
                <a:sym typeface="Montserrat"/>
              </a:rPr>
              <a:t>Design</a:t>
            </a:r>
            <a:endParaRPr sz="1600" dirty="0">
              <a:solidFill>
                <a:schemeClr val="dk1"/>
              </a:solidFill>
              <a:latin typeface="Montserrat"/>
              <a:ea typeface="Montserrat"/>
              <a:cs typeface="Montserrat"/>
              <a:sym typeface="Montserrat"/>
            </a:endParaRPr>
          </a:p>
        </p:txBody>
      </p:sp>
      <p:sp>
        <p:nvSpPr>
          <p:cNvPr id="94" name="Google Shape;94;p17"/>
          <p:cNvSpPr txBox="1"/>
          <p:nvPr/>
        </p:nvSpPr>
        <p:spPr>
          <a:xfrm>
            <a:off x="4542674" y="2793302"/>
            <a:ext cx="1636800" cy="740771"/>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rgbClr val="000000"/>
              </a:buClr>
              <a:buSzPts val="1100"/>
              <a:buFont typeface="Arial"/>
              <a:buNone/>
            </a:pPr>
            <a:r>
              <a:rPr lang="en-US" sz="1200">
                <a:solidFill>
                  <a:schemeClr val="dk1"/>
                </a:solidFill>
                <a:latin typeface="Montserrat"/>
                <a:ea typeface="Montserrat"/>
                <a:cs typeface="Montserrat"/>
                <a:sym typeface="Montserrat"/>
              </a:rPr>
              <a:t>Convert the design into executable code</a:t>
            </a:r>
            <a:endParaRPr sz="1200" dirty="0">
              <a:solidFill>
                <a:schemeClr val="dk1"/>
              </a:solidFill>
              <a:latin typeface="Montserrat"/>
              <a:ea typeface="Montserrat"/>
              <a:cs typeface="Montserrat"/>
              <a:sym typeface="Montserrat"/>
            </a:endParaRPr>
          </a:p>
        </p:txBody>
      </p:sp>
      <p:sp>
        <p:nvSpPr>
          <p:cNvPr id="95" name="Google Shape;95;p17"/>
          <p:cNvSpPr txBox="1"/>
          <p:nvPr/>
        </p:nvSpPr>
        <p:spPr>
          <a:xfrm>
            <a:off x="4542674" y="2362225"/>
            <a:ext cx="1636800" cy="431100"/>
          </a:xfrm>
          <a:prstGeom prst="rect">
            <a:avLst/>
          </a:prstGeom>
          <a:solidFill>
            <a:schemeClr val="accent2"/>
          </a:solid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US" sz="1600" dirty="0">
                <a:solidFill>
                  <a:schemeClr val="dk1"/>
                </a:solidFill>
                <a:latin typeface="Montserrat"/>
                <a:ea typeface="Montserrat"/>
                <a:cs typeface="Montserrat"/>
                <a:sym typeface="Montserrat"/>
              </a:rPr>
              <a:t>Developing</a:t>
            </a:r>
            <a:endParaRPr sz="1600" dirty="0">
              <a:solidFill>
                <a:schemeClr val="dk1"/>
              </a:solidFill>
              <a:latin typeface="Montserrat"/>
              <a:ea typeface="Montserrat"/>
              <a:cs typeface="Montserrat"/>
              <a:sym typeface="Montserrat"/>
            </a:endParaRPr>
          </a:p>
        </p:txBody>
      </p:sp>
      <p:sp>
        <p:nvSpPr>
          <p:cNvPr id="96" name="Google Shape;96;p17"/>
          <p:cNvSpPr txBox="1"/>
          <p:nvPr/>
        </p:nvSpPr>
        <p:spPr>
          <a:xfrm>
            <a:off x="6816529" y="2793303"/>
            <a:ext cx="1841112" cy="554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rgbClr val="000000"/>
              </a:buClr>
              <a:buSzPts val="1100"/>
              <a:buFont typeface="Arial"/>
              <a:buNone/>
            </a:pPr>
            <a:r>
              <a:rPr lang="en-US" sz="1200" dirty="0">
                <a:solidFill>
                  <a:schemeClr val="dk1"/>
                </a:solidFill>
                <a:latin typeface="Montserrat"/>
                <a:ea typeface="Montserrat"/>
                <a:cs typeface="Montserrat"/>
                <a:sym typeface="Montserrat"/>
              </a:rPr>
              <a:t>Ensure the software meets requirements and is defect-free</a:t>
            </a:r>
            <a:endParaRPr sz="1200" dirty="0">
              <a:solidFill>
                <a:schemeClr val="dk1"/>
              </a:solidFill>
              <a:latin typeface="Montserrat"/>
              <a:ea typeface="Montserrat"/>
              <a:cs typeface="Montserrat"/>
              <a:sym typeface="Montserrat"/>
            </a:endParaRPr>
          </a:p>
        </p:txBody>
      </p:sp>
      <p:sp>
        <p:nvSpPr>
          <p:cNvPr id="97" name="Google Shape;97;p17"/>
          <p:cNvSpPr txBox="1"/>
          <p:nvPr/>
        </p:nvSpPr>
        <p:spPr>
          <a:xfrm>
            <a:off x="6816529" y="2362225"/>
            <a:ext cx="1636800" cy="431100"/>
          </a:xfrm>
          <a:prstGeom prst="rect">
            <a:avLst/>
          </a:prstGeom>
          <a:solidFill>
            <a:schemeClr val="accent1"/>
          </a:solid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1600" dirty="0">
                <a:solidFill>
                  <a:schemeClr val="dk1"/>
                </a:solidFill>
                <a:latin typeface="Montserrat"/>
                <a:ea typeface="Montserrat"/>
                <a:cs typeface="Montserrat"/>
                <a:sym typeface="Montserrat"/>
              </a:rPr>
              <a:t>Testing</a:t>
            </a:r>
            <a:endParaRPr sz="1600" dirty="0">
              <a:solidFill>
                <a:schemeClr val="dk1"/>
              </a:solidFill>
              <a:latin typeface="Montserrat"/>
              <a:ea typeface="Montserrat"/>
              <a:cs typeface="Montserrat"/>
              <a:sym typeface="Montserrat"/>
            </a:endParaRPr>
          </a:p>
        </p:txBody>
      </p:sp>
      <p:sp>
        <p:nvSpPr>
          <p:cNvPr id="98" name="Google Shape;98;p17"/>
          <p:cNvSpPr txBox="1"/>
          <p:nvPr/>
        </p:nvSpPr>
        <p:spPr>
          <a:xfrm>
            <a:off x="4572000" y="4005328"/>
            <a:ext cx="1636800" cy="554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rgbClr val="000000"/>
              </a:buClr>
              <a:buSzPts val="1100"/>
              <a:buFont typeface="Arial"/>
              <a:buNone/>
            </a:pPr>
            <a:r>
              <a:rPr lang="en-US" sz="1200" dirty="0">
                <a:solidFill>
                  <a:schemeClr val="dk1"/>
                </a:solidFill>
                <a:latin typeface="Montserrat"/>
                <a:ea typeface="Montserrat"/>
                <a:cs typeface="Montserrat"/>
                <a:sym typeface="Montserrat"/>
              </a:rPr>
              <a:t>Make the system available to users.</a:t>
            </a:r>
            <a:endParaRPr sz="1200" dirty="0">
              <a:solidFill>
                <a:schemeClr val="dk1"/>
              </a:solidFill>
              <a:latin typeface="Montserrat"/>
              <a:ea typeface="Montserrat"/>
              <a:cs typeface="Montserrat"/>
              <a:sym typeface="Montserrat"/>
            </a:endParaRPr>
          </a:p>
        </p:txBody>
      </p:sp>
      <p:sp>
        <p:nvSpPr>
          <p:cNvPr id="99" name="Google Shape;99;p17"/>
          <p:cNvSpPr txBox="1"/>
          <p:nvPr/>
        </p:nvSpPr>
        <p:spPr>
          <a:xfrm>
            <a:off x="4542674" y="3574250"/>
            <a:ext cx="1636800" cy="431100"/>
          </a:xfrm>
          <a:prstGeom prst="rect">
            <a:avLst/>
          </a:prstGeom>
          <a:solidFill>
            <a:schemeClr val="accent3"/>
          </a:solid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1600" dirty="0">
                <a:solidFill>
                  <a:schemeClr val="dk1"/>
                </a:solidFill>
                <a:latin typeface="Montserrat"/>
                <a:ea typeface="Montserrat"/>
                <a:cs typeface="Montserrat"/>
                <a:sym typeface="Montserrat"/>
              </a:rPr>
              <a:t>Deployment</a:t>
            </a:r>
            <a:endParaRPr sz="1600" dirty="0">
              <a:solidFill>
                <a:schemeClr val="dk1"/>
              </a:solidFill>
              <a:latin typeface="Montserrat"/>
              <a:ea typeface="Montserrat"/>
              <a:cs typeface="Montserrat"/>
              <a:sym typeface="Montserrat"/>
            </a:endParaRPr>
          </a:p>
        </p:txBody>
      </p:sp>
      <p:sp>
        <p:nvSpPr>
          <p:cNvPr id="100" name="Google Shape;100;p17"/>
          <p:cNvSpPr txBox="1"/>
          <p:nvPr/>
        </p:nvSpPr>
        <p:spPr>
          <a:xfrm>
            <a:off x="6816529" y="3881105"/>
            <a:ext cx="1921678" cy="554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rgbClr val="000000"/>
              </a:buClr>
              <a:buSzPts val="1100"/>
              <a:buFont typeface="Arial"/>
              <a:buNone/>
            </a:pPr>
            <a:r>
              <a:rPr lang="en-US" sz="1200" dirty="0">
                <a:solidFill>
                  <a:schemeClr val="dk1"/>
                </a:solidFill>
                <a:latin typeface="Montserrat"/>
                <a:ea typeface="Montserrat"/>
                <a:cs typeface="Montserrat"/>
                <a:sym typeface="Montserrat"/>
              </a:rPr>
              <a:t>Ensure the continued usability and performance of the software.</a:t>
            </a:r>
          </a:p>
        </p:txBody>
      </p:sp>
      <p:sp>
        <p:nvSpPr>
          <p:cNvPr id="101" name="Google Shape;101;p17"/>
          <p:cNvSpPr txBox="1"/>
          <p:nvPr/>
        </p:nvSpPr>
        <p:spPr>
          <a:xfrm>
            <a:off x="6816529" y="3574250"/>
            <a:ext cx="1636800" cy="431100"/>
          </a:xfrm>
          <a:prstGeom prst="rect">
            <a:avLst/>
          </a:prstGeom>
          <a:solidFill>
            <a:schemeClr val="accent4"/>
          </a:solid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1600" dirty="0">
                <a:solidFill>
                  <a:schemeClr val="dk1"/>
                </a:solidFill>
                <a:latin typeface="Montserrat"/>
                <a:ea typeface="Montserrat"/>
                <a:cs typeface="Montserrat"/>
                <a:sym typeface="Montserrat"/>
              </a:rPr>
              <a:t>Maintance</a:t>
            </a:r>
            <a:endParaRPr sz="1600" dirty="0">
              <a:solidFill>
                <a:schemeClr val="dk1"/>
              </a:solidFill>
              <a:latin typeface="Montserrat"/>
              <a:ea typeface="Montserrat"/>
              <a:cs typeface="Montserrat"/>
              <a:sym typeface="Montserrat"/>
            </a:endParaRPr>
          </a:p>
        </p:txBody>
      </p:sp>
      <p:cxnSp>
        <p:nvCxnSpPr>
          <p:cNvPr id="102" name="Google Shape;102;p17"/>
          <p:cNvCxnSpPr>
            <a:stCxn id="91" idx="3"/>
            <a:endCxn id="93" idx="1"/>
          </p:cNvCxnSpPr>
          <p:nvPr/>
        </p:nvCxnSpPr>
        <p:spPr>
          <a:xfrm>
            <a:off x="6179474" y="1365750"/>
            <a:ext cx="637200" cy="0"/>
          </a:xfrm>
          <a:prstGeom prst="straightConnector1">
            <a:avLst/>
          </a:prstGeom>
          <a:noFill/>
          <a:ln w="9525" cap="flat" cmpd="sng">
            <a:solidFill>
              <a:schemeClr val="dk1"/>
            </a:solidFill>
            <a:prstDash val="solid"/>
            <a:round/>
            <a:headEnd type="none" w="med" len="med"/>
            <a:tailEnd type="none" w="med" len="med"/>
          </a:ln>
        </p:spPr>
      </p:cxnSp>
      <p:cxnSp>
        <p:nvCxnSpPr>
          <p:cNvPr id="103" name="Google Shape;103;p17"/>
          <p:cNvCxnSpPr>
            <a:stCxn id="93" idx="3"/>
            <a:endCxn id="97" idx="3"/>
          </p:cNvCxnSpPr>
          <p:nvPr/>
        </p:nvCxnSpPr>
        <p:spPr>
          <a:xfrm>
            <a:off x="8453329" y="1365750"/>
            <a:ext cx="600" cy="1212000"/>
          </a:xfrm>
          <a:prstGeom prst="bentConnector3">
            <a:avLst>
              <a:gd name="adj1" fmla="val 39687500"/>
            </a:avLst>
          </a:prstGeom>
          <a:noFill/>
          <a:ln w="9525" cap="flat" cmpd="sng">
            <a:solidFill>
              <a:schemeClr val="dk1"/>
            </a:solidFill>
            <a:prstDash val="solid"/>
            <a:round/>
            <a:headEnd type="none" w="med" len="med"/>
            <a:tailEnd type="none" w="med" len="med"/>
          </a:ln>
        </p:spPr>
      </p:cxnSp>
      <p:cxnSp>
        <p:nvCxnSpPr>
          <p:cNvPr id="104" name="Google Shape;104;p17"/>
          <p:cNvCxnSpPr>
            <a:stCxn id="97" idx="1"/>
            <a:endCxn id="95" idx="3"/>
          </p:cNvCxnSpPr>
          <p:nvPr/>
        </p:nvCxnSpPr>
        <p:spPr>
          <a:xfrm rot="10800000">
            <a:off x="6179329" y="2577775"/>
            <a:ext cx="637200" cy="0"/>
          </a:xfrm>
          <a:prstGeom prst="straightConnector1">
            <a:avLst/>
          </a:prstGeom>
          <a:noFill/>
          <a:ln w="9525" cap="flat" cmpd="sng">
            <a:solidFill>
              <a:schemeClr val="dk1"/>
            </a:solidFill>
            <a:prstDash val="solid"/>
            <a:round/>
            <a:headEnd type="none" w="med" len="med"/>
            <a:tailEnd type="none" w="med" len="med"/>
          </a:ln>
        </p:spPr>
      </p:cxnSp>
      <p:cxnSp>
        <p:nvCxnSpPr>
          <p:cNvPr id="105" name="Google Shape;105;p17"/>
          <p:cNvCxnSpPr>
            <a:stCxn id="95" idx="1"/>
            <a:endCxn id="99" idx="1"/>
          </p:cNvCxnSpPr>
          <p:nvPr/>
        </p:nvCxnSpPr>
        <p:spPr>
          <a:xfrm>
            <a:off x="4542674" y="2577775"/>
            <a:ext cx="600" cy="1212000"/>
          </a:xfrm>
          <a:prstGeom prst="bentConnector3">
            <a:avLst>
              <a:gd name="adj1" fmla="val -39687500"/>
            </a:avLst>
          </a:prstGeom>
          <a:noFill/>
          <a:ln w="9525" cap="flat" cmpd="sng">
            <a:solidFill>
              <a:schemeClr val="dk1"/>
            </a:solidFill>
            <a:prstDash val="solid"/>
            <a:round/>
            <a:headEnd type="none" w="med" len="med"/>
            <a:tailEnd type="none" w="med" len="med"/>
          </a:ln>
        </p:spPr>
      </p:cxnSp>
      <p:cxnSp>
        <p:nvCxnSpPr>
          <p:cNvPr id="106" name="Google Shape;106;p17"/>
          <p:cNvCxnSpPr>
            <a:cxnSpLocks/>
            <a:stCxn id="99" idx="3"/>
            <a:endCxn id="2" idx="1"/>
          </p:cNvCxnSpPr>
          <p:nvPr/>
        </p:nvCxnSpPr>
        <p:spPr>
          <a:xfrm>
            <a:off x="6179474" y="3789800"/>
            <a:ext cx="590465" cy="11124"/>
          </a:xfrm>
          <a:prstGeom prst="straightConnector1">
            <a:avLst/>
          </a:prstGeom>
          <a:noFill/>
          <a:ln w="9525" cap="flat" cmpd="sng">
            <a:solidFill>
              <a:schemeClr val="dk1"/>
            </a:solidFill>
            <a:prstDash val="solid"/>
            <a:round/>
            <a:headEnd type="none" w="med" len="med"/>
            <a:tailEnd type="none" w="med" len="med"/>
          </a:ln>
        </p:spPr>
      </p:cxnSp>
      <p:sp>
        <p:nvSpPr>
          <p:cNvPr id="107" name="Google Shape;107;p17"/>
          <p:cNvSpPr txBox="1"/>
          <p:nvPr/>
        </p:nvSpPr>
        <p:spPr>
          <a:xfrm>
            <a:off x="1268443" y="1520709"/>
            <a:ext cx="459000" cy="4197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1600">
                <a:solidFill>
                  <a:schemeClr val="dk1"/>
                </a:solidFill>
                <a:latin typeface="Montserrat"/>
                <a:ea typeface="Montserrat"/>
                <a:cs typeface="Montserrat"/>
                <a:sym typeface="Montserrat"/>
              </a:rPr>
              <a:t>01</a:t>
            </a:r>
            <a:endParaRPr sz="1600">
              <a:solidFill>
                <a:schemeClr val="dk1"/>
              </a:solidFill>
              <a:latin typeface="Montserrat"/>
              <a:ea typeface="Montserrat"/>
              <a:cs typeface="Montserrat"/>
              <a:sym typeface="Montserrat"/>
            </a:endParaRPr>
          </a:p>
        </p:txBody>
      </p:sp>
      <p:sp>
        <p:nvSpPr>
          <p:cNvPr id="108" name="Google Shape;108;p17"/>
          <p:cNvSpPr txBox="1"/>
          <p:nvPr/>
        </p:nvSpPr>
        <p:spPr>
          <a:xfrm>
            <a:off x="2570119" y="1614650"/>
            <a:ext cx="459000" cy="4197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1600">
                <a:solidFill>
                  <a:schemeClr val="dk1"/>
                </a:solidFill>
                <a:latin typeface="Montserrat"/>
                <a:ea typeface="Montserrat"/>
                <a:cs typeface="Montserrat"/>
                <a:sym typeface="Montserrat"/>
              </a:rPr>
              <a:t>02</a:t>
            </a:r>
            <a:endParaRPr sz="1600">
              <a:solidFill>
                <a:schemeClr val="dk1"/>
              </a:solidFill>
              <a:latin typeface="Montserrat"/>
              <a:ea typeface="Montserrat"/>
              <a:cs typeface="Montserrat"/>
              <a:sym typeface="Montserrat"/>
            </a:endParaRPr>
          </a:p>
        </p:txBody>
      </p:sp>
      <p:sp>
        <p:nvSpPr>
          <p:cNvPr id="109" name="Google Shape;109;p17"/>
          <p:cNvSpPr txBox="1"/>
          <p:nvPr/>
        </p:nvSpPr>
        <p:spPr>
          <a:xfrm>
            <a:off x="3142430" y="2662555"/>
            <a:ext cx="459000" cy="4197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1600">
                <a:solidFill>
                  <a:schemeClr val="dk1"/>
                </a:solidFill>
                <a:latin typeface="Montserrat"/>
                <a:ea typeface="Montserrat"/>
                <a:cs typeface="Montserrat"/>
                <a:sym typeface="Montserrat"/>
              </a:rPr>
              <a:t>03</a:t>
            </a:r>
            <a:endParaRPr sz="1600">
              <a:solidFill>
                <a:schemeClr val="dk1"/>
              </a:solidFill>
              <a:latin typeface="Montserrat"/>
              <a:ea typeface="Montserrat"/>
              <a:cs typeface="Montserrat"/>
              <a:sym typeface="Montserrat"/>
            </a:endParaRPr>
          </a:p>
        </p:txBody>
      </p:sp>
      <p:sp>
        <p:nvSpPr>
          <p:cNvPr id="110" name="Google Shape;110;p17"/>
          <p:cNvSpPr txBox="1"/>
          <p:nvPr/>
        </p:nvSpPr>
        <p:spPr>
          <a:xfrm>
            <a:off x="2442612" y="3770887"/>
            <a:ext cx="459000" cy="4197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1600">
                <a:solidFill>
                  <a:schemeClr val="dk1"/>
                </a:solidFill>
                <a:latin typeface="Montserrat"/>
                <a:ea typeface="Montserrat"/>
                <a:cs typeface="Montserrat"/>
                <a:sym typeface="Montserrat"/>
              </a:rPr>
              <a:t>04</a:t>
            </a:r>
            <a:endParaRPr sz="1600">
              <a:solidFill>
                <a:schemeClr val="dk1"/>
              </a:solidFill>
              <a:latin typeface="Montserrat"/>
              <a:ea typeface="Montserrat"/>
              <a:cs typeface="Montserrat"/>
              <a:sym typeface="Montserrat"/>
            </a:endParaRPr>
          </a:p>
        </p:txBody>
      </p:sp>
      <p:sp>
        <p:nvSpPr>
          <p:cNvPr id="111" name="Google Shape;111;p17"/>
          <p:cNvSpPr txBox="1"/>
          <p:nvPr/>
        </p:nvSpPr>
        <p:spPr>
          <a:xfrm>
            <a:off x="1125948" y="3671255"/>
            <a:ext cx="459000" cy="4197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1600">
                <a:solidFill>
                  <a:schemeClr val="dk1"/>
                </a:solidFill>
                <a:latin typeface="Montserrat"/>
                <a:ea typeface="Montserrat"/>
                <a:cs typeface="Montserrat"/>
                <a:sym typeface="Montserrat"/>
              </a:rPr>
              <a:t>05</a:t>
            </a:r>
            <a:endParaRPr sz="1600">
              <a:solidFill>
                <a:schemeClr val="dk1"/>
              </a:solidFill>
              <a:latin typeface="Montserrat"/>
              <a:ea typeface="Montserrat"/>
              <a:cs typeface="Montserrat"/>
              <a:sym typeface="Montserrat"/>
            </a:endParaRPr>
          </a:p>
        </p:txBody>
      </p:sp>
      <p:sp>
        <p:nvSpPr>
          <p:cNvPr id="112" name="Google Shape;112;p17"/>
          <p:cNvSpPr txBox="1"/>
          <p:nvPr/>
        </p:nvSpPr>
        <p:spPr>
          <a:xfrm>
            <a:off x="599253" y="2623320"/>
            <a:ext cx="459000" cy="4197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1600" dirty="0">
                <a:solidFill>
                  <a:schemeClr val="dk1"/>
                </a:solidFill>
                <a:latin typeface="Montserrat"/>
                <a:ea typeface="Montserrat"/>
                <a:cs typeface="Montserrat"/>
                <a:sym typeface="Montserrat"/>
              </a:rPr>
              <a:t>06</a:t>
            </a:r>
            <a:endParaRPr sz="1600" dirty="0">
              <a:solidFill>
                <a:schemeClr val="dk1"/>
              </a:solidFill>
              <a:latin typeface="Montserrat"/>
              <a:ea typeface="Montserrat"/>
              <a:cs typeface="Montserrat"/>
              <a:sym typeface="Montserrat"/>
            </a:endParaRPr>
          </a:p>
        </p:txBody>
      </p:sp>
      <p:sp>
        <p:nvSpPr>
          <p:cNvPr id="2" name="Rectangle 1">
            <a:extLst>
              <a:ext uri="{FF2B5EF4-FFF2-40B4-BE49-F238E27FC236}">
                <a16:creationId xmlns:a16="http://schemas.microsoft.com/office/drawing/2014/main" id="{1B4003D7-48D6-4E40-9565-58544BA830BD}"/>
              </a:ext>
            </a:extLst>
          </p:cNvPr>
          <p:cNvSpPr/>
          <p:nvPr/>
        </p:nvSpPr>
        <p:spPr>
          <a:xfrm>
            <a:off x="6769939" y="3616794"/>
            <a:ext cx="1431235" cy="36825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7798067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703"/>
        <p:cNvGrpSpPr/>
        <p:nvPr/>
      </p:nvGrpSpPr>
      <p:grpSpPr>
        <a:xfrm>
          <a:off x="0" y="0"/>
          <a:ext cx="0" cy="0"/>
          <a:chOff x="0" y="0"/>
          <a:chExt cx="0" cy="0"/>
        </a:xfrm>
      </p:grpSpPr>
      <p:sp>
        <p:nvSpPr>
          <p:cNvPr id="704" name="Google Shape;704;p32"/>
          <p:cNvSpPr txBox="1">
            <a:spLocks noGrp="1"/>
          </p:cNvSpPr>
          <p:nvPr>
            <p:ph type="title"/>
          </p:nvPr>
        </p:nvSpPr>
        <p:spPr>
          <a:xfrm>
            <a:off x="886839" y="568107"/>
            <a:ext cx="76992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2200" dirty="0">
                <a:latin typeface="Open Sans" panose="020B0606030504020204" pitchFamily="34" charset="0"/>
                <a:ea typeface="Open Sans" panose="020B0606030504020204" pitchFamily="34" charset="0"/>
                <a:cs typeface="Open Sans" panose="020B0606030504020204" pitchFamily="34" charset="0"/>
              </a:rPr>
              <a:t>Where UML Fits in SDLC</a:t>
            </a:r>
          </a:p>
        </p:txBody>
      </p:sp>
      <p:grpSp>
        <p:nvGrpSpPr>
          <p:cNvPr id="755" name="Google Shape;755;p32"/>
          <p:cNvGrpSpPr/>
          <p:nvPr/>
        </p:nvGrpSpPr>
        <p:grpSpPr>
          <a:xfrm>
            <a:off x="8220197" y="4319776"/>
            <a:ext cx="731685" cy="731614"/>
            <a:chOff x="276382" y="1174752"/>
            <a:chExt cx="895027" cy="894940"/>
          </a:xfrm>
        </p:grpSpPr>
        <p:grpSp>
          <p:nvGrpSpPr>
            <p:cNvPr id="756" name="Google Shape;756;p32"/>
            <p:cNvGrpSpPr/>
            <p:nvPr/>
          </p:nvGrpSpPr>
          <p:grpSpPr>
            <a:xfrm>
              <a:off x="276382" y="1174752"/>
              <a:ext cx="895027" cy="894940"/>
              <a:chOff x="2861096" y="3889198"/>
              <a:chExt cx="397772" cy="397716"/>
            </a:xfrm>
          </p:grpSpPr>
          <p:sp>
            <p:nvSpPr>
              <p:cNvPr id="757" name="Google Shape;757;p32"/>
              <p:cNvSpPr/>
              <p:nvPr/>
            </p:nvSpPr>
            <p:spPr>
              <a:xfrm>
                <a:off x="2861096" y="3889198"/>
                <a:ext cx="397772" cy="397716"/>
              </a:xfrm>
              <a:custGeom>
                <a:avLst/>
                <a:gdLst/>
                <a:ahLst/>
                <a:cxnLst/>
                <a:rect l="l" t="t" r="r" b="b"/>
                <a:pathLst>
                  <a:path w="7080" h="7079" extrusionOk="0">
                    <a:moveTo>
                      <a:pt x="3545" y="0"/>
                    </a:moveTo>
                    <a:cubicBezTo>
                      <a:pt x="1588" y="0"/>
                      <a:pt x="1" y="1588"/>
                      <a:pt x="1" y="3535"/>
                    </a:cubicBezTo>
                    <a:cubicBezTo>
                      <a:pt x="1" y="5491"/>
                      <a:pt x="1588" y="7079"/>
                      <a:pt x="3545" y="7079"/>
                    </a:cubicBezTo>
                    <a:cubicBezTo>
                      <a:pt x="5501" y="7079"/>
                      <a:pt x="7079" y="5491"/>
                      <a:pt x="7079" y="3535"/>
                    </a:cubicBezTo>
                    <a:cubicBezTo>
                      <a:pt x="7079" y="1588"/>
                      <a:pt x="5501" y="0"/>
                      <a:pt x="3545" y="0"/>
                    </a:cubicBezTo>
                    <a:close/>
                  </a:path>
                </a:pathLst>
              </a:custGeom>
              <a:solidFill>
                <a:schemeClr val="accent3"/>
              </a:solidFill>
              <a:ln w="9525" cap="flat" cmpd="sng">
                <a:solidFill>
                  <a:schemeClr val="dk1"/>
                </a:solidFill>
                <a:prstDash val="solid"/>
                <a:miter lim="945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600">
                  <a:latin typeface="Open Sans" panose="020B0606030504020204" pitchFamily="34" charset="0"/>
                  <a:ea typeface="Open Sans" panose="020B0606030504020204" pitchFamily="34" charset="0"/>
                  <a:cs typeface="Open Sans" panose="020B0606030504020204" pitchFamily="34" charset="0"/>
                </a:endParaRPr>
              </a:p>
            </p:txBody>
          </p:sp>
          <p:sp>
            <p:nvSpPr>
              <p:cNvPr id="758" name="Google Shape;758;p32"/>
              <p:cNvSpPr/>
              <p:nvPr/>
            </p:nvSpPr>
            <p:spPr>
              <a:xfrm>
                <a:off x="2907821" y="3931467"/>
                <a:ext cx="304332" cy="313132"/>
              </a:xfrm>
              <a:custGeom>
                <a:avLst/>
                <a:gdLst/>
                <a:ahLst/>
                <a:cxnLst/>
                <a:rect l="l" t="t" r="r" b="b"/>
                <a:pathLst>
                  <a:path w="4282" h="4282" extrusionOk="0">
                    <a:moveTo>
                      <a:pt x="2146" y="1"/>
                    </a:moveTo>
                    <a:cubicBezTo>
                      <a:pt x="964" y="1"/>
                      <a:pt x="0" y="955"/>
                      <a:pt x="0" y="2137"/>
                    </a:cubicBezTo>
                    <a:cubicBezTo>
                      <a:pt x="0" y="3327"/>
                      <a:pt x="964" y="4282"/>
                      <a:pt x="2146" y="4282"/>
                    </a:cubicBezTo>
                    <a:cubicBezTo>
                      <a:pt x="3327" y="4282"/>
                      <a:pt x="4281" y="3327"/>
                      <a:pt x="4281" y="2137"/>
                    </a:cubicBezTo>
                    <a:cubicBezTo>
                      <a:pt x="4281" y="955"/>
                      <a:pt x="3327" y="1"/>
                      <a:pt x="2146" y="1"/>
                    </a:cubicBezTo>
                    <a:close/>
                  </a:path>
                </a:pathLst>
              </a:custGeom>
              <a:solidFill>
                <a:schemeClr val="accent1"/>
              </a:solidFill>
              <a:ln w="9525" cap="flat" cmpd="sng">
                <a:solidFill>
                  <a:schemeClr val="dk1"/>
                </a:solidFill>
                <a:prstDash val="solid"/>
                <a:miter lim="945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600">
                  <a:latin typeface="Open Sans" panose="020B0606030504020204" pitchFamily="34" charset="0"/>
                  <a:ea typeface="Open Sans" panose="020B0606030504020204" pitchFamily="34" charset="0"/>
                  <a:cs typeface="Open Sans" panose="020B0606030504020204" pitchFamily="34" charset="0"/>
                </a:endParaRPr>
              </a:p>
            </p:txBody>
          </p:sp>
        </p:grpSp>
        <p:sp>
          <p:nvSpPr>
            <p:cNvPr id="759" name="Google Shape;759;p32"/>
            <p:cNvSpPr/>
            <p:nvPr/>
          </p:nvSpPr>
          <p:spPr>
            <a:xfrm>
              <a:off x="698100" y="1366625"/>
              <a:ext cx="195250" cy="467375"/>
            </a:xfrm>
            <a:custGeom>
              <a:avLst/>
              <a:gdLst/>
              <a:ahLst/>
              <a:cxnLst/>
              <a:rect l="l" t="t" r="r" b="b"/>
              <a:pathLst>
                <a:path w="7810" h="18695" extrusionOk="0">
                  <a:moveTo>
                    <a:pt x="5916" y="0"/>
                  </a:moveTo>
                  <a:lnTo>
                    <a:pt x="0" y="9939"/>
                  </a:lnTo>
                  <a:lnTo>
                    <a:pt x="7810" y="18695"/>
                  </a:lnTo>
                </a:path>
              </a:pathLst>
            </a:custGeom>
            <a:noFill/>
            <a:ln w="9525" cap="flat" cmpd="sng">
              <a:solidFill>
                <a:schemeClr val="dk1"/>
              </a:solidFill>
              <a:prstDash val="solid"/>
              <a:round/>
              <a:headEnd type="none" w="med" len="med"/>
              <a:tailEnd type="none" w="med" len="med"/>
            </a:ln>
          </p:spPr>
        </p:sp>
      </p:grpSp>
      <p:graphicFrame>
        <p:nvGraphicFramePr>
          <p:cNvPr id="2" name="Table 1">
            <a:extLst>
              <a:ext uri="{FF2B5EF4-FFF2-40B4-BE49-F238E27FC236}">
                <a16:creationId xmlns:a16="http://schemas.microsoft.com/office/drawing/2014/main" id="{15C61094-77E8-4893-96DF-0D2B9F6553B6}"/>
              </a:ext>
            </a:extLst>
          </p:cNvPr>
          <p:cNvGraphicFramePr>
            <a:graphicFrameLocks noGrp="1"/>
          </p:cNvGraphicFramePr>
          <p:nvPr>
            <p:extLst>
              <p:ext uri="{D42A27DB-BD31-4B8C-83A1-F6EECF244321}">
                <p14:modId xmlns:p14="http://schemas.microsoft.com/office/powerpoint/2010/main" val="2472629249"/>
              </p:ext>
            </p:extLst>
          </p:nvPr>
        </p:nvGraphicFramePr>
        <p:xfrm>
          <a:off x="722201" y="1466707"/>
          <a:ext cx="7699374" cy="2390732"/>
        </p:xfrm>
        <a:graphic>
          <a:graphicData uri="http://schemas.openxmlformats.org/drawingml/2006/table">
            <a:tbl>
              <a:tblPr/>
              <a:tblGrid>
                <a:gridCol w="3849687">
                  <a:extLst>
                    <a:ext uri="{9D8B030D-6E8A-4147-A177-3AD203B41FA5}">
                      <a16:colId xmlns:a16="http://schemas.microsoft.com/office/drawing/2014/main" val="1043758471"/>
                    </a:ext>
                  </a:extLst>
                </a:gridCol>
                <a:gridCol w="3849687">
                  <a:extLst>
                    <a:ext uri="{9D8B030D-6E8A-4147-A177-3AD203B41FA5}">
                      <a16:colId xmlns:a16="http://schemas.microsoft.com/office/drawing/2014/main" val="4277431218"/>
                    </a:ext>
                  </a:extLst>
                </a:gridCol>
              </a:tblGrid>
              <a:tr h="623350">
                <a:tc>
                  <a:txBody>
                    <a:bodyPr/>
                    <a:lstStyle/>
                    <a:p>
                      <a:r>
                        <a:rPr lang="en-US" sz="1600">
                          <a:latin typeface="Open Sans" panose="020B0606030504020204" pitchFamily="34" charset="0"/>
                          <a:ea typeface="Open Sans" panose="020B0606030504020204" pitchFamily="34" charset="0"/>
                          <a:cs typeface="Open Sans" panose="020B0606030504020204" pitchFamily="34" charset="0"/>
                        </a:rPr>
                        <a:t>SDLC Phase</a:t>
                      </a:r>
                    </a:p>
                  </a:txBody>
                  <a:tcPr anchor="ctr">
                    <a:lnL>
                      <a:noFill/>
                    </a:lnL>
                    <a:lnR>
                      <a:noFill/>
                    </a:lnR>
                    <a:lnT>
                      <a:noFill/>
                    </a:lnT>
                    <a:lnB>
                      <a:noFill/>
                    </a:lnB>
                  </a:tcPr>
                </a:tc>
                <a:tc>
                  <a:txBody>
                    <a:bodyPr/>
                    <a:lstStyle/>
                    <a:p>
                      <a:r>
                        <a:rPr lang="en-US" sz="1600" dirty="0">
                          <a:latin typeface="Open Sans" panose="020B0606030504020204" pitchFamily="34" charset="0"/>
                          <a:ea typeface="Open Sans" panose="020B0606030504020204" pitchFamily="34" charset="0"/>
                          <a:cs typeface="Open Sans" panose="020B0606030504020204" pitchFamily="34" charset="0"/>
                        </a:rPr>
                        <a:t>UML Contribution</a:t>
                      </a:r>
                    </a:p>
                  </a:txBody>
                  <a:tcPr anchor="ctr">
                    <a:lnL>
                      <a:noFill/>
                    </a:lnL>
                    <a:lnR>
                      <a:noFill/>
                    </a:lnR>
                    <a:lnT>
                      <a:noFill/>
                    </a:lnT>
                    <a:lnB>
                      <a:noFill/>
                    </a:lnB>
                  </a:tcPr>
                </a:tc>
                <a:extLst>
                  <a:ext uri="{0D108BD9-81ED-4DB2-BD59-A6C34878D82A}">
                    <a16:rowId xmlns:a16="http://schemas.microsoft.com/office/drawing/2014/main" val="133501220"/>
                  </a:ext>
                </a:extLst>
              </a:tr>
              <a:tr h="375156">
                <a:tc>
                  <a:txBody>
                    <a:bodyPr/>
                    <a:lstStyle/>
                    <a:p>
                      <a:r>
                        <a:rPr lang="en-US" sz="1600" b="1">
                          <a:latin typeface="Open Sans" panose="020B0606030504020204" pitchFamily="34" charset="0"/>
                          <a:ea typeface="Open Sans" panose="020B0606030504020204" pitchFamily="34" charset="0"/>
                          <a:cs typeface="Open Sans" panose="020B0606030504020204" pitchFamily="34" charset="0"/>
                        </a:rPr>
                        <a:t>Requirements</a:t>
                      </a:r>
                      <a:endParaRPr lang="en-US" sz="1600">
                        <a:latin typeface="Open Sans" panose="020B0606030504020204" pitchFamily="34" charset="0"/>
                        <a:ea typeface="Open Sans" panose="020B0606030504020204" pitchFamily="34" charset="0"/>
                        <a:cs typeface="Open Sans" panose="020B0606030504020204" pitchFamily="34" charset="0"/>
                      </a:endParaRPr>
                    </a:p>
                  </a:txBody>
                  <a:tcPr anchor="ctr">
                    <a:lnL>
                      <a:noFill/>
                    </a:lnL>
                    <a:lnR>
                      <a:noFill/>
                    </a:lnR>
                    <a:lnT>
                      <a:noFill/>
                    </a:lnT>
                    <a:lnB>
                      <a:noFill/>
                    </a:lnB>
                  </a:tcPr>
                </a:tc>
                <a:tc>
                  <a:txBody>
                    <a:bodyPr/>
                    <a:lstStyle/>
                    <a:p>
                      <a:r>
                        <a:rPr lang="en-US" sz="1600" dirty="0">
                          <a:latin typeface="Open Sans" panose="020B0606030504020204" pitchFamily="34" charset="0"/>
                          <a:ea typeface="Open Sans" panose="020B0606030504020204" pitchFamily="34" charset="0"/>
                          <a:cs typeface="Open Sans" panose="020B0606030504020204" pitchFamily="34" charset="0"/>
                        </a:rPr>
                        <a:t>Use Case Diagrams</a:t>
                      </a:r>
                    </a:p>
                  </a:txBody>
                  <a:tcPr anchor="ctr">
                    <a:lnL>
                      <a:noFill/>
                    </a:lnL>
                    <a:lnR>
                      <a:noFill/>
                    </a:lnR>
                    <a:lnT>
                      <a:noFill/>
                    </a:lnT>
                    <a:lnB>
                      <a:noFill/>
                    </a:lnB>
                  </a:tcPr>
                </a:tc>
                <a:extLst>
                  <a:ext uri="{0D108BD9-81ED-4DB2-BD59-A6C34878D82A}">
                    <a16:rowId xmlns:a16="http://schemas.microsoft.com/office/drawing/2014/main" val="3990795754"/>
                  </a:ext>
                </a:extLst>
              </a:tr>
              <a:tr h="412512">
                <a:tc>
                  <a:txBody>
                    <a:bodyPr/>
                    <a:lstStyle/>
                    <a:p>
                      <a:r>
                        <a:rPr lang="en-US" sz="1600" b="1" dirty="0">
                          <a:latin typeface="Open Sans" panose="020B0606030504020204" pitchFamily="34" charset="0"/>
                          <a:ea typeface="Open Sans" panose="020B0606030504020204" pitchFamily="34" charset="0"/>
                          <a:cs typeface="Open Sans" panose="020B0606030504020204" pitchFamily="34" charset="0"/>
                        </a:rPr>
                        <a:t>Design</a:t>
                      </a:r>
                      <a:endParaRPr lang="en-US" sz="1600" dirty="0">
                        <a:latin typeface="Open Sans" panose="020B0606030504020204" pitchFamily="34" charset="0"/>
                        <a:ea typeface="Open Sans" panose="020B0606030504020204" pitchFamily="34" charset="0"/>
                        <a:cs typeface="Open Sans" panose="020B0606030504020204" pitchFamily="34" charset="0"/>
                      </a:endParaRPr>
                    </a:p>
                  </a:txBody>
                  <a:tcPr anchor="ctr">
                    <a:lnL>
                      <a:noFill/>
                    </a:lnL>
                    <a:lnR>
                      <a:noFill/>
                    </a:lnR>
                    <a:lnT>
                      <a:noFill/>
                    </a:lnT>
                    <a:lnB>
                      <a:noFill/>
                    </a:lnB>
                  </a:tcPr>
                </a:tc>
                <a:tc>
                  <a:txBody>
                    <a:bodyPr/>
                    <a:lstStyle/>
                    <a:p>
                      <a:r>
                        <a:rPr lang="en-US" sz="1600">
                          <a:latin typeface="Open Sans" panose="020B0606030504020204" pitchFamily="34" charset="0"/>
                          <a:ea typeface="Open Sans" panose="020B0606030504020204" pitchFamily="34" charset="0"/>
                          <a:cs typeface="Open Sans" panose="020B0606030504020204" pitchFamily="34" charset="0"/>
                        </a:rPr>
                        <a:t>Class, Sequence, and Activity Diagrams</a:t>
                      </a:r>
                    </a:p>
                  </a:txBody>
                  <a:tcPr anchor="ctr">
                    <a:lnL>
                      <a:noFill/>
                    </a:lnL>
                    <a:lnR>
                      <a:noFill/>
                    </a:lnR>
                    <a:lnT>
                      <a:noFill/>
                    </a:lnT>
                    <a:lnB>
                      <a:noFill/>
                    </a:lnB>
                  </a:tcPr>
                </a:tc>
                <a:extLst>
                  <a:ext uri="{0D108BD9-81ED-4DB2-BD59-A6C34878D82A}">
                    <a16:rowId xmlns:a16="http://schemas.microsoft.com/office/drawing/2014/main" val="3869700975"/>
                  </a:ext>
                </a:extLst>
              </a:tr>
              <a:tr h="644434">
                <a:tc>
                  <a:txBody>
                    <a:bodyPr/>
                    <a:lstStyle/>
                    <a:p>
                      <a:r>
                        <a:rPr lang="en-US" sz="1600" b="1" dirty="0">
                          <a:latin typeface="Open Sans" panose="020B0606030504020204" pitchFamily="34" charset="0"/>
                          <a:ea typeface="Open Sans" panose="020B0606030504020204" pitchFamily="34" charset="0"/>
                          <a:cs typeface="Open Sans" panose="020B0606030504020204" pitchFamily="34" charset="0"/>
                        </a:rPr>
                        <a:t>Implementation</a:t>
                      </a:r>
                      <a:endParaRPr lang="en-US" sz="1600" dirty="0">
                        <a:latin typeface="Open Sans" panose="020B0606030504020204" pitchFamily="34" charset="0"/>
                        <a:ea typeface="Open Sans" panose="020B0606030504020204" pitchFamily="34" charset="0"/>
                        <a:cs typeface="Open Sans" panose="020B0606030504020204" pitchFamily="34" charset="0"/>
                      </a:endParaRPr>
                    </a:p>
                  </a:txBody>
                  <a:tcPr anchor="ctr">
                    <a:lnL>
                      <a:noFill/>
                    </a:lnL>
                    <a:lnR>
                      <a:noFill/>
                    </a:lnR>
                    <a:lnT>
                      <a:noFill/>
                    </a:lnT>
                    <a:lnB>
                      <a:noFill/>
                    </a:lnB>
                  </a:tcPr>
                </a:tc>
                <a:tc>
                  <a:txBody>
                    <a:bodyPr/>
                    <a:lstStyle/>
                    <a:p>
                      <a:r>
                        <a:rPr lang="en-US" sz="1600">
                          <a:latin typeface="Open Sans" panose="020B0606030504020204" pitchFamily="34" charset="0"/>
                          <a:ea typeface="Open Sans" panose="020B0606030504020204" pitchFamily="34" charset="0"/>
                          <a:cs typeface="Open Sans" panose="020B0606030504020204" pitchFamily="34" charset="0"/>
                        </a:rPr>
                        <a:t>Component and Deployment Diagrams</a:t>
                      </a:r>
                    </a:p>
                  </a:txBody>
                  <a:tcPr anchor="ctr">
                    <a:lnL>
                      <a:noFill/>
                    </a:lnL>
                    <a:lnR>
                      <a:noFill/>
                    </a:lnR>
                    <a:lnT>
                      <a:noFill/>
                    </a:lnT>
                    <a:lnB>
                      <a:noFill/>
                    </a:lnB>
                  </a:tcPr>
                </a:tc>
                <a:extLst>
                  <a:ext uri="{0D108BD9-81ED-4DB2-BD59-A6C34878D82A}">
                    <a16:rowId xmlns:a16="http://schemas.microsoft.com/office/drawing/2014/main" val="2447117084"/>
                  </a:ext>
                </a:extLst>
              </a:tr>
              <a:tr h="304800">
                <a:tc>
                  <a:txBody>
                    <a:bodyPr/>
                    <a:lstStyle/>
                    <a:p>
                      <a:r>
                        <a:rPr lang="en-US" sz="1600" b="1">
                          <a:latin typeface="Open Sans" panose="020B0606030504020204" pitchFamily="34" charset="0"/>
                          <a:ea typeface="Open Sans" panose="020B0606030504020204" pitchFamily="34" charset="0"/>
                          <a:cs typeface="Open Sans" panose="020B0606030504020204" pitchFamily="34" charset="0"/>
                        </a:rPr>
                        <a:t>Testing</a:t>
                      </a:r>
                      <a:endParaRPr lang="en-US" sz="1600">
                        <a:latin typeface="Open Sans" panose="020B0606030504020204" pitchFamily="34" charset="0"/>
                        <a:ea typeface="Open Sans" panose="020B0606030504020204" pitchFamily="34" charset="0"/>
                        <a:cs typeface="Open Sans" panose="020B0606030504020204" pitchFamily="34" charset="0"/>
                      </a:endParaRPr>
                    </a:p>
                  </a:txBody>
                  <a:tcPr anchor="ctr">
                    <a:lnL>
                      <a:noFill/>
                    </a:lnL>
                    <a:lnR>
                      <a:noFill/>
                    </a:lnR>
                    <a:lnT>
                      <a:noFill/>
                    </a:lnT>
                    <a:lnB>
                      <a:noFill/>
                    </a:lnB>
                  </a:tcPr>
                </a:tc>
                <a:tc>
                  <a:txBody>
                    <a:bodyPr/>
                    <a:lstStyle/>
                    <a:p>
                      <a:r>
                        <a:rPr lang="en-US" sz="1600" dirty="0">
                          <a:latin typeface="Open Sans" panose="020B0606030504020204" pitchFamily="34" charset="0"/>
                          <a:ea typeface="Open Sans" panose="020B0606030504020204" pitchFamily="34" charset="0"/>
                          <a:cs typeface="Open Sans" panose="020B0606030504020204" pitchFamily="34" charset="0"/>
                        </a:rPr>
                        <a:t>State and Interaction Diagrams</a:t>
                      </a:r>
                    </a:p>
                  </a:txBody>
                  <a:tcPr anchor="ctr">
                    <a:lnL>
                      <a:noFill/>
                    </a:lnL>
                    <a:lnR>
                      <a:noFill/>
                    </a:lnR>
                    <a:lnT>
                      <a:noFill/>
                    </a:lnT>
                    <a:lnB>
                      <a:noFill/>
                    </a:lnB>
                  </a:tcPr>
                </a:tc>
                <a:extLst>
                  <a:ext uri="{0D108BD9-81ED-4DB2-BD59-A6C34878D82A}">
                    <a16:rowId xmlns:a16="http://schemas.microsoft.com/office/drawing/2014/main" val="2548503920"/>
                  </a:ext>
                </a:extLst>
              </a:tr>
            </a:tbl>
          </a:graphicData>
        </a:graphic>
      </p:graphicFrame>
    </p:spTree>
    <p:extLst>
      <p:ext uri="{BB962C8B-B14F-4D97-AF65-F5344CB8AC3E}">
        <p14:creationId xmlns:p14="http://schemas.microsoft.com/office/powerpoint/2010/main" val="315071788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652"/>
        <p:cNvGrpSpPr/>
        <p:nvPr/>
      </p:nvGrpSpPr>
      <p:grpSpPr>
        <a:xfrm>
          <a:off x="0" y="0"/>
          <a:ext cx="0" cy="0"/>
          <a:chOff x="0" y="0"/>
          <a:chExt cx="0" cy="0"/>
        </a:xfrm>
      </p:grpSpPr>
      <p:sp>
        <p:nvSpPr>
          <p:cNvPr id="25" name="Google Shape;653;p31">
            <a:extLst>
              <a:ext uri="{FF2B5EF4-FFF2-40B4-BE49-F238E27FC236}">
                <a16:creationId xmlns:a16="http://schemas.microsoft.com/office/drawing/2014/main" id="{8CEBEFC3-6EF4-4C56-BDB6-70EBB5CD3416}"/>
              </a:ext>
            </a:extLst>
          </p:cNvPr>
          <p:cNvSpPr txBox="1">
            <a:spLocks noGrp="1"/>
          </p:cNvSpPr>
          <p:nvPr>
            <p:ph type="title"/>
          </p:nvPr>
        </p:nvSpPr>
        <p:spPr>
          <a:xfrm>
            <a:off x="722375" y="539500"/>
            <a:ext cx="7699200" cy="572700"/>
          </a:xfrm>
          <a:prstGeom prst="rect">
            <a:avLst/>
          </a:prstGeom>
        </p:spPr>
        <p:txBody>
          <a:bodyPr spcFirstLastPara="1" wrap="square" lIns="91425" tIns="91425" rIns="91425" bIns="91425" anchor="t" anchorCtr="0">
            <a:noAutofit/>
          </a:bodyPr>
          <a:lstStyle/>
          <a:p>
            <a:r>
              <a:rPr lang="en-US" sz="2200" dirty="0"/>
              <a:t>🧱 </a:t>
            </a:r>
            <a:r>
              <a:rPr lang="en-US" sz="2200" b="1" dirty="0"/>
              <a:t>UML Diagram Types Overview</a:t>
            </a:r>
          </a:p>
        </p:txBody>
      </p:sp>
      <p:cxnSp>
        <p:nvCxnSpPr>
          <p:cNvPr id="26" name="Google Shape;658;p31">
            <a:extLst>
              <a:ext uri="{FF2B5EF4-FFF2-40B4-BE49-F238E27FC236}">
                <a16:creationId xmlns:a16="http://schemas.microsoft.com/office/drawing/2014/main" id="{83AA2042-E237-4103-9974-C3D563EB219E}"/>
              </a:ext>
            </a:extLst>
          </p:cNvPr>
          <p:cNvCxnSpPr/>
          <p:nvPr/>
        </p:nvCxnSpPr>
        <p:spPr>
          <a:xfrm>
            <a:off x="0" y="307163"/>
            <a:ext cx="4570500" cy="0"/>
          </a:xfrm>
          <a:prstGeom prst="straightConnector1">
            <a:avLst/>
          </a:prstGeom>
          <a:noFill/>
          <a:ln w="9525" cap="flat" cmpd="sng">
            <a:solidFill>
              <a:schemeClr val="dk1"/>
            </a:solidFill>
            <a:prstDash val="solid"/>
            <a:round/>
            <a:headEnd type="none" w="med" len="med"/>
            <a:tailEnd type="none" w="med" len="med"/>
          </a:ln>
        </p:spPr>
      </p:cxnSp>
      <p:grpSp>
        <p:nvGrpSpPr>
          <p:cNvPr id="27" name="Google Shape;688;p31">
            <a:extLst>
              <a:ext uri="{FF2B5EF4-FFF2-40B4-BE49-F238E27FC236}">
                <a16:creationId xmlns:a16="http://schemas.microsoft.com/office/drawing/2014/main" id="{510D51AE-CBAA-4C47-8D69-B79ED1121E4A}"/>
              </a:ext>
            </a:extLst>
          </p:cNvPr>
          <p:cNvGrpSpPr/>
          <p:nvPr/>
        </p:nvGrpSpPr>
        <p:grpSpPr>
          <a:xfrm>
            <a:off x="8127066" y="1050393"/>
            <a:ext cx="838995" cy="799177"/>
            <a:chOff x="5694450" y="929325"/>
            <a:chExt cx="607000" cy="578150"/>
          </a:xfrm>
        </p:grpSpPr>
        <p:sp>
          <p:nvSpPr>
            <p:cNvPr id="28" name="Google Shape;689;p31">
              <a:extLst>
                <a:ext uri="{FF2B5EF4-FFF2-40B4-BE49-F238E27FC236}">
                  <a16:creationId xmlns:a16="http://schemas.microsoft.com/office/drawing/2014/main" id="{AA4D07F8-3E39-45F4-824B-5ABC1845F2AC}"/>
                </a:ext>
              </a:extLst>
            </p:cNvPr>
            <p:cNvSpPr/>
            <p:nvPr/>
          </p:nvSpPr>
          <p:spPr>
            <a:xfrm>
              <a:off x="5694450" y="929325"/>
              <a:ext cx="607000" cy="354825"/>
            </a:xfrm>
            <a:custGeom>
              <a:avLst/>
              <a:gdLst/>
              <a:ahLst/>
              <a:cxnLst/>
              <a:rect l="l" t="t" r="r" b="b"/>
              <a:pathLst>
                <a:path w="24280" h="14193" extrusionOk="0">
                  <a:moveTo>
                    <a:pt x="11171" y="0"/>
                  </a:moveTo>
                  <a:cubicBezTo>
                    <a:pt x="8128" y="0"/>
                    <a:pt x="5661" y="2457"/>
                    <a:pt x="5642" y="5491"/>
                  </a:cubicBezTo>
                  <a:cubicBezTo>
                    <a:pt x="5255" y="5387"/>
                    <a:pt x="4858" y="5321"/>
                    <a:pt x="4442" y="5321"/>
                  </a:cubicBezTo>
                  <a:cubicBezTo>
                    <a:pt x="1985" y="5321"/>
                    <a:pt x="0" y="7305"/>
                    <a:pt x="0" y="9763"/>
                  </a:cubicBezTo>
                  <a:cubicBezTo>
                    <a:pt x="0" y="12210"/>
                    <a:pt x="1853" y="14053"/>
                    <a:pt x="4178" y="14185"/>
                  </a:cubicBezTo>
                  <a:cubicBezTo>
                    <a:pt x="4220" y="14190"/>
                    <a:pt x="8376" y="14193"/>
                    <a:pt x="12532" y="14193"/>
                  </a:cubicBezTo>
                  <a:cubicBezTo>
                    <a:pt x="16688" y="14193"/>
                    <a:pt x="20844" y="14190"/>
                    <a:pt x="20886" y="14185"/>
                  </a:cubicBezTo>
                  <a:lnTo>
                    <a:pt x="20990" y="14185"/>
                  </a:lnTo>
                  <a:lnTo>
                    <a:pt x="20990" y="14176"/>
                  </a:lnTo>
                  <a:cubicBezTo>
                    <a:pt x="22833" y="13996"/>
                    <a:pt x="24279" y="12437"/>
                    <a:pt x="24279" y="10547"/>
                  </a:cubicBezTo>
                  <a:cubicBezTo>
                    <a:pt x="24279" y="8865"/>
                    <a:pt x="23145" y="7457"/>
                    <a:pt x="21614" y="7031"/>
                  </a:cubicBezTo>
                  <a:cubicBezTo>
                    <a:pt x="21614" y="6994"/>
                    <a:pt x="21614" y="6965"/>
                    <a:pt x="21614" y="6937"/>
                  </a:cubicBezTo>
                  <a:cubicBezTo>
                    <a:pt x="21614" y="4924"/>
                    <a:pt x="19979" y="3289"/>
                    <a:pt x="17957" y="3289"/>
                  </a:cubicBezTo>
                  <a:cubicBezTo>
                    <a:pt x="17390" y="3289"/>
                    <a:pt x="16860" y="3421"/>
                    <a:pt x="16378" y="3648"/>
                  </a:cubicBezTo>
                  <a:cubicBezTo>
                    <a:pt x="15613" y="1522"/>
                    <a:pt x="13572" y="0"/>
                    <a:pt x="11171" y="0"/>
                  </a:cubicBezTo>
                  <a:close/>
                </a:path>
              </a:pathLst>
            </a:custGeom>
            <a:solidFill>
              <a:schemeClr val="accent2"/>
            </a:solidFill>
            <a:ln w="9525" cap="flat" cmpd="sng">
              <a:solidFill>
                <a:schemeClr val="dk1"/>
              </a:solidFill>
              <a:prstDash val="solid"/>
              <a:miter lim="945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600">
                <a:latin typeface="Open Sans" panose="020B0606030504020204" pitchFamily="34" charset="0"/>
                <a:ea typeface="Open Sans" panose="020B0606030504020204" pitchFamily="34" charset="0"/>
                <a:cs typeface="Open Sans" panose="020B0606030504020204" pitchFamily="34" charset="0"/>
              </a:endParaRPr>
            </a:p>
          </p:txBody>
        </p:sp>
        <p:sp>
          <p:nvSpPr>
            <p:cNvPr id="29" name="Google Shape;690;p31">
              <a:extLst>
                <a:ext uri="{FF2B5EF4-FFF2-40B4-BE49-F238E27FC236}">
                  <a16:creationId xmlns:a16="http://schemas.microsoft.com/office/drawing/2014/main" id="{D23F9631-5F91-4172-B126-5D9458984983}"/>
                </a:ext>
              </a:extLst>
            </p:cNvPr>
            <p:cNvSpPr/>
            <p:nvPr/>
          </p:nvSpPr>
          <p:spPr>
            <a:xfrm>
              <a:off x="5862675" y="1216625"/>
              <a:ext cx="199675" cy="290850"/>
            </a:xfrm>
            <a:custGeom>
              <a:avLst/>
              <a:gdLst/>
              <a:ahLst/>
              <a:cxnLst/>
              <a:rect l="l" t="t" r="r" b="b"/>
              <a:pathLst>
                <a:path w="7987" h="11634" extrusionOk="0">
                  <a:moveTo>
                    <a:pt x="2552" y="0"/>
                  </a:moveTo>
                  <a:lnTo>
                    <a:pt x="2552" y="6398"/>
                  </a:lnTo>
                  <a:lnTo>
                    <a:pt x="0" y="6398"/>
                  </a:lnTo>
                  <a:lnTo>
                    <a:pt x="1994" y="9016"/>
                  </a:lnTo>
                  <a:lnTo>
                    <a:pt x="3998" y="11634"/>
                  </a:lnTo>
                  <a:lnTo>
                    <a:pt x="5992" y="9016"/>
                  </a:lnTo>
                  <a:lnTo>
                    <a:pt x="7986" y="6398"/>
                  </a:lnTo>
                  <a:lnTo>
                    <a:pt x="5434" y="6398"/>
                  </a:lnTo>
                  <a:lnTo>
                    <a:pt x="5434" y="0"/>
                  </a:lnTo>
                  <a:close/>
                </a:path>
              </a:pathLst>
            </a:custGeom>
            <a:solidFill>
              <a:schemeClr val="accent3"/>
            </a:solidFill>
            <a:ln w="9525" cap="flat" cmpd="sng">
              <a:solidFill>
                <a:schemeClr val="dk1"/>
              </a:solidFill>
              <a:prstDash val="solid"/>
              <a:miter lim="945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600">
                <a:latin typeface="Open Sans" panose="020B0606030504020204" pitchFamily="34" charset="0"/>
                <a:ea typeface="Open Sans" panose="020B0606030504020204" pitchFamily="34" charset="0"/>
                <a:cs typeface="Open Sans" panose="020B0606030504020204" pitchFamily="34" charset="0"/>
              </a:endParaRPr>
            </a:p>
          </p:txBody>
        </p:sp>
        <p:sp>
          <p:nvSpPr>
            <p:cNvPr id="30" name="Google Shape;691;p31">
              <a:extLst>
                <a:ext uri="{FF2B5EF4-FFF2-40B4-BE49-F238E27FC236}">
                  <a16:creationId xmlns:a16="http://schemas.microsoft.com/office/drawing/2014/main" id="{D9C3F7D2-1919-4261-A59F-C42AE1589F74}"/>
                </a:ext>
              </a:extLst>
            </p:cNvPr>
            <p:cNvSpPr/>
            <p:nvPr/>
          </p:nvSpPr>
          <p:spPr>
            <a:xfrm>
              <a:off x="5933325" y="1085250"/>
              <a:ext cx="199900" cy="290875"/>
            </a:xfrm>
            <a:custGeom>
              <a:avLst/>
              <a:gdLst/>
              <a:ahLst/>
              <a:cxnLst/>
              <a:rect l="l" t="t" r="r" b="b"/>
              <a:pathLst>
                <a:path w="7996" h="11635" extrusionOk="0">
                  <a:moveTo>
                    <a:pt x="3998" y="0"/>
                  </a:moveTo>
                  <a:lnTo>
                    <a:pt x="2004" y="2618"/>
                  </a:lnTo>
                  <a:lnTo>
                    <a:pt x="0" y="5236"/>
                  </a:lnTo>
                  <a:lnTo>
                    <a:pt x="2561" y="5236"/>
                  </a:lnTo>
                  <a:lnTo>
                    <a:pt x="2561" y="11634"/>
                  </a:lnTo>
                  <a:lnTo>
                    <a:pt x="5434" y="11634"/>
                  </a:lnTo>
                  <a:lnTo>
                    <a:pt x="5434" y="5236"/>
                  </a:lnTo>
                  <a:lnTo>
                    <a:pt x="7995" y="5236"/>
                  </a:lnTo>
                  <a:lnTo>
                    <a:pt x="5992" y="2618"/>
                  </a:lnTo>
                  <a:lnTo>
                    <a:pt x="3998" y="0"/>
                  </a:lnTo>
                  <a:close/>
                </a:path>
              </a:pathLst>
            </a:custGeom>
            <a:solidFill>
              <a:schemeClr val="lt2"/>
            </a:solidFill>
            <a:ln w="9525" cap="flat" cmpd="sng">
              <a:solidFill>
                <a:schemeClr val="dk1"/>
              </a:solidFill>
              <a:prstDash val="solid"/>
              <a:miter lim="945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600">
                <a:latin typeface="Open Sans" panose="020B0606030504020204" pitchFamily="34" charset="0"/>
                <a:ea typeface="Open Sans" panose="020B0606030504020204" pitchFamily="34" charset="0"/>
                <a:cs typeface="Open Sans" panose="020B0606030504020204" pitchFamily="34" charset="0"/>
              </a:endParaRPr>
            </a:p>
          </p:txBody>
        </p:sp>
      </p:grpSp>
      <p:sp>
        <p:nvSpPr>
          <p:cNvPr id="31" name="TextBox 30">
            <a:extLst>
              <a:ext uri="{FF2B5EF4-FFF2-40B4-BE49-F238E27FC236}">
                <a16:creationId xmlns:a16="http://schemas.microsoft.com/office/drawing/2014/main" id="{7051DF75-EA76-41F3-B1A7-FBA1C566F668}"/>
              </a:ext>
            </a:extLst>
          </p:cNvPr>
          <p:cNvSpPr txBox="1"/>
          <p:nvPr/>
        </p:nvSpPr>
        <p:spPr>
          <a:xfrm>
            <a:off x="722313" y="1265928"/>
            <a:ext cx="6303362" cy="584775"/>
          </a:xfrm>
          <a:prstGeom prst="rect">
            <a:avLst/>
          </a:prstGeom>
          <a:noFill/>
        </p:spPr>
        <p:txBody>
          <a:bodyPr wrap="square">
            <a:spAutoFit/>
          </a:bodyPr>
          <a:lstStyle/>
          <a:p>
            <a:r>
              <a:rPr lang="en-US" sz="1600">
                <a:latin typeface="Open Sans" panose="020B0606030504020204" pitchFamily="34" charset="0"/>
                <a:ea typeface="Open Sans" panose="020B0606030504020204" pitchFamily="34" charset="0"/>
                <a:cs typeface="Open Sans" panose="020B0606030504020204" pitchFamily="34" charset="0"/>
              </a:rPr>
              <a:t>UML has 14 official diagram types, grouped into Structural and Behavioral views.</a:t>
            </a:r>
            <a:endParaRPr lang="en-US" sz="1600" dirty="0">
              <a:latin typeface="Open Sans" panose="020B0606030504020204" pitchFamily="34" charset="0"/>
              <a:ea typeface="Open Sans" panose="020B0606030504020204" pitchFamily="34" charset="0"/>
              <a:cs typeface="Open Sans" panose="020B0606030504020204" pitchFamily="34" charset="0"/>
            </a:endParaRPr>
          </a:p>
        </p:txBody>
      </p:sp>
      <p:sp>
        <p:nvSpPr>
          <p:cNvPr id="32" name="TextBox 31">
            <a:extLst>
              <a:ext uri="{FF2B5EF4-FFF2-40B4-BE49-F238E27FC236}">
                <a16:creationId xmlns:a16="http://schemas.microsoft.com/office/drawing/2014/main" id="{8FAEF305-946F-4D92-B7FA-F00E4DED9A9F}"/>
              </a:ext>
            </a:extLst>
          </p:cNvPr>
          <p:cNvSpPr txBox="1"/>
          <p:nvPr/>
        </p:nvSpPr>
        <p:spPr>
          <a:xfrm>
            <a:off x="722313" y="2265766"/>
            <a:ext cx="5201078" cy="584775"/>
          </a:xfrm>
          <a:prstGeom prst="rect">
            <a:avLst/>
          </a:prstGeom>
          <a:noFill/>
        </p:spPr>
        <p:txBody>
          <a:bodyPr wrap="square">
            <a:spAutoFit/>
          </a:bodyPr>
          <a:lstStyle/>
          <a:p>
            <a:r>
              <a:rPr lang="en-US" sz="1600" b="1" dirty="0">
                <a:latin typeface="Open Sans" panose="020B0606030504020204" pitchFamily="34" charset="0"/>
                <a:ea typeface="Open Sans" panose="020B0606030504020204" pitchFamily="34" charset="0"/>
                <a:cs typeface="Open Sans" panose="020B0606030504020204" pitchFamily="34" charset="0"/>
              </a:rPr>
              <a:t>A. Structural Diagrams</a:t>
            </a:r>
          </a:p>
          <a:p>
            <a:r>
              <a:rPr lang="en-US" sz="1600" dirty="0">
                <a:latin typeface="Open Sans" panose="020B0606030504020204" pitchFamily="34" charset="0"/>
                <a:ea typeface="Open Sans" panose="020B0606030504020204" pitchFamily="34" charset="0"/>
                <a:cs typeface="Open Sans" panose="020B0606030504020204" pitchFamily="34" charset="0"/>
              </a:rPr>
              <a:t>(Show how the system is </a:t>
            </a:r>
            <a:r>
              <a:rPr lang="en-US" sz="1600" i="1" dirty="0">
                <a:latin typeface="Open Sans" panose="020B0606030504020204" pitchFamily="34" charset="0"/>
                <a:ea typeface="Open Sans" panose="020B0606030504020204" pitchFamily="34" charset="0"/>
                <a:cs typeface="Open Sans" panose="020B0606030504020204" pitchFamily="34" charset="0"/>
              </a:rPr>
              <a:t>built</a:t>
            </a:r>
            <a:r>
              <a:rPr lang="en-US" sz="1600" dirty="0">
                <a:latin typeface="Open Sans" panose="020B0606030504020204" pitchFamily="34" charset="0"/>
                <a:ea typeface="Open Sans" panose="020B0606030504020204" pitchFamily="34" charset="0"/>
                <a:cs typeface="Open Sans" panose="020B0606030504020204" pitchFamily="34" charset="0"/>
              </a:rPr>
              <a:t> — its static structure)</a:t>
            </a:r>
          </a:p>
        </p:txBody>
      </p:sp>
      <p:sp>
        <p:nvSpPr>
          <p:cNvPr id="33" name="TextBox 32">
            <a:extLst>
              <a:ext uri="{FF2B5EF4-FFF2-40B4-BE49-F238E27FC236}">
                <a16:creationId xmlns:a16="http://schemas.microsoft.com/office/drawing/2014/main" id="{2E77F6DF-ED22-4738-9ABB-C0FF094A1A74}"/>
              </a:ext>
            </a:extLst>
          </p:cNvPr>
          <p:cNvSpPr txBox="1"/>
          <p:nvPr/>
        </p:nvSpPr>
        <p:spPr>
          <a:xfrm>
            <a:off x="722313" y="3172546"/>
            <a:ext cx="5201078" cy="584775"/>
          </a:xfrm>
          <a:prstGeom prst="rect">
            <a:avLst/>
          </a:prstGeom>
          <a:noFill/>
        </p:spPr>
        <p:txBody>
          <a:bodyPr wrap="square">
            <a:spAutoFit/>
          </a:bodyPr>
          <a:lstStyle/>
          <a:p>
            <a:r>
              <a:rPr lang="en-US" sz="1600" b="1" dirty="0">
                <a:latin typeface="Open Sans" panose="020B0606030504020204" pitchFamily="34" charset="0"/>
                <a:ea typeface="Open Sans" panose="020B0606030504020204" pitchFamily="34" charset="0"/>
                <a:cs typeface="Open Sans" panose="020B0606030504020204" pitchFamily="34" charset="0"/>
              </a:rPr>
              <a:t>B. Behavioral Diagrams</a:t>
            </a:r>
          </a:p>
          <a:p>
            <a:r>
              <a:rPr lang="en-US" sz="1600" dirty="0">
                <a:latin typeface="Open Sans" panose="020B0606030504020204" pitchFamily="34" charset="0"/>
                <a:ea typeface="Open Sans" panose="020B0606030504020204" pitchFamily="34" charset="0"/>
                <a:cs typeface="Open Sans" panose="020B0606030504020204" pitchFamily="34" charset="0"/>
              </a:rPr>
              <a:t>(Show </a:t>
            </a:r>
            <a:r>
              <a:rPr lang="en-US" sz="1600" i="1" dirty="0">
                <a:latin typeface="Open Sans" panose="020B0606030504020204" pitchFamily="34" charset="0"/>
                <a:ea typeface="Open Sans" panose="020B0606030504020204" pitchFamily="34" charset="0"/>
                <a:cs typeface="Open Sans" panose="020B0606030504020204" pitchFamily="34" charset="0"/>
              </a:rPr>
              <a:t>how the system behaves</a:t>
            </a:r>
            <a:r>
              <a:rPr lang="en-US" sz="1600" dirty="0">
                <a:latin typeface="Open Sans" panose="020B0606030504020204" pitchFamily="34" charset="0"/>
                <a:ea typeface="Open Sans" panose="020B0606030504020204" pitchFamily="34" charset="0"/>
                <a:cs typeface="Open Sans" panose="020B0606030504020204" pitchFamily="34" charset="0"/>
              </a:rPr>
              <a:t> or interacts over time)</a:t>
            </a:r>
          </a:p>
        </p:txBody>
      </p:sp>
    </p:spTree>
    <p:extLst>
      <p:ext uri="{BB962C8B-B14F-4D97-AF65-F5344CB8AC3E}">
        <p14:creationId xmlns:p14="http://schemas.microsoft.com/office/powerpoint/2010/main" val="218768393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652"/>
        <p:cNvGrpSpPr/>
        <p:nvPr/>
      </p:nvGrpSpPr>
      <p:grpSpPr>
        <a:xfrm>
          <a:off x="0" y="0"/>
          <a:ext cx="0" cy="0"/>
          <a:chOff x="0" y="0"/>
          <a:chExt cx="0" cy="0"/>
        </a:xfrm>
      </p:grpSpPr>
      <p:sp>
        <p:nvSpPr>
          <p:cNvPr id="25" name="Google Shape;653;p31">
            <a:extLst>
              <a:ext uri="{FF2B5EF4-FFF2-40B4-BE49-F238E27FC236}">
                <a16:creationId xmlns:a16="http://schemas.microsoft.com/office/drawing/2014/main" id="{8CEBEFC3-6EF4-4C56-BDB6-70EBB5CD3416}"/>
              </a:ext>
            </a:extLst>
          </p:cNvPr>
          <p:cNvSpPr txBox="1">
            <a:spLocks noGrp="1"/>
          </p:cNvSpPr>
          <p:nvPr>
            <p:ph type="title"/>
          </p:nvPr>
        </p:nvSpPr>
        <p:spPr>
          <a:xfrm>
            <a:off x="722375" y="539500"/>
            <a:ext cx="7699200" cy="572700"/>
          </a:xfrm>
          <a:prstGeom prst="rect">
            <a:avLst/>
          </a:prstGeom>
        </p:spPr>
        <p:txBody>
          <a:bodyPr spcFirstLastPara="1" wrap="square" lIns="91425" tIns="91425" rIns="91425" bIns="91425" anchor="t" anchorCtr="0">
            <a:noAutofit/>
          </a:bodyPr>
          <a:lstStyle/>
          <a:p>
            <a:r>
              <a:rPr lang="en-US" sz="2200" dirty="0"/>
              <a:t>🧱 </a:t>
            </a:r>
            <a:r>
              <a:rPr lang="en-US" sz="2200" b="1" dirty="0"/>
              <a:t>2. UML Diagram Types Overview</a:t>
            </a:r>
          </a:p>
        </p:txBody>
      </p:sp>
      <p:cxnSp>
        <p:nvCxnSpPr>
          <p:cNvPr id="26" name="Google Shape;658;p31">
            <a:extLst>
              <a:ext uri="{FF2B5EF4-FFF2-40B4-BE49-F238E27FC236}">
                <a16:creationId xmlns:a16="http://schemas.microsoft.com/office/drawing/2014/main" id="{83AA2042-E237-4103-9974-C3D563EB219E}"/>
              </a:ext>
            </a:extLst>
          </p:cNvPr>
          <p:cNvCxnSpPr/>
          <p:nvPr/>
        </p:nvCxnSpPr>
        <p:spPr>
          <a:xfrm>
            <a:off x="0" y="307163"/>
            <a:ext cx="4570500" cy="0"/>
          </a:xfrm>
          <a:prstGeom prst="straightConnector1">
            <a:avLst/>
          </a:prstGeom>
          <a:noFill/>
          <a:ln w="9525" cap="flat" cmpd="sng">
            <a:solidFill>
              <a:schemeClr val="dk1"/>
            </a:solidFill>
            <a:prstDash val="solid"/>
            <a:round/>
            <a:headEnd type="none" w="med" len="med"/>
            <a:tailEnd type="none" w="med" len="med"/>
          </a:ln>
        </p:spPr>
      </p:cxnSp>
      <p:grpSp>
        <p:nvGrpSpPr>
          <p:cNvPr id="27" name="Google Shape;688;p31">
            <a:extLst>
              <a:ext uri="{FF2B5EF4-FFF2-40B4-BE49-F238E27FC236}">
                <a16:creationId xmlns:a16="http://schemas.microsoft.com/office/drawing/2014/main" id="{510D51AE-CBAA-4C47-8D69-B79ED1121E4A}"/>
              </a:ext>
            </a:extLst>
          </p:cNvPr>
          <p:cNvGrpSpPr/>
          <p:nvPr/>
        </p:nvGrpSpPr>
        <p:grpSpPr>
          <a:xfrm>
            <a:off x="8127066" y="1050393"/>
            <a:ext cx="838995" cy="799177"/>
            <a:chOff x="5694450" y="929325"/>
            <a:chExt cx="607000" cy="578150"/>
          </a:xfrm>
        </p:grpSpPr>
        <p:sp>
          <p:nvSpPr>
            <p:cNvPr id="28" name="Google Shape;689;p31">
              <a:extLst>
                <a:ext uri="{FF2B5EF4-FFF2-40B4-BE49-F238E27FC236}">
                  <a16:creationId xmlns:a16="http://schemas.microsoft.com/office/drawing/2014/main" id="{AA4D07F8-3E39-45F4-824B-5ABC1845F2AC}"/>
                </a:ext>
              </a:extLst>
            </p:cNvPr>
            <p:cNvSpPr/>
            <p:nvPr/>
          </p:nvSpPr>
          <p:spPr>
            <a:xfrm>
              <a:off x="5694450" y="929325"/>
              <a:ext cx="607000" cy="354825"/>
            </a:xfrm>
            <a:custGeom>
              <a:avLst/>
              <a:gdLst/>
              <a:ahLst/>
              <a:cxnLst/>
              <a:rect l="l" t="t" r="r" b="b"/>
              <a:pathLst>
                <a:path w="24280" h="14193" extrusionOk="0">
                  <a:moveTo>
                    <a:pt x="11171" y="0"/>
                  </a:moveTo>
                  <a:cubicBezTo>
                    <a:pt x="8128" y="0"/>
                    <a:pt x="5661" y="2457"/>
                    <a:pt x="5642" y="5491"/>
                  </a:cubicBezTo>
                  <a:cubicBezTo>
                    <a:pt x="5255" y="5387"/>
                    <a:pt x="4858" y="5321"/>
                    <a:pt x="4442" y="5321"/>
                  </a:cubicBezTo>
                  <a:cubicBezTo>
                    <a:pt x="1985" y="5321"/>
                    <a:pt x="0" y="7305"/>
                    <a:pt x="0" y="9763"/>
                  </a:cubicBezTo>
                  <a:cubicBezTo>
                    <a:pt x="0" y="12210"/>
                    <a:pt x="1853" y="14053"/>
                    <a:pt x="4178" y="14185"/>
                  </a:cubicBezTo>
                  <a:cubicBezTo>
                    <a:pt x="4220" y="14190"/>
                    <a:pt x="8376" y="14193"/>
                    <a:pt x="12532" y="14193"/>
                  </a:cubicBezTo>
                  <a:cubicBezTo>
                    <a:pt x="16688" y="14193"/>
                    <a:pt x="20844" y="14190"/>
                    <a:pt x="20886" y="14185"/>
                  </a:cubicBezTo>
                  <a:lnTo>
                    <a:pt x="20990" y="14185"/>
                  </a:lnTo>
                  <a:lnTo>
                    <a:pt x="20990" y="14176"/>
                  </a:lnTo>
                  <a:cubicBezTo>
                    <a:pt x="22833" y="13996"/>
                    <a:pt x="24279" y="12437"/>
                    <a:pt x="24279" y="10547"/>
                  </a:cubicBezTo>
                  <a:cubicBezTo>
                    <a:pt x="24279" y="8865"/>
                    <a:pt x="23145" y="7457"/>
                    <a:pt x="21614" y="7031"/>
                  </a:cubicBezTo>
                  <a:cubicBezTo>
                    <a:pt x="21614" y="6994"/>
                    <a:pt x="21614" y="6965"/>
                    <a:pt x="21614" y="6937"/>
                  </a:cubicBezTo>
                  <a:cubicBezTo>
                    <a:pt x="21614" y="4924"/>
                    <a:pt x="19979" y="3289"/>
                    <a:pt x="17957" y="3289"/>
                  </a:cubicBezTo>
                  <a:cubicBezTo>
                    <a:pt x="17390" y="3289"/>
                    <a:pt x="16860" y="3421"/>
                    <a:pt x="16378" y="3648"/>
                  </a:cubicBezTo>
                  <a:cubicBezTo>
                    <a:pt x="15613" y="1522"/>
                    <a:pt x="13572" y="0"/>
                    <a:pt x="11171" y="0"/>
                  </a:cubicBezTo>
                  <a:close/>
                </a:path>
              </a:pathLst>
            </a:custGeom>
            <a:solidFill>
              <a:schemeClr val="accent2"/>
            </a:solidFill>
            <a:ln w="9525" cap="flat" cmpd="sng">
              <a:solidFill>
                <a:schemeClr val="dk1"/>
              </a:solidFill>
              <a:prstDash val="solid"/>
              <a:miter lim="945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600">
                <a:latin typeface="Open Sans" panose="020B0606030504020204" pitchFamily="34" charset="0"/>
                <a:ea typeface="Open Sans" panose="020B0606030504020204" pitchFamily="34" charset="0"/>
                <a:cs typeface="Open Sans" panose="020B0606030504020204" pitchFamily="34" charset="0"/>
              </a:endParaRPr>
            </a:p>
          </p:txBody>
        </p:sp>
        <p:sp>
          <p:nvSpPr>
            <p:cNvPr id="29" name="Google Shape;690;p31">
              <a:extLst>
                <a:ext uri="{FF2B5EF4-FFF2-40B4-BE49-F238E27FC236}">
                  <a16:creationId xmlns:a16="http://schemas.microsoft.com/office/drawing/2014/main" id="{D23F9631-5F91-4172-B126-5D9458984983}"/>
                </a:ext>
              </a:extLst>
            </p:cNvPr>
            <p:cNvSpPr/>
            <p:nvPr/>
          </p:nvSpPr>
          <p:spPr>
            <a:xfrm>
              <a:off x="5862675" y="1216625"/>
              <a:ext cx="199675" cy="290850"/>
            </a:xfrm>
            <a:custGeom>
              <a:avLst/>
              <a:gdLst/>
              <a:ahLst/>
              <a:cxnLst/>
              <a:rect l="l" t="t" r="r" b="b"/>
              <a:pathLst>
                <a:path w="7987" h="11634" extrusionOk="0">
                  <a:moveTo>
                    <a:pt x="2552" y="0"/>
                  </a:moveTo>
                  <a:lnTo>
                    <a:pt x="2552" y="6398"/>
                  </a:lnTo>
                  <a:lnTo>
                    <a:pt x="0" y="6398"/>
                  </a:lnTo>
                  <a:lnTo>
                    <a:pt x="1994" y="9016"/>
                  </a:lnTo>
                  <a:lnTo>
                    <a:pt x="3998" y="11634"/>
                  </a:lnTo>
                  <a:lnTo>
                    <a:pt x="5992" y="9016"/>
                  </a:lnTo>
                  <a:lnTo>
                    <a:pt x="7986" y="6398"/>
                  </a:lnTo>
                  <a:lnTo>
                    <a:pt x="5434" y="6398"/>
                  </a:lnTo>
                  <a:lnTo>
                    <a:pt x="5434" y="0"/>
                  </a:lnTo>
                  <a:close/>
                </a:path>
              </a:pathLst>
            </a:custGeom>
            <a:solidFill>
              <a:schemeClr val="accent3"/>
            </a:solidFill>
            <a:ln w="9525" cap="flat" cmpd="sng">
              <a:solidFill>
                <a:schemeClr val="dk1"/>
              </a:solidFill>
              <a:prstDash val="solid"/>
              <a:miter lim="945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600">
                <a:latin typeface="Open Sans" panose="020B0606030504020204" pitchFamily="34" charset="0"/>
                <a:ea typeface="Open Sans" panose="020B0606030504020204" pitchFamily="34" charset="0"/>
                <a:cs typeface="Open Sans" panose="020B0606030504020204" pitchFamily="34" charset="0"/>
              </a:endParaRPr>
            </a:p>
          </p:txBody>
        </p:sp>
        <p:sp>
          <p:nvSpPr>
            <p:cNvPr id="30" name="Google Shape;691;p31">
              <a:extLst>
                <a:ext uri="{FF2B5EF4-FFF2-40B4-BE49-F238E27FC236}">
                  <a16:creationId xmlns:a16="http://schemas.microsoft.com/office/drawing/2014/main" id="{D9C3F7D2-1919-4261-A59F-C42AE1589F74}"/>
                </a:ext>
              </a:extLst>
            </p:cNvPr>
            <p:cNvSpPr/>
            <p:nvPr/>
          </p:nvSpPr>
          <p:spPr>
            <a:xfrm>
              <a:off x="5933325" y="1085250"/>
              <a:ext cx="199900" cy="290875"/>
            </a:xfrm>
            <a:custGeom>
              <a:avLst/>
              <a:gdLst/>
              <a:ahLst/>
              <a:cxnLst/>
              <a:rect l="l" t="t" r="r" b="b"/>
              <a:pathLst>
                <a:path w="7996" h="11635" extrusionOk="0">
                  <a:moveTo>
                    <a:pt x="3998" y="0"/>
                  </a:moveTo>
                  <a:lnTo>
                    <a:pt x="2004" y="2618"/>
                  </a:lnTo>
                  <a:lnTo>
                    <a:pt x="0" y="5236"/>
                  </a:lnTo>
                  <a:lnTo>
                    <a:pt x="2561" y="5236"/>
                  </a:lnTo>
                  <a:lnTo>
                    <a:pt x="2561" y="11634"/>
                  </a:lnTo>
                  <a:lnTo>
                    <a:pt x="5434" y="11634"/>
                  </a:lnTo>
                  <a:lnTo>
                    <a:pt x="5434" y="5236"/>
                  </a:lnTo>
                  <a:lnTo>
                    <a:pt x="7995" y="5236"/>
                  </a:lnTo>
                  <a:lnTo>
                    <a:pt x="5992" y="2618"/>
                  </a:lnTo>
                  <a:lnTo>
                    <a:pt x="3998" y="0"/>
                  </a:lnTo>
                  <a:close/>
                </a:path>
              </a:pathLst>
            </a:custGeom>
            <a:solidFill>
              <a:schemeClr val="lt2"/>
            </a:solidFill>
            <a:ln w="9525" cap="flat" cmpd="sng">
              <a:solidFill>
                <a:schemeClr val="dk1"/>
              </a:solidFill>
              <a:prstDash val="solid"/>
              <a:miter lim="945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600">
                <a:latin typeface="Open Sans" panose="020B0606030504020204" pitchFamily="34" charset="0"/>
                <a:ea typeface="Open Sans" panose="020B0606030504020204" pitchFamily="34" charset="0"/>
                <a:cs typeface="Open Sans" panose="020B0606030504020204" pitchFamily="34" charset="0"/>
              </a:endParaRPr>
            </a:p>
          </p:txBody>
        </p:sp>
      </p:grpSp>
      <p:sp>
        <p:nvSpPr>
          <p:cNvPr id="31" name="TextBox 30">
            <a:extLst>
              <a:ext uri="{FF2B5EF4-FFF2-40B4-BE49-F238E27FC236}">
                <a16:creationId xmlns:a16="http://schemas.microsoft.com/office/drawing/2014/main" id="{7051DF75-EA76-41F3-B1A7-FBA1C566F668}"/>
              </a:ext>
            </a:extLst>
          </p:cNvPr>
          <p:cNvSpPr txBox="1"/>
          <p:nvPr/>
        </p:nvSpPr>
        <p:spPr>
          <a:xfrm>
            <a:off x="722313" y="1265928"/>
            <a:ext cx="6303362" cy="584775"/>
          </a:xfrm>
          <a:prstGeom prst="rect">
            <a:avLst/>
          </a:prstGeom>
          <a:noFill/>
        </p:spPr>
        <p:txBody>
          <a:bodyPr wrap="square">
            <a:spAutoFit/>
          </a:bodyPr>
          <a:lstStyle/>
          <a:p>
            <a:r>
              <a:rPr lang="en-US" sz="1600" dirty="0">
                <a:latin typeface="Open Sans" panose="020B0606030504020204" pitchFamily="34" charset="0"/>
                <a:ea typeface="Open Sans" panose="020B0606030504020204" pitchFamily="34" charset="0"/>
                <a:cs typeface="Open Sans" panose="020B0606030504020204" pitchFamily="34" charset="0"/>
              </a:rPr>
              <a:t>UML has 14 official diagram types, grouped into Structural and Behavioral views.</a:t>
            </a:r>
          </a:p>
        </p:txBody>
      </p:sp>
      <p:graphicFrame>
        <p:nvGraphicFramePr>
          <p:cNvPr id="2" name="Table 1">
            <a:extLst>
              <a:ext uri="{FF2B5EF4-FFF2-40B4-BE49-F238E27FC236}">
                <a16:creationId xmlns:a16="http://schemas.microsoft.com/office/drawing/2014/main" id="{17F9E952-4828-4A13-838E-B5E11E854A77}"/>
              </a:ext>
            </a:extLst>
          </p:cNvPr>
          <p:cNvGraphicFramePr>
            <a:graphicFrameLocks noGrp="1"/>
          </p:cNvGraphicFramePr>
          <p:nvPr>
            <p:extLst>
              <p:ext uri="{D42A27DB-BD31-4B8C-83A1-F6EECF244321}">
                <p14:modId xmlns:p14="http://schemas.microsoft.com/office/powerpoint/2010/main" val="4070273481"/>
              </p:ext>
            </p:extLst>
          </p:nvPr>
        </p:nvGraphicFramePr>
        <p:xfrm>
          <a:off x="722313" y="2031170"/>
          <a:ext cx="7699374" cy="1719735"/>
        </p:xfrm>
        <a:graphic>
          <a:graphicData uri="http://schemas.openxmlformats.org/drawingml/2006/table">
            <a:tbl>
              <a:tblPr/>
              <a:tblGrid>
                <a:gridCol w="2566458">
                  <a:extLst>
                    <a:ext uri="{9D8B030D-6E8A-4147-A177-3AD203B41FA5}">
                      <a16:colId xmlns:a16="http://schemas.microsoft.com/office/drawing/2014/main" val="4221385288"/>
                    </a:ext>
                  </a:extLst>
                </a:gridCol>
                <a:gridCol w="2566458">
                  <a:extLst>
                    <a:ext uri="{9D8B030D-6E8A-4147-A177-3AD203B41FA5}">
                      <a16:colId xmlns:a16="http://schemas.microsoft.com/office/drawing/2014/main" val="3874559302"/>
                    </a:ext>
                  </a:extLst>
                </a:gridCol>
                <a:gridCol w="2566458">
                  <a:extLst>
                    <a:ext uri="{9D8B030D-6E8A-4147-A177-3AD203B41FA5}">
                      <a16:colId xmlns:a16="http://schemas.microsoft.com/office/drawing/2014/main" val="2530988684"/>
                    </a:ext>
                  </a:extLst>
                </a:gridCol>
              </a:tblGrid>
              <a:tr h="350927">
                <a:tc>
                  <a:txBody>
                    <a:bodyPr/>
                    <a:lstStyle/>
                    <a:p>
                      <a:r>
                        <a:rPr lang="en-US">
                          <a:latin typeface="Open Sans" panose="020B0606030504020204" pitchFamily="34" charset="0"/>
                          <a:ea typeface="Open Sans" panose="020B0606030504020204" pitchFamily="34" charset="0"/>
                          <a:cs typeface="Open Sans" panose="020B0606030504020204" pitchFamily="34" charset="0"/>
                        </a:rPr>
                        <a:t>UML Type</a:t>
                      </a:r>
                    </a:p>
                  </a:txBody>
                  <a:tcPr anchor="ctr">
                    <a:lnL>
                      <a:noFill/>
                    </a:lnL>
                    <a:lnR>
                      <a:noFill/>
                    </a:lnR>
                    <a:lnT>
                      <a:noFill/>
                    </a:lnT>
                    <a:lnB>
                      <a:noFill/>
                    </a:lnB>
                  </a:tcPr>
                </a:tc>
                <a:tc>
                  <a:txBody>
                    <a:bodyPr/>
                    <a:lstStyle/>
                    <a:p>
                      <a:r>
                        <a:rPr lang="en-US" dirty="0">
                          <a:latin typeface="Open Sans" panose="020B0606030504020204" pitchFamily="34" charset="0"/>
                          <a:ea typeface="Open Sans" panose="020B0606030504020204" pitchFamily="34" charset="0"/>
                          <a:cs typeface="Open Sans" panose="020B0606030504020204" pitchFamily="34" charset="0"/>
                        </a:rPr>
                        <a:t>Key Purpose</a:t>
                      </a:r>
                    </a:p>
                  </a:txBody>
                  <a:tcPr anchor="ctr">
                    <a:lnL>
                      <a:noFill/>
                    </a:lnL>
                    <a:lnR>
                      <a:noFill/>
                    </a:lnR>
                    <a:lnT>
                      <a:noFill/>
                    </a:lnT>
                    <a:lnB>
                      <a:noFill/>
                    </a:lnB>
                  </a:tcPr>
                </a:tc>
                <a:tc>
                  <a:txBody>
                    <a:bodyPr/>
                    <a:lstStyle/>
                    <a:p>
                      <a:r>
                        <a:rPr lang="en-US">
                          <a:latin typeface="Open Sans" panose="020B0606030504020204" pitchFamily="34" charset="0"/>
                          <a:ea typeface="Open Sans" panose="020B0606030504020204" pitchFamily="34" charset="0"/>
                          <a:cs typeface="Open Sans" panose="020B0606030504020204" pitchFamily="34" charset="0"/>
                        </a:rPr>
                        <a:t>Common Use</a:t>
                      </a:r>
                    </a:p>
                  </a:txBody>
                  <a:tcPr anchor="ctr">
                    <a:lnL>
                      <a:noFill/>
                    </a:lnL>
                    <a:lnR>
                      <a:noFill/>
                    </a:lnR>
                    <a:lnT>
                      <a:noFill/>
                    </a:lnT>
                    <a:lnB>
                      <a:noFill/>
                    </a:lnB>
                  </a:tcPr>
                </a:tc>
                <a:extLst>
                  <a:ext uri="{0D108BD9-81ED-4DB2-BD59-A6C34878D82A}">
                    <a16:rowId xmlns:a16="http://schemas.microsoft.com/office/drawing/2014/main" val="459211388"/>
                  </a:ext>
                </a:extLst>
              </a:tr>
              <a:tr h="342202">
                <a:tc>
                  <a:txBody>
                    <a:bodyPr/>
                    <a:lstStyle/>
                    <a:p>
                      <a:r>
                        <a:rPr lang="en-US" b="1">
                          <a:latin typeface="Open Sans" panose="020B0606030504020204" pitchFamily="34" charset="0"/>
                          <a:ea typeface="Open Sans" panose="020B0606030504020204" pitchFamily="34" charset="0"/>
                          <a:cs typeface="Open Sans" panose="020B0606030504020204" pitchFamily="34" charset="0"/>
                        </a:rPr>
                        <a:t>Use Case</a:t>
                      </a:r>
                      <a:endParaRPr lang="en-US">
                        <a:latin typeface="Open Sans" panose="020B0606030504020204" pitchFamily="34" charset="0"/>
                        <a:ea typeface="Open Sans" panose="020B0606030504020204" pitchFamily="34" charset="0"/>
                        <a:cs typeface="Open Sans" panose="020B0606030504020204" pitchFamily="34" charset="0"/>
                      </a:endParaRPr>
                    </a:p>
                  </a:txBody>
                  <a:tcPr anchor="ctr">
                    <a:lnL>
                      <a:noFill/>
                    </a:lnL>
                    <a:lnR>
                      <a:noFill/>
                    </a:lnR>
                    <a:lnT>
                      <a:noFill/>
                    </a:lnT>
                    <a:lnB>
                      <a:noFill/>
                    </a:lnB>
                  </a:tcPr>
                </a:tc>
                <a:tc>
                  <a:txBody>
                    <a:bodyPr/>
                    <a:lstStyle/>
                    <a:p>
                      <a:r>
                        <a:rPr lang="en-US">
                          <a:latin typeface="Open Sans" panose="020B0606030504020204" pitchFamily="34" charset="0"/>
                          <a:ea typeface="Open Sans" panose="020B0606030504020204" pitchFamily="34" charset="0"/>
                          <a:cs typeface="Open Sans" panose="020B0606030504020204" pitchFamily="34" charset="0"/>
                        </a:rPr>
                        <a:t>Show system interactions</a:t>
                      </a:r>
                    </a:p>
                  </a:txBody>
                  <a:tcPr anchor="ctr">
                    <a:lnL>
                      <a:noFill/>
                    </a:lnL>
                    <a:lnR>
                      <a:noFill/>
                    </a:lnR>
                    <a:lnT>
                      <a:noFill/>
                    </a:lnT>
                    <a:lnB>
                      <a:noFill/>
                    </a:lnB>
                  </a:tcPr>
                </a:tc>
                <a:tc>
                  <a:txBody>
                    <a:bodyPr/>
                    <a:lstStyle/>
                    <a:p>
                      <a:r>
                        <a:rPr lang="en-US">
                          <a:latin typeface="Open Sans" panose="020B0606030504020204" pitchFamily="34" charset="0"/>
                          <a:ea typeface="Open Sans" panose="020B0606030504020204" pitchFamily="34" charset="0"/>
                          <a:cs typeface="Open Sans" panose="020B0606030504020204" pitchFamily="34" charset="0"/>
                        </a:rPr>
                        <a:t>Requirements stage</a:t>
                      </a:r>
                    </a:p>
                  </a:txBody>
                  <a:tcPr anchor="ctr">
                    <a:lnL>
                      <a:noFill/>
                    </a:lnL>
                    <a:lnR>
                      <a:noFill/>
                    </a:lnR>
                    <a:lnT>
                      <a:noFill/>
                    </a:lnT>
                    <a:lnB>
                      <a:noFill/>
                    </a:lnB>
                  </a:tcPr>
                </a:tc>
                <a:extLst>
                  <a:ext uri="{0D108BD9-81ED-4DB2-BD59-A6C34878D82A}">
                    <a16:rowId xmlns:a16="http://schemas.microsoft.com/office/drawing/2014/main" val="1164122384"/>
                  </a:ext>
                </a:extLst>
              </a:tr>
              <a:tr h="342202">
                <a:tc>
                  <a:txBody>
                    <a:bodyPr/>
                    <a:lstStyle/>
                    <a:p>
                      <a:r>
                        <a:rPr lang="en-US" b="1">
                          <a:latin typeface="Open Sans" panose="020B0606030504020204" pitchFamily="34" charset="0"/>
                          <a:ea typeface="Open Sans" panose="020B0606030504020204" pitchFamily="34" charset="0"/>
                          <a:cs typeface="Open Sans" panose="020B0606030504020204" pitchFamily="34" charset="0"/>
                        </a:rPr>
                        <a:t>Class</a:t>
                      </a:r>
                      <a:endParaRPr lang="en-US">
                        <a:latin typeface="Open Sans" panose="020B0606030504020204" pitchFamily="34" charset="0"/>
                        <a:ea typeface="Open Sans" panose="020B0606030504020204" pitchFamily="34" charset="0"/>
                        <a:cs typeface="Open Sans" panose="020B0606030504020204" pitchFamily="34" charset="0"/>
                      </a:endParaRPr>
                    </a:p>
                  </a:txBody>
                  <a:tcPr anchor="ctr">
                    <a:lnL>
                      <a:noFill/>
                    </a:lnL>
                    <a:lnR>
                      <a:noFill/>
                    </a:lnR>
                    <a:lnT>
                      <a:noFill/>
                    </a:lnT>
                    <a:lnB>
                      <a:noFill/>
                    </a:lnB>
                  </a:tcPr>
                </a:tc>
                <a:tc>
                  <a:txBody>
                    <a:bodyPr/>
                    <a:lstStyle/>
                    <a:p>
                      <a:r>
                        <a:rPr lang="en-US">
                          <a:latin typeface="Open Sans" panose="020B0606030504020204" pitchFamily="34" charset="0"/>
                          <a:ea typeface="Open Sans" panose="020B0606030504020204" pitchFamily="34" charset="0"/>
                          <a:cs typeface="Open Sans" panose="020B0606030504020204" pitchFamily="34" charset="0"/>
                        </a:rPr>
                        <a:t>Show structure of system</a:t>
                      </a:r>
                    </a:p>
                  </a:txBody>
                  <a:tcPr anchor="ctr">
                    <a:lnL>
                      <a:noFill/>
                    </a:lnL>
                    <a:lnR>
                      <a:noFill/>
                    </a:lnR>
                    <a:lnT>
                      <a:noFill/>
                    </a:lnT>
                    <a:lnB>
                      <a:noFill/>
                    </a:lnB>
                  </a:tcPr>
                </a:tc>
                <a:tc>
                  <a:txBody>
                    <a:bodyPr/>
                    <a:lstStyle/>
                    <a:p>
                      <a:r>
                        <a:rPr lang="en-US">
                          <a:latin typeface="Open Sans" panose="020B0606030504020204" pitchFamily="34" charset="0"/>
                          <a:ea typeface="Open Sans" panose="020B0606030504020204" pitchFamily="34" charset="0"/>
                          <a:cs typeface="Open Sans" panose="020B0606030504020204" pitchFamily="34" charset="0"/>
                        </a:rPr>
                        <a:t>Design stage</a:t>
                      </a:r>
                    </a:p>
                  </a:txBody>
                  <a:tcPr anchor="ctr">
                    <a:lnL>
                      <a:noFill/>
                    </a:lnL>
                    <a:lnR>
                      <a:noFill/>
                    </a:lnR>
                    <a:lnT>
                      <a:noFill/>
                    </a:lnT>
                    <a:lnB>
                      <a:noFill/>
                    </a:lnB>
                  </a:tcPr>
                </a:tc>
                <a:extLst>
                  <a:ext uri="{0D108BD9-81ED-4DB2-BD59-A6C34878D82A}">
                    <a16:rowId xmlns:a16="http://schemas.microsoft.com/office/drawing/2014/main" val="2643716039"/>
                  </a:ext>
                </a:extLst>
              </a:tr>
              <a:tr h="342202">
                <a:tc>
                  <a:txBody>
                    <a:bodyPr/>
                    <a:lstStyle/>
                    <a:p>
                      <a:r>
                        <a:rPr lang="en-US" b="1">
                          <a:latin typeface="Open Sans" panose="020B0606030504020204" pitchFamily="34" charset="0"/>
                          <a:ea typeface="Open Sans" panose="020B0606030504020204" pitchFamily="34" charset="0"/>
                          <a:cs typeface="Open Sans" panose="020B0606030504020204" pitchFamily="34" charset="0"/>
                        </a:rPr>
                        <a:t>Sequence</a:t>
                      </a:r>
                      <a:endParaRPr lang="en-US">
                        <a:latin typeface="Open Sans" panose="020B0606030504020204" pitchFamily="34" charset="0"/>
                        <a:ea typeface="Open Sans" panose="020B0606030504020204" pitchFamily="34" charset="0"/>
                        <a:cs typeface="Open Sans" panose="020B0606030504020204" pitchFamily="34" charset="0"/>
                      </a:endParaRPr>
                    </a:p>
                  </a:txBody>
                  <a:tcPr anchor="ctr">
                    <a:lnL>
                      <a:noFill/>
                    </a:lnL>
                    <a:lnR>
                      <a:noFill/>
                    </a:lnR>
                    <a:lnT>
                      <a:noFill/>
                    </a:lnT>
                    <a:lnB>
                      <a:noFill/>
                    </a:lnB>
                  </a:tcPr>
                </a:tc>
                <a:tc>
                  <a:txBody>
                    <a:bodyPr/>
                    <a:lstStyle/>
                    <a:p>
                      <a:r>
                        <a:rPr lang="en-US" dirty="0">
                          <a:latin typeface="Open Sans" panose="020B0606030504020204" pitchFamily="34" charset="0"/>
                          <a:ea typeface="Open Sans" panose="020B0606030504020204" pitchFamily="34" charset="0"/>
                          <a:cs typeface="Open Sans" panose="020B0606030504020204" pitchFamily="34" charset="0"/>
                        </a:rPr>
                        <a:t>Show message flow</a:t>
                      </a:r>
                    </a:p>
                  </a:txBody>
                  <a:tcPr anchor="ctr">
                    <a:lnL>
                      <a:noFill/>
                    </a:lnL>
                    <a:lnR>
                      <a:noFill/>
                    </a:lnR>
                    <a:lnT>
                      <a:noFill/>
                    </a:lnT>
                    <a:lnB>
                      <a:noFill/>
                    </a:lnB>
                  </a:tcPr>
                </a:tc>
                <a:tc>
                  <a:txBody>
                    <a:bodyPr/>
                    <a:lstStyle/>
                    <a:p>
                      <a:r>
                        <a:rPr lang="en-US">
                          <a:latin typeface="Open Sans" panose="020B0606030504020204" pitchFamily="34" charset="0"/>
                          <a:ea typeface="Open Sans" panose="020B0606030504020204" pitchFamily="34" charset="0"/>
                          <a:cs typeface="Open Sans" panose="020B0606030504020204" pitchFamily="34" charset="0"/>
                        </a:rPr>
                        <a:t>Implementation</a:t>
                      </a:r>
                    </a:p>
                  </a:txBody>
                  <a:tcPr anchor="ctr">
                    <a:lnL>
                      <a:noFill/>
                    </a:lnL>
                    <a:lnR>
                      <a:noFill/>
                    </a:lnR>
                    <a:lnT>
                      <a:noFill/>
                    </a:lnT>
                    <a:lnB>
                      <a:noFill/>
                    </a:lnB>
                  </a:tcPr>
                </a:tc>
                <a:extLst>
                  <a:ext uri="{0D108BD9-81ED-4DB2-BD59-A6C34878D82A}">
                    <a16:rowId xmlns:a16="http://schemas.microsoft.com/office/drawing/2014/main" val="3368879239"/>
                  </a:ext>
                </a:extLst>
              </a:tr>
              <a:tr h="342202">
                <a:tc>
                  <a:txBody>
                    <a:bodyPr/>
                    <a:lstStyle/>
                    <a:p>
                      <a:r>
                        <a:rPr lang="en-US" b="1">
                          <a:latin typeface="Open Sans" panose="020B0606030504020204" pitchFamily="34" charset="0"/>
                          <a:ea typeface="Open Sans" panose="020B0606030504020204" pitchFamily="34" charset="0"/>
                          <a:cs typeface="Open Sans" panose="020B0606030504020204" pitchFamily="34" charset="0"/>
                        </a:rPr>
                        <a:t>Activity</a:t>
                      </a:r>
                      <a:endParaRPr lang="en-US">
                        <a:latin typeface="Open Sans" panose="020B0606030504020204" pitchFamily="34" charset="0"/>
                        <a:ea typeface="Open Sans" panose="020B0606030504020204" pitchFamily="34" charset="0"/>
                        <a:cs typeface="Open Sans" panose="020B0606030504020204" pitchFamily="34" charset="0"/>
                      </a:endParaRPr>
                    </a:p>
                  </a:txBody>
                  <a:tcPr anchor="ctr">
                    <a:lnL>
                      <a:noFill/>
                    </a:lnL>
                    <a:lnR>
                      <a:noFill/>
                    </a:lnR>
                    <a:lnT>
                      <a:noFill/>
                    </a:lnT>
                    <a:lnB>
                      <a:noFill/>
                    </a:lnB>
                  </a:tcPr>
                </a:tc>
                <a:tc>
                  <a:txBody>
                    <a:bodyPr/>
                    <a:lstStyle/>
                    <a:p>
                      <a:r>
                        <a:rPr lang="en-US">
                          <a:latin typeface="Open Sans" panose="020B0606030504020204" pitchFamily="34" charset="0"/>
                          <a:ea typeface="Open Sans" panose="020B0606030504020204" pitchFamily="34" charset="0"/>
                          <a:cs typeface="Open Sans" panose="020B0606030504020204" pitchFamily="34" charset="0"/>
                        </a:rPr>
                        <a:t>Show process/workflow</a:t>
                      </a:r>
                    </a:p>
                  </a:txBody>
                  <a:tcPr anchor="ctr">
                    <a:lnL>
                      <a:noFill/>
                    </a:lnL>
                    <a:lnR>
                      <a:noFill/>
                    </a:lnR>
                    <a:lnT>
                      <a:noFill/>
                    </a:lnT>
                    <a:lnB>
                      <a:noFill/>
                    </a:lnB>
                  </a:tcPr>
                </a:tc>
                <a:tc>
                  <a:txBody>
                    <a:bodyPr/>
                    <a:lstStyle/>
                    <a:p>
                      <a:r>
                        <a:rPr lang="en-US" dirty="0">
                          <a:latin typeface="Open Sans" panose="020B0606030504020204" pitchFamily="34" charset="0"/>
                          <a:ea typeface="Open Sans" panose="020B0606030504020204" pitchFamily="34" charset="0"/>
                          <a:cs typeface="Open Sans" panose="020B0606030504020204" pitchFamily="34" charset="0"/>
                        </a:rPr>
                        <a:t>Design &amp; Testing</a:t>
                      </a:r>
                    </a:p>
                  </a:txBody>
                  <a:tcPr anchor="ctr">
                    <a:lnL>
                      <a:noFill/>
                    </a:lnL>
                    <a:lnR>
                      <a:noFill/>
                    </a:lnR>
                    <a:lnT>
                      <a:noFill/>
                    </a:lnT>
                    <a:lnB>
                      <a:noFill/>
                    </a:lnB>
                  </a:tcPr>
                </a:tc>
                <a:extLst>
                  <a:ext uri="{0D108BD9-81ED-4DB2-BD59-A6C34878D82A}">
                    <a16:rowId xmlns:a16="http://schemas.microsoft.com/office/drawing/2014/main" val="1905131654"/>
                  </a:ext>
                </a:extLst>
              </a:tr>
            </a:tbl>
          </a:graphicData>
        </a:graphic>
      </p:graphicFrame>
    </p:spTree>
    <p:extLst>
      <p:ext uri="{BB962C8B-B14F-4D97-AF65-F5344CB8AC3E}">
        <p14:creationId xmlns:p14="http://schemas.microsoft.com/office/powerpoint/2010/main" val="378148832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601"/>
        <p:cNvGrpSpPr/>
        <p:nvPr/>
      </p:nvGrpSpPr>
      <p:grpSpPr>
        <a:xfrm>
          <a:off x="0" y="0"/>
          <a:ext cx="0" cy="0"/>
          <a:chOff x="0" y="0"/>
          <a:chExt cx="0" cy="0"/>
        </a:xfrm>
      </p:grpSpPr>
      <p:sp>
        <p:nvSpPr>
          <p:cNvPr id="602" name="Google Shape;602;p30"/>
          <p:cNvSpPr txBox="1">
            <a:spLocks noGrp="1"/>
          </p:cNvSpPr>
          <p:nvPr>
            <p:ph type="title"/>
          </p:nvPr>
        </p:nvSpPr>
        <p:spPr>
          <a:xfrm>
            <a:off x="466266" y="1459613"/>
            <a:ext cx="4195775" cy="1335525"/>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dirty="0"/>
              <a:t>Hands-On UML Modeling</a:t>
            </a:r>
            <a:endParaRPr dirty="0"/>
          </a:p>
        </p:txBody>
      </p:sp>
      <p:grpSp>
        <p:nvGrpSpPr>
          <p:cNvPr id="604" name="Google Shape;604;p30"/>
          <p:cNvGrpSpPr/>
          <p:nvPr/>
        </p:nvGrpSpPr>
        <p:grpSpPr>
          <a:xfrm>
            <a:off x="4650882" y="579112"/>
            <a:ext cx="4163279" cy="3520343"/>
            <a:chOff x="4650882" y="579112"/>
            <a:chExt cx="4163279" cy="3520343"/>
          </a:xfrm>
        </p:grpSpPr>
        <p:cxnSp>
          <p:nvCxnSpPr>
            <p:cNvPr id="605" name="Google Shape;605;p30"/>
            <p:cNvCxnSpPr/>
            <p:nvPr/>
          </p:nvCxnSpPr>
          <p:spPr>
            <a:xfrm rot="10800000" flipH="1">
              <a:off x="6811025" y="1213575"/>
              <a:ext cx="704700" cy="711000"/>
            </a:xfrm>
            <a:prstGeom prst="straightConnector1">
              <a:avLst/>
            </a:prstGeom>
            <a:noFill/>
            <a:ln w="9525" cap="flat" cmpd="sng">
              <a:solidFill>
                <a:schemeClr val="dk1"/>
              </a:solidFill>
              <a:prstDash val="solid"/>
              <a:round/>
              <a:headEnd type="none" w="med" len="med"/>
              <a:tailEnd type="none" w="med" len="med"/>
            </a:ln>
          </p:spPr>
        </p:cxnSp>
        <p:grpSp>
          <p:nvGrpSpPr>
            <p:cNvPr id="606" name="Google Shape;606;p30"/>
            <p:cNvGrpSpPr/>
            <p:nvPr/>
          </p:nvGrpSpPr>
          <p:grpSpPr>
            <a:xfrm>
              <a:off x="4937665" y="1388258"/>
              <a:ext cx="3876496" cy="2711197"/>
              <a:chOff x="5731926" y="1591700"/>
              <a:chExt cx="3294939" cy="2304460"/>
            </a:xfrm>
          </p:grpSpPr>
          <p:sp>
            <p:nvSpPr>
              <p:cNvPr id="607" name="Google Shape;607;p30"/>
              <p:cNvSpPr/>
              <p:nvPr/>
            </p:nvSpPr>
            <p:spPr>
              <a:xfrm>
                <a:off x="8136453" y="2411771"/>
                <a:ext cx="820698" cy="820729"/>
              </a:xfrm>
              <a:custGeom>
                <a:avLst/>
                <a:gdLst/>
                <a:ahLst/>
                <a:cxnLst/>
                <a:rect l="l" t="t" r="r" b="b"/>
                <a:pathLst>
                  <a:path w="12693" h="12693" extrusionOk="0">
                    <a:moveTo>
                      <a:pt x="1" y="12693"/>
                    </a:moveTo>
                    <a:lnTo>
                      <a:pt x="12693" y="1"/>
                    </a:lnTo>
                  </a:path>
                </a:pathLst>
              </a:custGeom>
              <a:solidFill>
                <a:srgbClr val="495F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8" name="Google Shape;608;p30"/>
              <p:cNvSpPr/>
              <p:nvPr/>
            </p:nvSpPr>
            <p:spPr>
              <a:xfrm>
                <a:off x="8136453" y="2411771"/>
                <a:ext cx="820698" cy="820729"/>
              </a:xfrm>
              <a:custGeom>
                <a:avLst/>
                <a:gdLst/>
                <a:ahLst/>
                <a:cxnLst/>
                <a:rect l="l" t="t" r="r" b="b"/>
                <a:pathLst>
                  <a:path w="12693" h="12693" fill="none" extrusionOk="0">
                    <a:moveTo>
                      <a:pt x="1" y="12693"/>
                    </a:moveTo>
                    <a:lnTo>
                      <a:pt x="12693" y="1"/>
                    </a:lnTo>
                  </a:path>
                </a:pathLst>
              </a:custGeom>
              <a:noFill/>
              <a:ln w="9525" cap="flat" cmpd="sng">
                <a:solidFill>
                  <a:schemeClr val="dk1"/>
                </a:solidFill>
                <a:prstDash val="solid"/>
                <a:miter lim="945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9" name="Google Shape;609;p30"/>
              <p:cNvSpPr/>
              <p:nvPr/>
            </p:nvSpPr>
            <p:spPr>
              <a:xfrm>
                <a:off x="5731926" y="2259046"/>
                <a:ext cx="2396013" cy="999773"/>
              </a:xfrm>
              <a:custGeom>
                <a:avLst/>
                <a:gdLst/>
                <a:ahLst/>
                <a:cxnLst/>
                <a:rect l="l" t="t" r="r" b="b"/>
                <a:pathLst>
                  <a:path w="37057" h="15462" fill="none" extrusionOk="0">
                    <a:moveTo>
                      <a:pt x="0" y="15263"/>
                    </a:moveTo>
                    <a:lnTo>
                      <a:pt x="19771" y="0"/>
                    </a:lnTo>
                    <a:lnTo>
                      <a:pt x="37056" y="15461"/>
                    </a:lnTo>
                  </a:path>
                </a:pathLst>
              </a:custGeom>
              <a:noFill/>
              <a:ln w="9525" cap="flat" cmpd="sng">
                <a:solidFill>
                  <a:schemeClr val="dk1"/>
                </a:solidFill>
                <a:prstDash val="solid"/>
                <a:miter lim="945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0" name="Google Shape;610;p30"/>
              <p:cNvSpPr/>
              <p:nvPr/>
            </p:nvSpPr>
            <p:spPr>
              <a:xfrm>
                <a:off x="6949190" y="2774121"/>
                <a:ext cx="113668" cy="1004105"/>
              </a:xfrm>
              <a:custGeom>
                <a:avLst/>
                <a:gdLst/>
                <a:ahLst/>
                <a:cxnLst/>
                <a:rect l="l" t="t" r="r" b="b"/>
                <a:pathLst>
                  <a:path w="1758" h="15529" extrusionOk="0">
                    <a:moveTo>
                      <a:pt x="0" y="1"/>
                    </a:moveTo>
                    <a:lnTo>
                      <a:pt x="0" y="15528"/>
                    </a:lnTo>
                    <a:lnTo>
                      <a:pt x="1758" y="15528"/>
                    </a:lnTo>
                    <a:lnTo>
                      <a:pt x="1758" y="1"/>
                    </a:lnTo>
                    <a:close/>
                  </a:path>
                </a:pathLst>
              </a:custGeom>
              <a:solidFill>
                <a:schemeClr val="lt2"/>
              </a:solidFill>
              <a:ln w="9525" cap="flat" cmpd="sng">
                <a:solidFill>
                  <a:schemeClr val="dk1"/>
                </a:solidFill>
                <a:prstDash val="solid"/>
                <a:miter lim="945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1" name="Google Shape;611;p30"/>
              <p:cNvSpPr/>
              <p:nvPr/>
            </p:nvSpPr>
            <p:spPr>
              <a:xfrm>
                <a:off x="6888088" y="3193370"/>
                <a:ext cx="235871" cy="702790"/>
              </a:xfrm>
              <a:custGeom>
                <a:avLst/>
                <a:gdLst/>
                <a:ahLst/>
                <a:cxnLst/>
                <a:rect l="l" t="t" r="r" b="b"/>
                <a:pathLst>
                  <a:path w="3648" h="10869" extrusionOk="0">
                    <a:moveTo>
                      <a:pt x="0" y="0"/>
                    </a:moveTo>
                    <a:lnTo>
                      <a:pt x="0" y="10868"/>
                    </a:lnTo>
                    <a:lnTo>
                      <a:pt x="3648" y="10868"/>
                    </a:lnTo>
                    <a:lnTo>
                      <a:pt x="3648" y="0"/>
                    </a:lnTo>
                    <a:close/>
                  </a:path>
                </a:pathLst>
              </a:custGeom>
              <a:solidFill>
                <a:schemeClr val="dk1"/>
              </a:solidFill>
              <a:ln w="9525" cap="flat" cmpd="sng">
                <a:solidFill>
                  <a:schemeClr val="dk1"/>
                </a:solidFill>
                <a:prstDash val="solid"/>
                <a:miter lim="945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2" name="Google Shape;612;p30"/>
              <p:cNvSpPr/>
              <p:nvPr/>
            </p:nvSpPr>
            <p:spPr>
              <a:xfrm>
                <a:off x="6888088" y="3101684"/>
                <a:ext cx="235871" cy="91753"/>
              </a:xfrm>
              <a:custGeom>
                <a:avLst/>
                <a:gdLst/>
                <a:ahLst/>
                <a:cxnLst/>
                <a:rect l="l" t="t" r="r" b="b"/>
                <a:pathLst>
                  <a:path w="3648" h="1419" extrusionOk="0">
                    <a:moveTo>
                      <a:pt x="0" y="0"/>
                    </a:moveTo>
                    <a:lnTo>
                      <a:pt x="0" y="1418"/>
                    </a:lnTo>
                    <a:lnTo>
                      <a:pt x="3648" y="1418"/>
                    </a:lnTo>
                    <a:lnTo>
                      <a:pt x="3648" y="0"/>
                    </a:lnTo>
                    <a:close/>
                  </a:path>
                </a:pathLst>
              </a:custGeom>
              <a:solidFill>
                <a:schemeClr val="accent3"/>
              </a:solidFill>
              <a:ln w="9525" cap="flat" cmpd="sng">
                <a:solidFill>
                  <a:schemeClr val="dk1"/>
                </a:solidFill>
                <a:prstDash val="solid"/>
                <a:miter lim="945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3" name="Google Shape;613;p30"/>
              <p:cNvSpPr/>
              <p:nvPr/>
            </p:nvSpPr>
            <p:spPr>
              <a:xfrm>
                <a:off x="6377801" y="1591700"/>
                <a:ext cx="1257006" cy="1257055"/>
              </a:xfrm>
              <a:custGeom>
                <a:avLst/>
                <a:gdLst/>
                <a:ahLst/>
                <a:cxnLst/>
                <a:rect l="l" t="t" r="r" b="b"/>
                <a:pathLst>
                  <a:path w="19441" h="19441" extrusionOk="0">
                    <a:moveTo>
                      <a:pt x="9716" y="1"/>
                    </a:moveTo>
                    <a:cubicBezTo>
                      <a:pt x="4348" y="1"/>
                      <a:pt x="1" y="4348"/>
                      <a:pt x="1" y="9716"/>
                    </a:cubicBezTo>
                    <a:cubicBezTo>
                      <a:pt x="1" y="15084"/>
                      <a:pt x="4348" y="19441"/>
                      <a:pt x="9716" y="19441"/>
                    </a:cubicBezTo>
                    <a:cubicBezTo>
                      <a:pt x="15084" y="19441"/>
                      <a:pt x="19441" y="15084"/>
                      <a:pt x="19441" y="9716"/>
                    </a:cubicBezTo>
                    <a:cubicBezTo>
                      <a:pt x="19441" y="4348"/>
                      <a:pt x="15084" y="1"/>
                      <a:pt x="9716" y="1"/>
                    </a:cubicBezTo>
                    <a:close/>
                  </a:path>
                </a:pathLst>
              </a:custGeom>
              <a:solidFill>
                <a:schemeClr val="accent2"/>
              </a:solidFill>
              <a:ln w="9525" cap="flat" cmpd="sng">
                <a:solidFill>
                  <a:schemeClr val="dk1"/>
                </a:solidFill>
                <a:prstDash val="solid"/>
                <a:miter lim="945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4" name="Google Shape;614;p30"/>
              <p:cNvSpPr/>
              <p:nvPr/>
            </p:nvSpPr>
            <p:spPr>
              <a:xfrm>
                <a:off x="6464573" y="1678472"/>
                <a:ext cx="1082884" cy="1082926"/>
              </a:xfrm>
              <a:custGeom>
                <a:avLst/>
                <a:gdLst/>
                <a:ahLst/>
                <a:cxnLst/>
                <a:rect l="l" t="t" r="r" b="b"/>
                <a:pathLst>
                  <a:path w="16748" h="16748" extrusionOk="0">
                    <a:moveTo>
                      <a:pt x="8374" y="1"/>
                    </a:moveTo>
                    <a:cubicBezTo>
                      <a:pt x="3753" y="1"/>
                      <a:pt x="1" y="3753"/>
                      <a:pt x="1" y="8374"/>
                    </a:cubicBezTo>
                    <a:cubicBezTo>
                      <a:pt x="1" y="12996"/>
                      <a:pt x="3753" y="16747"/>
                      <a:pt x="8374" y="16747"/>
                    </a:cubicBezTo>
                    <a:cubicBezTo>
                      <a:pt x="12995" y="16747"/>
                      <a:pt x="16747" y="12996"/>
                      <a:pt x="16747" y="8374"/>
                    </a:cubicBezTo>
                    <a:cubicBezTo>
                      <a:pt x="16747" y="3753"/>
                      <a:pt x="12995" y="1"/>
                      <a:pt x="8374" y="1"/>
                    </a:cubicBezTo>
                    <a:close/>
                  </a:path>
                </a:pathLst>
              </a:custGeom>
              <a:solidFill>
                <a:schemeClr val="accent3"/>
              </a:solidFill>
              <a:ln w="9525" cap="flat" cmpd="sng">
                <a:solidFill>
                  <a:schemeClr val="dk1"/>
                </a:solidFill>
                <a:prstDash val="solid"/>
                <a:miter lim="945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5" name="Google Shape;615;p30"/>
              <p:cNvSpPr/>
              <p:nvPr/>
            </p:nvSpPr>
            <p:spPr>
              <a:xfrm>
                <a:off x="8889920" y="2356811"/>
                <a:ext cx="136945" cy="136950"/>
              </a:xfrm>
              <a:custGeom>
                <a:avLst/>
                <a:gdLst/>
                <a:ahLst/>
                <a:cxnLst/>
                <a:rect l="l" t="t" r="r" b="b"/>
                <a:pathLst>
                  <a:path w="2118" h="2118" extrusionOk="0">
                    <a:moveTo>
                      <a:pt x="2117" y="0"/>
                    </a:moveTo>
                    <a:lnTo>
                      <a:pt x="0" y="38"/>
                    </a:lnTo>
                    <a:lnTo>
                      <a:pt x="2089" y="2117"/>
                    </a:lnTo>
                    <a:lnTo>
                      <a:pt x="2117" y="0"/>
                    </a:lnTo>
                    <a:close/>
                  </a:path>
                </a:pathLst>
              </a:custGeom>
              <a:solidFill>
                <a:schemeClr val="dk1"/>
              </a:solidFill>
              <a:ln w="9525" cap="flat" cmpd="sng">
                <a:solidFill>
                  <a:schemeClr val="dk1"/>
                </a:solidFill>
                <a:prstDash val="solid"/>
                <a:miter lim="945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6" name="Google Shape;616;p30"/>
              <p:cNvSpPr/>
              <p:nvPr/>
            </p:nvSpPr>
            <p:spPr>
              <a:xfrm>
                <a:off x="6624086" y="1823309"/>
                <a:ext cx="375854" cy="767579"/>
              </a:xfrm>
              <a:custGeom>
                <a:avLst/>
                <a:gdLst/>
                <a:ahLst/>
                <a:cxnLst/>
                <a:rect l="l" t="t" r="r" b="b"/>
                <a:pathLst>
                  <a:path w="5813" h="11871" extrusionOk="0">
                    <a:moveTo>
                      <a:pt x="5812" y="1"/>
                    </a:moveTo>
                    <a:cubicBezTo>
                      <a:pt x="2590" y="67"/>
                      <a:pt x="0" y="2694"/>
                      <a:pt x="0" y="5936"/>
                    </a:cubicBezTo>
                    <a:cubicBezTo>
                      <a:pt x="0" y="9168"/>
                      <a:pt x="2590" y="11795"/>
                      <a:pt x="5812" y="11871"/>
                    </a:cubicBezTo>
                    <a:lnTo>
                      <a:pt x="5812" y="1"/>
                    </a:lnTo>
                    <a:close/>
                  </a:path>
                </a:pathLst>
              </a:custGeom>
              <a:solidFill>
                <a:schemeClr val="accent1"/>
              </a:solidFill>
              <a:ln w="9525" cap="flat" cmpd="sng">
                <a:solidFill>
                  <a:schemeClr val="dk1"/>
                </a:solidFill>
                <a:prstDash val="solid"/>
                <a:miter lim="945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7" name="Google Shape;617;p30"/>
              <p:cNvSpPr/>
              <p:nvPr/>
            </p:nvSpPr>
            <p:spPr>
              <a:xfrm>
                <a:off x="6994968" y="2193611"/>
                <a:ext cx="392988" cy="397271"/>
              </a:xfrm>
              <a:custGeom>
                <a:avLst/>
                <a:gdLst/>
                <a:ahLst/>
                <a:cxnLst/>
                <a:rect l="l" t="t" r="r" b="b"/>
                <a:pathLst>
                  <a:path w="6078" h="6144" extrusionOk="0">
                    <a:moveTo>
                      <a:pt x="1" y="1"/>
                    </a:moveTo>
                    <a:lnTo>
                      <a:pt x="1" y="6144"/>
                    </a:lnTo>
                    <a:lnTo>
                      <a:pt x="143" y="6144"/>
                    </a:lnTo>
                    <a:cubicBezTo>
                      <a:pt x="3422" y="6144"/>
                      <a:pt x="6078" y="3488"/>
                      <a:pt x="6078" y="209"/>
                    </a:cubicBezTo>
                    <a:cubicBezTo>
                      <a:pt x="6078" y="143"/>
                      <a:pt x="6078" y="67"/>
                      <a:pt x="6078" y="1"/>
                    </a:cubicBezTo>
                    <a:close/>
                  </a:path>
                </a:pathLst>
              </a:custGeom>
              <a:solidFill>
                <a:schemeClr val="dk2"/>
              </a:solidFill>
              <a:ln w="9525" cap="flat" cmpd="sng">
                <a:solidFill>
                  <a:schemeClr val="dk1"/>
                </a:solidFill>
                <a:prstDash val="solid"/>
                <a:miter lim="945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8" name="Google Shape;618;p30"/>
              <p:cNvSpPr/>
              <p:nvPr/>
            </p:nvSpPr>
            <p:spPr>
              <a:xfrm>
                <a:off x="6994968" y="1822727"/>
                <a:ext cx="392988" cy="370954"/>
              </a:xfrm>
              <a:custGeom>
                <a:avLst/>
                <a:gdLst/>
                <a:ahLst/>
                <a:cxnLst/>
                <a:rect l="l" t="t" r="r" b="b"/>
                <a:pathLst>
                  <a:path w="6078" h="5737" extrusionOk="0">
                    <a:moveTo>
                      <a:pt x="143" y="0"/>
                    </a:moveTo>
                    <a:cubicBezTo>
                      <a:pt x="95" y="0"/>
                      <a:pt x="48" y="10"/>
                      <a:pt x="1" y="10"/>
                    </a:cubicBezTo>
                    <a:lnTo>
                      <a:pt x="1" y="5737"/>
                    </a:lnTo>
                    <a:lnTo>
                      <a:pt x="6078" y="5737"/>
                    </a:lnTo>
                    <a:cubicBezTo>
                      <a:pt x="5964" y="2552"/>
                      <a:pt x="3356" y="0"/>
                      <a:pt x="143" y="0"/>
                    </a:cubicBezTo>
                    <a:close/>
                  </a:path>
                </a:pathLst>
              </a:custGeom>
              <a:solidFill>
                <a:schemeClr val="dk1"/>
              </a:solidFill>
              <a:ln w="9525" cap="flat" cmpd="sng">
                <a:solidFill>
                  <a:schemeClr val="dk1"/>
                </a:solidFill>
                <a:prstDash val="solid"/>
                <a:miter lim="945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19" name="Google Shape;619;p30"/>
            <p:cNvGrpSpPr/>
            <p:nvPr/>
          </p:nvGrpSpPr>
          <p:grpSpPr>
            <a:xfrm>
              <a:off x="4650882" y="2899449"/>
              <a:ext cx="618706" cy="951917"/>
              <a:chOff x="3334313" y="1341356"/>
              <a:chExt cx="798434" cy="1228438"/>
            </a:xfrm>
          </p:grpSpPr>
          <p:sp>
            <p:nvSpPr>
              <p:cNvPr id="620" name="Google Shape;620;p30"/>
              <p:cNvSpPr/>
              <p:nvPr/>
            </p:nvSpPr>
            <p:spPr>
              <a:xfrm>
                <a:off x="3334313" y="1341356"/>
                <a:ext cx="798434" cy="999971"/>
              </a:xfrm>
              <a:custGeom>
                <a:avLst/>
                <a:gdLst/>
                <a:ahLst/>
                <a:cxnLst/>
                <a:rect l="l" t="t" r="r" b="b"/>
                <a:pathLst>
                  <a:path w="16152" h="20228" extrusionOk="0">
                    <a:moveTo>
                      <a:pt x="8144" y="1"/>
                    </a:moveTo>
                    <a:cubicBezTo>
                      <a:pt x="8069" y="1"/>
                      <a:pt x="7995" y="2"/>
                      <a:pt x="7920" y="4"/>
                    </a:cubicBezTo>
                    <a:cubicBezTo>
                      <a:pt x="3791" y="117"/>
                      <a:pt x="379" y="3444"/>
                      <a:pt x="152" y="7564"/>
                    </a:cubicBezTo>
                    <a:cubicBezTo>
                      <a:pt x="1" y="10305"/>
                      <a:pt x="1239" y="12762"/>
                      <a:pt x="3214" y="14312"/>
                    </a:cubicBezTo>
                    <a:cubicBezTo>
                      <a:pt x="3791" y="14765"/>
                      <a:pt x="4291" y="15323"/>
                      <a:pt x="4641" y="15966"/>
                    </a:cubicBezTo>
                    <a:cubicBezTo>
                      <a:pt x="4991" y="16589"/>
                      <a:pt x="5274" y="17393"/>
                      <a:pt x="5340" y="18357"/>
                    </a:cubicBezTo>
                    <a:lnTo>
                      <a:pt x="5340" y="20228"/>
                    </a:lnTo>
                    <a:lnTo>
                      <a:pt x="10945" y="20228"/>
                    </a:lnTo>
                    <a:lnTo>
                      <a:pt x="10954" y="18347"/>
                    </a:lnTo>
                    <a:cubicBezTo>
                      <a:pt x="11020" y="17383"/>
                      <a:pt x="11304" y="16599"/>
                      <a:pt x="11644" y="15966"/>
                    </a:cubicBezTo>
                    <a:cubicBezTo>
                      <a:pt x="12003" y="15314"/>
                      <a:pt x="12513" y="14756"/>
                      <a:pt x="13099" y="14293"/>
                    </a:cubicBezTo>
                    <a:cubicBezTo>
                      <a:pt x="14961" y="12828"/>
                      <a:pt x="16152" y="10560"/>
                      <a:pt x="16152" y="8008"/>
                    </a:cubicBezTo>
                    <a:cubicBezTo>
                      <a:pt x="16152" y="3584"/>
                      <a:pt x="12568" y="1"/>
                      <a:pt x="8144" y="1"/>
                    </a:cubicBezTo>
                    <a:close/>
                  </a:path>
                </a:pathLst>
              </a:custGeom>
              <a:solidFill>
                <a:schemeClr val="dk2"/>
              </a:solidFill>
              <a:ln w="9525" cap="flat" cmpd="sng">
                <a:solidFill>
                  <a:schemeClr val="dk1"/>
                </a:solidFill>
                <a:prstDash val="solid"/>
                <a:miter lim="945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1" name="Google Shape;621;p30"/>
              <p:cNvSpPr/>
              <p:nvPr/>
            </p:nvSpPr>
            <p:spPr>
              <a:xfrm>
                <a:off x="3625368" y="2491686"/>
                <a:ext cx="222891" cy="78107"/>
              </a:xfrm>
              <a:custGeom>
                <a:avLst/>
                <a:gdLst/>
                <a:ahLst/>
                <a:cxnLst/>
                <a:rect l="l" t="t" r="r" b="b"/>
                <a:pathLst>
                  <a:path w="4509" h="1580" extrusionOk="0">
                    <a:moveTo>
                      <a:pt x="1" y="1"/>
                    </a:moveTo>
                    <a:lnTo>
                      <a:pt x="1" y="1579"/>
                    </a:lnTo>
                    <a:lnTo>
                      <a:pt x="4509" y="1579"/>
                    </a:lnTo>
                    <a:lnTo>
                      <a:pt x="4509" y="1"/>
                    </a:lnTo>
                    <a:close/>
                  </a:path>
                </a:pathLst>
              </a:custGeom>
              <a:solidFill>
                <a:schemeClr val="accent1"/>
              </a:solidFill>
              <a:ln w="9525" cap="flat" cmpd="sng">
                <a:solidFill>
                  <a:schemeClr val="dk1"/>
                </a:solidFill>
                <a:prstDash val="solid"/>
                <a:miter lim="945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2" name="Google Shape;622;p30"/>
              <p:cNvSpPr/>
              <p:nvPr/>
            </p:nvSpPr>
            <p:spPr>
              <a:xfrm>
                <a:off x="3560415" y="2332410"/>
                <a:ext cx="353245" cy="177126"/>
              </a:xfrm>
              <a:custGeom>
                <a:avLst/>
                <a:gdLst/>
                <a:ahLst/>
                <a:cxnLst/>
                <a:rect l="l" t="t" r="r" b="b"/>
                <a:pathLst>
                  <a:path w="7146" h="3583" extrusionOk="0">
                    <a:moveTo>
                      <a:pt x="1" y="0"/>
                    </a:moveTo>
                    <a:lnTo>
                      <a:pt x="1" y="3582"/>
                    </a:lnTo>
                    <a:lnTo>
                      <a:pt x="7146" y="3582"/>
                    </a:lnTo>
                    <a:lnTo>
                      <a:pt x="7146" y="0"/>
                    </a:lnTo>
                    <a:close/>
                  </a:path>
                </a:pathLst>
              </a:custGeom>
              <a:solidFill>
                <a:schemeClr val="accent3"/>
              </a:solidFill>
              <a:ln w="9525" cap="flat" cmpd="sng">
                <a:solidFill>
                  <a:schemeClr val="dk1"/>
                </a:solidFill>
                <a:prstDash val="solid"/>
                <a:miter lim="945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3" name="Google Shape;623;p30"/>
              <p:cNvSpPr/>
              <p:nvPr/>
            </p:nvSpPr>
            <p:spPr>
              <a:xfrm>
                <a:off x="3546425" y="2360884"/>
                <a:ext cx="381273" cy="27634"/>
              </a:xfrm>
              <a:custGeom>
                <a:avLst/>
                <a:gdLst/>
                <a:ahLst/>
                <a:cxnLst/>
                <a:rect l="l" t="t" r="r" b="b"/>
                <a:pathLst>
                  <a:path w="7713" h="559" extrusionOk="0">
                    <a:moveTo>
                      <a:pt x="0" y="1"/>
                    </a:moveTo>
                    <a:lnTo>
                      <a:pt x="0" y="558"/>
                    </a:lnTo>
                    <a:lnTo>
                      <a:pt x="7712" y="558"/>
                    </a:lnTo>
                    <a:lnTo>
                      <a:pt x="771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4" name="Google Shape;624;p30"/>
              <p:cNvSpPr/>
              <p:nvPr/>
            </p:nvSpPr>
            <p:spPr>
              <a:xfrm>
                <a:off x="3546425" y="2407154"/>
                <a:ext cx="381273" cy="27585"/>
              </a:xfrm>
              <a:custGeom>
                <a:avLst/>
                <a:gdLst/>
                <a:ahLst/>
                <a:cxnLst/>
                <a:rect l="l" t="t" r="r" b="b"/>
                <a:pathLst>
                  <a:path w="7713" h="558" extrusionOk="0">
                    <a:moveTo>
                      <a:pt x="0" y="0"/>
                    </a:moveTo>
                    <a:lnTo>
                      <a:pt x="0" y="558"/>
                    </a:lnTo>
                    <a:lnTo>
                      <a:pt x="7712" y="558"/>
                    </a:lnTo>
                    <a:lnTo>
                      <a:pt x="771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5" name="Google Shape;625;p30"/>
              <p:cNvSpPr/>
              <p:nvPr/>
            </p:nvSpPr>
            <p:spPr>
              <a:xfrm>
                <a:off x="3546425" y="2453424"/>
                <a:ext cx="381273" cy="27585"/>
              </a:xfrm>
              <a:custGeom>
                <a:avLst/>
                <a:gdLst/>
                <a:ahLst/>
                <a:cxnLst/>
                <a:rect l="l" t="t" r="r" b="b"/>
                <a:pathLst>
                  <a:path w="7713" h="558" extrusionOk="0">
                    <a:moveTo>
                      <a:pt x="0" y="0"/>
                    </a:moveTo>
                    <a:lnTo>
                      <a:pt x="0" y="558"/>
                    </a:lnTo>
                    <a:lnTo>
                      <a:pt x="7712" y="558"/>
                    </a:lnTo>
                    <a:lnTo>
                      <a:pt x="771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6" name="Google Shape;626;p30"/>
              <p:cNvSpPr/>
              <p:nvPr/>
            </p:nvSpPr>
            <p:spPr>
              <a:xfrm>
                <a:off x="3502530" y="1574141"/>
                <a:ext cx="488195" cy="377090"/>
              </a:xfrm>
              <a:custGeom>
                <a:avLst/>
                <a:gdLst/>
                <a:ahLst/>
                <a:cxnLst/>
                <a:rect l="l" t="t" r="r" b="b"/>
                <a:pathLst>
                  <a:path w="9876" h="7628" fill="none" extrusionOk="0">
                    <a:moveTo>
                      <a:pt x="0" y="5435"/>
                    </a:moveTo>
                    <a:lnTo>
                      <a:pt x="1777" y="29"/>
                    </a:lnTo>
                    <a:lnTo>
                      <a:pt x="2826" y="7628"/>
                    </a:lnTo>
                    <a:lnTo>
                      <a:pt x="4801" y="1"/>
                    </a:lnTo>
                    <a:lnTo>
                      <a:pt x="6578" y="6333"/>
                    </a:lnTo>
                    <a:lnTo>
                      <a:pt x="8288" y="332"/>
                    </a:lnTo>
                    <a:lnTo>
                      <a:pt x="9876" y="5227"/>
                    </a:lnTo>
                  </a:path>
                </a:pathLst>
              </a:custGeom>
              <a:solidFill>
                <a:schemeClr val="dk2"/>
              </a:solidFill>
              <a:ln w="9525" cap="flat" cmpd="sng">
                <a:solidFill>
                  <a:schemeClr val="dk1"/>
                </a:solidFill>
                <a:prstDash val="solid"/>
                <a:miter lim="945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27" name="Google Shape;627;p30"/>
            <p:cNvGrpSpPr/>
            <p:nvPr/>
          </p:nvGrpSpPr>
          <p:grpSpPr>
            <a:xfrm>
              <a:off x="7362276" y="2911767"/>
              <a:ext cx="783686" cy="783610"/>
              <a:chOff x="276382" y="1174752"/>
              <a:chExt cx="895027" cy="894940"/>
            </a:xfrm>
          </p:grpSpPr>
          <p:grpSp>
            <p:nvGrpSpPr>
              <p:cNvPr id="628" name="Google Shape;628;p30"/>
              <p:cNvGrpSpPr/>
              <p:nvPr/>
            </p:nvGrpSpPr>
            <p:grpSpPr>
              <a:xfrm>
                <a:off x="276382" y="1174752"/>
                <a:ext cx="895027" cy="894940"/>
                <a:chOff x="2861096" y="3889198"/>
                <a:chExt cx="397772" cy="397716"/>
              </a:xfrm>
            </p:grpSpPr>
            <p:sp>
              <p:nvSpPr>
                <p:cNvPr id="629" name="Google Shape;629;p30"/>
                <p:cNvSpPr/>
                <p:nvPr/>
              </p:nvSpPr>
              <p:spPr>
                <a:xfrm>
                  <a:off x="2861096" y="3889198"/>
                  <a:ext cx="397772" cy="397716"/>
                </a:xfrm>
                <a:custGeom>
                  <a:avLst/>
                  <a:gdLst/>
                  <a:ahLst/>
                  <a:cxnLst/>
                  <a:rect l="l" t="t" r="r" b="b"/>
                  <a:pathLst>
                    <a:path w="7080" h="7079" extrusionOk="0">
                      <a:moveTo>
                        <a:pt x="3545" y="0"/>
                      </a:moveTo>
                      <a:cubicBezTo>
                        <a:pt x="1588" y="0"/>
                        <a:pt x="1" y="1588"/>
                        <a:pt x="1" y="3535"/>
                      </a:cubicBezTo>
                      <a:cubicBezTo>
                        <a:pt x="1" y="5491"/>
                        <a:pt x="1588" y="7079"/>
                        <a:pt x="3545" y="7079"/>
                      </a:cubicBezTo>
                      <a:cubicBezTo>
                        <a:pt x="5501" y="7079"/>
                        <a:pt x="7079" y="5491"/>
                        <a:pt x="7079" y="3535"/>
                      </a:cubicBezTo>
                      <a:cubicBezTo>
                        <a:pt x="7079" y="1588"/>
                        <a:pt x="5501" y="0"/>
                        <a:pt x="3545" y="0"/>
                      </a:cubicBezTo>
                      <a:close/>
                    </a:path>
                  </a:pathLst>
                </a:custGeom>
                <a:solidFill>
                  <a:schemeClr val="accent3"/>
                </a:solidFill>
                <a:ln w="9525" cap="flat" cmpd="sng">
                  <a:solidFill>
                    <a:schemeClr val="dk1"/>
                  </a:solidFill>
                  <a:prstDash val="solid"/>
                  <a:miter lim="945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0" name="Google Shape;630;p30"/>
                <p:cNvSpPr/>
                <p:nvPr/>
              </p:nvSpPr>
              <p:spPr>
                <a:xfrm>
                  <a:off x="2907821" y="3931467"/>
                  <a:ext cx="304332" cy="313132"/>
                </a:xfrm>
                <a:custGeom>
                  <a:avLst/>
                  <a:gdLst/>
                  <a:ahLst/>
                  <a:cxnLst/>
                  <a:rect l="l" t="t" r="r" b="b"/>
                  <a:pathLst>
                    <a:path w="4282" h="4282" extrusionOk="0">
                      <a:moveTo>
                        <a:pt x="2146" y="1"/>
                      </a:moveTo>
                      <a:cubicBezTo>
                        <a:pt x="964" y="1"/>
                        <a:pt x="0" y="955"/>
                        <a:pt x="0" y="2137"/>
                      </a:cubicBezTo>
                      <a:cubicBezTo>
                        <a:pt x="0" y="3327"/>
                        <a:pt x="964" y="4282"/>
                        <a:pt x="2146" y="4282"/>
                      </a:cubicBezTo>
                      <a:cubicBezTo>
                        <a:pt x="3327" y="4282"/>
                        <a:pt x="4281" y="3327"/>
                        <a:pt x="4281" y="2137"/>
                      </a:cubicBezTo>
                      <a:cubicBezTo>
                        <a:pt x="4281" y="955"/>
                        <a:pt x="3327" y="1"/>
                        <a:pt x="2146" y="1"/>
                      </a:cubicBezTo>
                      <a:close/>
                    </a:path>
                  </a:pathLst>
                </a:custGeom>
                <a:solidFill>
                  <a:schemeClr val="accent1"/>
                </a:solidFill>
                <a:ln w="9525" cap="flat" cmpd="sng">
                  <a:solidFill>
                    <a:schemeClr val="dk1"/>
                  </a:solidFill>
                  <a:prstDash val="solid"/>
                  <a:miter lim="945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31" name="Google Shape;631;p30"/>
              <p:cNvSpPr/>
              <p:nvPr/>
            </p:nvSpPr>
            <p:spPr>
              <a:xfrm>
                <a:off x="698100" y="1366625"/>
                <a:ext cx="195250" cy="467375"/>
              </a:xfrm>
              <a:custGeom>
                <a:avLst/>
                <a:gdLst/>
                <a:ahLst/>
                <a:cxnLst/>
                <a:rect l="l" t="t" r="r" b="b"/>
                <a:pathLst>
                  <a:path w="7810" h="18695" extrusionOk="0">
                    <a:moveTo>
                      <a:pt x="5916" y="0"/>
                    </a:moveTo>
                    <a:lnTo>
                      <a:pt x="0" y="9939"/>
                    </a:lnTo>
                    <a:lnTo>
                      <a:pt x="7810" y="18695"/>
                    </a:lnTo>
                  </a:path>
                </a:pathLst>
              </a:custGeom>
              <a:noFill/>
              <a:ln w="9525" cap="flat" cmpd="sng">
                <a:solidFill>
                  <a:schemeClr val="dk1"/>
                </a:solidFill>
                <a:prstDash val="solid"/>
                <a:round/>
                <a:headEnd type="none" w="med" len="med"/>
                <a:tailEnd type="none" w="med" len="med"/>
              </a:ln>
            </p:spPr>
          </p:sp>
        </p:grpSp>
        <p:grpSp>
          <p:nvGrpSpPr>
            <p:cNvPr id="632" name="Google Shape;632;p30"/>
            <p:cNvGrpSpPr/>
            <p:nvPr/>
          </p:nvGrpSpPr>
          <p:grpSpPr>
            <a:xfrm>
              <a:off x="7362272" y="579112"/>
              <a:ext cx="875462" cy="1033236"/>
              <a:chOff x="6768050" y="956250"/>
              <a:chExt cx="322525" cy="380650"/>
            </a:xfrm>
          </p:grpSpPr>
          <p:sp>
            <p:nvSpPr>
              <p:cNvPr id="633" name="Google Shape;633;p30"/>
              <p:cNvSpPr/>
              <p:nvPr/>
            </p:nvSpPr>
            <p:spPr>
              <a:xfrm>
                <a:off x="6768050" y="956250"/>
                <a:ext cx="322525" cy="380650"/>
              </a:xfrm>
              <a:custGeom>
                <a:avLst/>
                <a:gdLst/>
                <a:ahLst/>
                <a:cxnLst/>
                <a:rect l="l" t="t" r="r" b="b"/>
                <a:pathLst>
                  <a:path w="12901" h="15226" extrusionOk="0">
                    <a:moveTo>
                      <a:pt x="0" y="0"/>
                    </a:moveTo>
                    <a:lnTo>
                      <a:pt x="0" y="15225"/>
                    </a:lnTo>
                    <a:lnTo>
                      <a:pt x="12900" y="15225"/>
                    </a:lnTo>
                    <a:lnTo>
                      <a:pt x="12900" y="0"/>
                    </a:lnTo>
                    <a:close/>
                  </a:path>
                </a:pathLst>
              </a:custGeom>
              <a:solidFill>
                <a:schemeClr val="dk2"/>
              </a:solidFill>
              <a:ln w="9525" cap="flat" cmpd="sng">
                <a:solidFill>
                  <a:schemeClr val="dk1"/>
                </a:solidFill>
                <a:prstDash val="solid"/>
                <a:miter lim="945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4" name="Google Shape;634;p30"/>
              <p:cNvSpPr/>
              <p:nvPr/>
            </p:nvSpPr>
            <p:spPr>
              <a:xfrm>
                <a:off x="6768050" y="956250"/>
                <a:ext cx="322525" cy="107525"/>
              </a:xfrm>
              <a:custGeom>
                <a:avLst/>
                <a:gdLst/>
                <a:ahLst/>
                <a:cxnLst/>
                <a:rect l="l" t="t" r="r" b="b"/>
                <a:pathLst>
                  <a:path w="12901" h="4301" extrusionOk="0">
                    <a:moveTo>
                      <a:pt x="0" y="0"/>
                    </a:moveTo>
                    <a:lnTo>
                      <a:pt x="0" y="4300"/>
                    </a:lnTo>
                    <a:lnTo>
                      <a:pt x="12900" y="4300"/>
                    </a:lnTo>
                    <a:lnTo>
                      <a:pt x="12900" y="0"/>
                    </a:lnTo>
                    <a:close/>
                  </a:path>
                </a:pathLst>
              </a:custGeom>
              <a:solidFill>
                <a:schemeClr val="accent1"/>
              </a:solidFill>
              <a:ln w="9525" cap="flat" cmpd="sng">
                <a:solidFill>
                  <a:schemeClr val="dk1"/>
                </a:solidFill>
                <a:prstDash val="solid"/>
                <a:miter lim="945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5" name="Google Shape;635;p30"/>
              <p:cNvSpPr/>
              <p:nvPr/>
            </p:nvSpPr>
            <p:spPr>
              <a:xfrm>
                <a:off x="6865150" y="990975"/>
                <a:ext cx="33325" cy="4750"/>
              </a:xfrm>
              <a:custGeom>
                <a:avLst/>
                <a:gdLst/>
                <a:ahLst/>
                <a:cxnLst/>
                <a:rect l="l" t="t" r="r" b="b"/>
                <a:pathLst>
                  <a:path w="1333" h="190" extrusionOk="0">
                    <a:moveTo>
                      <a:pt x="0" y="1"/>
                    </a:moveTo>
                    <a:lnTo>
                      <a:pt x="0" y="190"/>
                    </a:lnTo>
                    <a:lnTo>
                      <a:pt x="1333" y="190"/>
                    </a:lnTo>
                    <a:lnTo>
                      <a:pt x="133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6" name="Google Shape;636;p30"/>
              <p:cNvSpPr/>
              <p:nvPr/>
            </p:nvSpPr>
            <p:spPr>
              <a:xfrm>
                <a:off x="6865150" y="999475"/>
                <a:ext cx="72800" cy="5000"/>
              </a:xfrm>
              <a:custGeom>
                <a:avLst/>
                <a:gdLst/>
                <a:ahLst/>
                <a:cxnLst/>
                <a:rect l="l" t="t" r="r" b="b"/>
                <a:pathLst>
                  <a:path w="2912" h="200" extrusionOk="0">
                    <a:moveTo>
                      <a:pt x="2911" y="1"/>
                    </a:moveTo>
                    <a:lnTo>
                      <a:pt x="0" y="10"/>
                    </a:lnTo>
                    <a:lnTo>
                      <a:pt x="0" y="199"/>
                    </a:lnTo>
                    <a:lnTo>
                      <a:pt x="2911" y="190"/>
                    </a:lnTo>
                    <a:lnTo>
                      <a:pt x="291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7" name="Google Shape;637;p30"/>
              <p:cNvSpPr/>
              <p:nvPr/>
            </p:nvSpPr>
            <p:spPr>
              <a:xfrm>
                <a:off x="6865150" y="1008000"/>
                <a:ext cx="72800" cy="4975"/>
              </a:xfrm>
              <a:custGeom>
                <a:avLst/>
                <a:gdLst/>
                <a:ahLst/>
                <a:cxnLst/>
                <a:rect l="l" t="t" r="r" b="b"/>
                <a:pathLst>
                  <a:path w="2912" h="199" extrusionOk="0">
                    <a:moveTo>
                      <a:pt x="2911" y="0"/>
                    </a:moveTo>
                    <a:lnTo>
                      <a:pt x="0" y="10"/>
                    </a:lnTo>
                    <a:lnTo>
                      <a:pt x="0" y="199"/>
                    </a:lnTo>
                    <a:lnTo>
                      <a:pt x="2911" y="189"/>
                    </a:lnTo>
                    <a:lnTo>
                      <a:pt x="291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8" name="Google Shape;638;p30"/>
              <p:cNvSpPr/>
              <p:nvPr/>
            </p:nvSpPr>
            <p:spPr>
              <a:xfrm>
                <a:off x="6797575" y="980100"/>
                <a:ext cx="44675" cy="44700"/>
              </a:xfrm>
              <a:custGeom>
                <a:avLst/>
                <a:gdLst/>
                <a:ahLst/>
                <a:cxnLst/>
                <a:rect l="l" t="t" r="r" b="b"/>
                <a:pathLst>
                  <a:path w="1787" h="1788" extrusionOk="0">
                    <a:moveTo>
                      <a:pt x="1" y="1"/>
                    </a:moveTo>
                    <a:lnTo>
                      <a:pt x="1" y="1787"/>
                    </a:lnTo>
                    <a:lnTo>
                      <a:pt x="1787" y="1787"/>
                    </a:lnTo>
                    <a:lnTo>
                      <a:pt x="1787" y="1"/>
                    </a:lnTo>
                    <a:close/>
                  </a:path>
                </a:pathLst>
              </a:custGeom>
              <a:solidFill>
                <a:schemeClr val="lt1"/>
              </a:solidFill>
              <a:ln w="9525" cap="flat" cmpd="sng">
                <a:solidFill>
                  <a:schemeClr val="dk1"/>
                </a:solidFill>
                <a:prstDash val="solid"/>
                <a:miter lim="945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39" name="Google Shape;639;p30"/>
            <p:cNvGrpSpPr/>
            <p:nvPr/>
          </p:nvGrpSpPr>
          <p:grpSpPr>
            <a:xfrm>
              <a:off x="7475713" y="965175"/>
              <a:ext cx="648575" cy="248400"/>
              <a:chOff x="1195050" y="2449275"/>
              <a:chExt cx="648575" cy="248400"/>
            </a:xfrm>
          </p:grpSpPr>
          <p:sp>
            <p:nvSpPr>
              <p:cNvPr id="640" name="Google Shape;640;p30"/>
              <p:cNvSpPr/>
              <p:nvPr/>
            </p:nvSpPr>
            <p:spPr>
              <a:xfrm>
                <a:off x="1195050" y="2449275"/>
                <a:ext cx="248400" cy="248400"/>
              </a:xfrm>
              <a:prstGeom prst="donut">
                <a:avLst>
                  <a:gd name="adj" fmla="val 25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1" name="Google Shape;641;p30"/>
              <p:cNvSpPr/>
              <p:nvPr/>
            </p:nvSpPr>
            <p:spPr>
              <a:xfrm>
                <a:off x="1195050" y="2449275"/>
                <a:ext cx="248400" cy="248400"/>
              </a:xfrm>
              <a:prstGeom prst="blockArc">
                <a:avLst>
                  <a:gd name="adj1" fmla="val 8495047"/>
                  <a:gd name="adj2" fmla="val 16399518"/>
                  <a:gd name="adj3" fmla="val 24494"/>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2" name="Google Shape;642;p30"/>
              <p:cNvSpPr/>
              <p:nvPr/>
            </p:nvSpPr>
            <p:spPr>
              <a:xfrm>
                <a:off x="1490225" y="2493250"/>
                <a:ext cx="353400" cy="222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3" name="Google Shape;643;p30"/>
              <p:cNvSpPr/>
              <p:nvPr/>
            </p:nvSpPr>
            <p:spPr>
              <a:xfrm>
                <a:off x="1490225" y="2563784"/>
                <a:ext cx="353400" cy="222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44" name="Google Shape;644;p30"/>
            <p:cNvGrpSpPr/>
            <p:nvPr/>
          </p:nvGrpSpPr>
          <p:grpSpPr>
            <a:xfrm>
              <a:off x="7475713" y="1284850"/>
              <a:ext cx="648575" cy="248400"/>
              <a:chOff x="1195050" y="2449275"/>
              <a:chExt cx="648575" cy="248400"/>
            </a:xfrm>
          </p:grpSpPr>
          <p:sp>
            <p:nvSpPr>
              <p:cNvPr id="645" name="Google Shape;645;p30"/>
              <p:cNvSpPr/>
              <p:nvPr/>
            </p:nvSpPr>
            <p:spPr>
              <a:xfrm>
                <a:off x="1195050" y="2449275"/>
                <a:ext cx="248400" cy="248400"/>
              </a:xfrm>
              <a:prstGeom prst="donut">
                <a:avLst>
                  <a:gd name="adj" fmla="val 25000"/>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6" name="Google Shape;646;p30"/>
              <p:cNvSpPr/>
              <p:nvPr/>
            </p:nvSpPr>
            <p:spPr>
              <a:xfrm>
                <a:off x="1195050" y="2449275"/>
                <a:ext cx="248400" cy="248400"/>
              </a:xfrm>
              <a:prstGeom prst="blockArc">
                <a:avLst>
                  <a:gd name="adj1" fmla="val 8495047"/>
                  <a:gd name="adj2" fmla="val 16399518"/>
                  <a:gd name="adj3" fmla="val 24494"/>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7" name="Google Shape;647;p30"/>
              <p:cNvSpPr/>
              <p:nvPr/>
            </p:nvSpPr>
            <p:spPr>
              <a:xfrm>
                <a:off x="1490225" y="2493250"/>
                <a:ext cx="353400" cy="222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8" name="Google Shape;648;p30"/>
              <p:cNvSpPr/>
              <p:nvPr/>
            </p:nvSpPr>
            <p:spPr>
              <a:xfrm>
                <a:off x="1490225" y="2563784"/>
                <a:ext cx="353400" cy="222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extLst>
      <p:ext uri="{BB962C8B-B14F-4D97-AF65-F5344CB8AC3E}">
        <p14:creationId xmlns:p14="http://schemas.microsoft.com/office/powerpoint/2010/main" val="16738518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652"/>
        <p:cNvGrpSpPr/>
        <p:nvPr/>
      </p:nvGrpSpPr>
      <p:grpSpPr>
        <a:xfrm>
          <a:off x="0" y="0"/>
          <a:ext cx="0" cy="0"/>
          <a:chOff x="0" y="0"/>
          <a:chExt cx="0" cy="0"/>
        </a:xfrm>
      </p:grpSpPr>
      <p:sp>
        <p:nvSpPr>
          <p:cNvPr id="653" name="Google Shape;653;p31"/>
          <p:cNvSpPr txBox="1">
            <a:spLocks noGrp="1"/>
          </p:cNvSpPr>
          <p:nvPr>
            <p:ph type="title"/>
          </p:nvPr>
        </p:nvSpPr>
        <p:spPr>
          <a:xfrm>
            <a:off x="722375" y="539500"/>
            <a:ext cx="76992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2200" dirty="0">
                <a:latin typeface="Open Sans" panose="020B0606030504020204" pitchFamily="34" charset="0"/>
                <a:ea typeface="Open Sans" panose="020B0606030504020204" pitchFamily="34" charset="0"/>
                <a:cs typeface="Open Sans" panose="020B0606030504020204" pitchFamily="34" charset="0"/>
              </a:rPr>
              <a:t>1. What is a Class Diagram?</a:t>
            </a:r>
            <a:endParaRPr sz="2200" dirty="0">
              <a:latin typeface="Open Sans" panose="020B0606030504020204" pitchFamily="34" charset="0"/>
              <a:ea typeface="Open Sans" panose="020B0606030504020204" pitchFamily="34" charset="0"/>
              <a:cs typeface="Open Sans" panose="020B0606030504020204" pitchFamily="34" charset="0"/>
            </a:endParaRPr>
          </a:p>
        </p:txBody>
      </p:sp>
      <p:cxnSp>
        <p:nvCxnSpPr>
          <p:cNvPr id="658" name="Google Shape;658;p31"/>
          <p:cNvCxnSpPr/>
          <p:nvPr/>
        </p:nvCxnSpPr>
        <p:spPr>
          <a:xfrm>
            <a:off x="0" y="307163"/>
            <a:ext cx="4570500" cy="0"/>
          </a:xfrm>
          <a:prstGeom prst="straightConnector1">
            <a:avLst/>
          </a:prstGeom>
          <a:noFill/>
          <a:ln w="9525" cap="flat" cmpd="sng">
            <a:solidFill>
              <a:schemeClr val="dk1"/>
            </a:solidFill>
            <a:prstDash val="solid"/>
            <a:round/>
            <a:headEnd type="none" w="med" len="med"/>
            <a:tailEnd type="none" w="med" len="med"/>
          </a:ln>
        </p:spPr>
      </p:cxnSp>
      <p:grpSp>
        <p:nvGrpSpPr>
          <p:cNvPr id="688" name="Google Shape;688;p31"/>
          <p:cNvGrpSpPr/>
          <p:nvPr/>
        </p:nvGrpSpPr>
        <p:grpSpPr>
          <a:xfrm>
            <a:off x="8127066" y="1050393"/>
            <a:ext cx="838995" cy="799177"/>
            <a:chOff x="5694450" y="929325"/>
            <a:chExt cx="607000" cy="578150"/>
          </a:xfrm>
        </p:grpSpPr>
        <p:sp>
          <p:nvSpPr>
            <p:cNvPr id="689" name="Google Shape;689;p31"/>
            <p:cNvSpPr/>
            <p:nvPr/>
          </p:nvSpPr>
          <p:spPr>
            <a:xfrm>
              <a:off x="5694450" y="929325"/>
              <a:ext cx="607000" cy="354825"/>
            </a:xfrm>
            <a:custGeom>
              <a:avLst/>
              <a:gdLst/>
              <a:ahLst/>
              <a:cxnLst/>
              <a:rect l="l" t="t" r="r" b="b"/>
              <a:pathLst>
                <a:path w="24280" h="14193" extrusionOk="0">
                  <a:moveTo>
                    <a:pt x="11171" y="0"/>
                  </a:moveTo>
                  <a:cubicBezTo>
                    <a:pt x="8128" y="0"/>
                    <a:pt x="5661" y="2457"/>
                    <a:pt x="5642" y="5491"/>
                  </a:cubicBezTo>
                  <a:cubicBezTo>
                    <a:pt x="5255" y="5387"/>
                    <a:pt x="4858" y="5321"/>
                    <a:pt x="4442" y="5321"/>
                  </a:cubicBezTo>
                  <a:cubicBezTo>
                    <a:pt x="1985" y="5321"/>
                    <a:pt x="0" y="7305"/>
                    <a:pt x="0" y="9763"/>
                  </a:cubicBezTo>
                  <a:cubicBezTo>
                    <a:pt x="0" y="12210"/>
                    <a:pt x="1853" y="14053"/>
                    <a:pt x="4178" y="14185"/>
                  </a:cubicBezTo>
                  <a:cubicBezTo>
                    <a:pt x="4220" y="14190"/>
                    <a:pt x="8376" y="14193"/>
                    <a:pt x="12532" y="14193"/>
                  </a:cubicBezTo>
                  <a:cubicBezTo>
                    <a:pt x="16688" y="14193"/>
                    <a:pt x="20844" y="14190"/>
                    <a:pt x="20886" y="14185"/>
                  </a:cubicBezTo>
                  <a:lnTo>
                    <a:pt x="20990" y="14185"/>
                  </a:lnTo>
                  <a:lnTo>
                    <a:pt x="20990" y="14176"/>
                  </a:lnTo>
                  <a:cubicBezTo>
                    <a:pt x="22833" y="13996"/>
                    <a:pt x="24279" y="12437"/>
                    <a:pt x="24279" y="10547"/>
                  </a:cubicBezTo>
                  <a:cubicBezTo>
                    <a:pt x="24279" y="8865"/>
                    <a:pt x="23145" y="7457"/>
                    <a:pt x="21614" y="7031"/>
                  </a:cubicBezTo>
                  <a:cubicBezTo>
                    <a:pt x="21614" y="6994"/>
                    <a:pt x="21614" y="6965"/>
                    <a:pt x="21614" y="6937"/>
                  </a:cubicBezTo>
                  <a:cubicBezTo>
                    <a:pt x="21614" y="4924"/>
                    <a:pt x="19979" y="3289"/>
                    <a:pt x="17957" y="3289"/>
                  </a:cubicBezTo>
                  <a:cubicBezTo>
                    <a:pt x="17390" y="3289"/>
                    <a:pt x="16860" y="3421"/>
                    <a:pt x="16378" y="3648"/>
                  </a:cubicBezTo>
                  <a:cubicBezTo>
                    <a:pt x="15613" y="1522"/>
                    <a:pt x="13572" y="0"/>
                    <a:pt x="11171" y="0"/>
                  </a:cubicBezTo>
                  <a:close/>
                </a:path>
              </a:pathLst>
            </a:custGeom>
            <a:solidFill>
              <a:schemeClr val="accent2"/>
            </a:solidFill>
            <a:ln w="9525" cap="flat" cmpd="sng">
              <a:solidFill>
                <a:schemeClr val="dk1"/>
              </a:solidFill>
              <a:prstDash val="solid"/>
              <a:miter lim="945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600">
                <a:latin typeface="Open Sans" panose="020B0606030504020204" pitchFamily="34" charset="0"/>
                <a:ea typeface="Open Sans" panose="020B0606030504020204" pitchFamily="34" charset="0"/>
                <a:cs typeface="Open Sans" panose="020B0606030504020204" pitchFamily="34" charset="0"/>
              </a:endParaRPr>
            </a:p>
          </p:txBody>
        </p:sp>
        <p:sp>
          <p:nvSpPr>
            <p:cNvPr id="690" name="Google Shape;690;p31"/>
            <p:cNvSpPr/>
            <p:nvPr/>
          </p:nvSpPr>
          <p:spPr>
            <a:xfrm>
              <a:off x="5862675" y="1216625"/>
              <a:ext cx="199675" cy="290850"/>
            </a:xfrm>
            <a:custGeom>
              <a:avLst/>
              <a:gdLst/>
              <a:ahLst/>
              <a:cxnLst/>
              <a:rect l="l" t="t" r="r" b="b"/>
              <a:pathLst>
                <a:path w="7987" h="11634" extrusionOk="0">
                  <a:moveTo>
                    <a:pt x="2552" y="0"/>
                  </a:moveTo>
                  <a:lnTo>
                    <a:pt x="2552" y="6398"/>
                  </a:lnTo>
                  <a:lnTo>
                    <a:pt x="0" y="6398"/>
                  </a:lnTo>
                  <a:lnTo>
                    <a:pt x="1994" y="9016"/>
                  </a:lnTo>
                  <a:lnTo>
                    <a:pt x="3998" y="11634"/>
                  </a:lnTo>
                  <a:lnTo>
                    <a:pt x="5992" y="9016"/>
                  </a:lnTo>
                  <a:lnTo>
                    <a:pt x="7986" y="6398"/>
                  </a:lnTo>
                  <a:lnTo>
                    <a:pt x="5434" y="6398"/>
                  </a:lnTo>
                  <a:lnTo>
                    <a:pt x="5434" y="0"/>
                  </a:lnTo>
                  <a:close/>
                </a:path>
              </a:pathLst>
            </a:custGeom>
            <a:solidFill>
              <a:schemeClr val="accent3"/>
            </a:solidFill>
            <a:ln w="9525" cap="flat" cmpd="sng">
              <a:solidFill>
                <a:schemeClr val="dk1"/>
              </a:solidFill>
              <a:prstDash val="solid"/>
              <a:miter lim="945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600">
                <a:latin typeface="Open Sans" panose="020B0606030504020204" pitchFamily="34" charset="0"/>
                <a:ea typeface="Open Sans" panose="020B0606030504020204" pitchFamily="34" charset="0"/>
                <a:cs typeface="Open Sans" panose="020B0606030504020204" pitchFamily="34" charset="0"/>
              </a:endParaRPr>
            </a:p>
          </p:txBody>
        </p:sp>
        <p:sp>
          <p:nvSpPr>
            <p:cNvPr id="691" name="Google Shape;691;p31"/>
            <p:cNvSpPr/>
            <p:nvPr/>
          </p:nvSpPr>
          <p:spPr>
            <a:xfrm>
              <a:off x="5933325" y="1085250"/>
              <a:ext cx="199900" cy="290875"/>
            </a:xfrm>
            <a:custGeom>
              <a:avLst/>
              <a:gdLst/>
              <a:ahLst/>
              <a:cxnLst/>
              <a:rect l="l" t="t" r="r" b="b"/>
              <a:pathLst>
                <a:path w="7996" h="11635" extrusionOk="0">
                  <a:moveTo>
                    <a:pt x="3998" y="0"/>
                  </a:moveTo>
                  <a:lnTo>
                    <a:pt x="2004" y="2618"/>
                  </a:lnTo>
                  <a:lnTo>
                    <a:pt x="0" y="5236"/>
                  </a:lnTo>
                  <a:lnTo>
                    <a:pt x="2561" y="5236"/>
                  </a:lnTo>
                  <a:lnTo>
                    <a:pt x="2561" y="11634"/>
                  </a:lnTo>
                  <a:lnTo>
                    <a:pt x="5434" y="11634"/>
                  </a:lnTo>
                  <a:lnTo>
                    <a:pt x="5434" y="5236"/>
                  </a:lnTo>
                  <a:lnTo>
                    <a:pt x="7995" y="5236"/>
                  </a:lnTo>
                  <a:lnTo>
                    <a:pt x="5992" y="2618"/>
                  </a:lnTo>
                  <a:lnTo>
                    <a:pt x="3998" y="0"/>
                  </a:lnTo>
                  <a:close/>
                </a:path>
              </a:pathLst>
            </a:custGeom>
            <a:solidFill>
              <a:schemeClr val="lt2"/>
            </a:solidFill>
            <a:ln w="9525" cap="flat" cmpd="sng">
              <a:solidFill>
                <a:schemeClr val="dk1"/>
              </a:solidFill>
              <a:prstDash val="solid"/>
              <a:miter lim="945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600">
                <a:latin typeface="Open Sans" panose="020B0606030504020204" pitchFamily="34" charset="0"/>
                <a:ea typeface="Open Sans" panose="020B0606030504020204" pitchFamily="34" charset="0"/>
                <a:cs typeface="Open Sans" panose="020B0606030504020204" pitchFamily="34" charset="0"/>
              </a:endParaRPr>
            </a:p>
          </p:txBody>
        </p:sp>
      </p:grpSp>
      <p:sp>
        <p:nvSpPr>
          <p:cNvPr id="2" name="Rectangle 1">
            <a:extLst>
              <a:ext uri="{FF2B5EF4-FFF2-40B4-BE49-F238E27FC236}">
                <a16:creationId xmlns:a16="http://schemas.microsoft.com/office/drawing/2014/main" id="{67E8E9A7-E034-4643-B88C-26FA7B3D06CB}"/>
              </a:ext>
            </a:extLst>
          </p:cNvPr>
          <p:cNvSpPr>
            <a:spLocks noChangeArrowheads="1"/>
          </p:cNvSpPr>
          <p:nvPr/>
        </p:nvSpPr>
        <p:spPr bwMode="auto">
          <a:xfrm>
            <a:off x="722375" y="1327735"/>
            <a:ext cx="7781158"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rPr>
              <a:t>Definition:</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rPr>
              <a:t>A </a:t>
            </a:r>
            <a:r>
              <a:rPr kumimoji="0" lang="en-US" altLang="en-US" sz="1600" b="1" i="0" u="none" strike="noStrike" cap="none" normalizeH="0" baseline="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rPr>
              <a:t>Class Diagram</a:t>
            </a:r>
            <a:r>
              <a:rPr kumimoji="0" lang="en-US" altLang="en-US" sz="1600" b="0" i="0" u="none" strike="noStrike" cap="none" normalizeH="0" baseline="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rPr>
              <a:t> is a UML diagram that shows the </a:t>
            </a:r>
            <a:r>
              <a:rPr kumimoji="0" lang="en-US" altLang="en-US" sz="1600" b="1" i="0" u="none" strike="noStrike" cap="none" normalizeH="0" baseline="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rPr>
              <a:t>static structure</a:t>
            </a:r>
            <a:r>
              <a:rPr kumimoji="0" lang="en-US" altLang="en-US" sz="1600" b="0" i="0" u="none" strike="noStrike" cap="none" normalizeH="0" baseline="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rPr>
              <a:t> of a system — its </a:t>
            </a:r>
            <a:r>
              <a:rPr kumimoji="0" lang="en-US" altLang="en-US" sz="1600" b="1" i="0" u="none" strike="noStrike" cap="none" normalizeH="0" baseline="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rPr>
              <a:t>classes</a:t>
            </a:r>
            <a:r>
              <a:rPr kumimoji="0" lang="en-US" altLang="en-US" sz="1600" b="0" i="0" u="none" strike="noStrike" cap="none" normalizeH="0" baseline="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rPr>
              <a:t>, </a:t>
            </a:r>
            <a:r>
              <a:rPr kumimoji="0" lang="en-US" altLang="en-US" sz="1600" b="1" i="0" u="none" strike="noStrike" cap="none" normalizeH="0" baseline="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rPr>
              <a:t>attributes</a:t>
            </a:r>
            <a:r>
              <a:rPr kumimoji="0" lang="en-US" altLang="en-US" sz="1600" b="0" i="0" u="none" strike="noStrike" cap="none" normalizeH="0" baseline="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rPr>
              <a:t>, </a:t>
            </a:r>
            <a:r>
              <a:rPr kumimoji="0" lang="en-US" altLang="en-US" sz="1600" b="1" i="0" u="none" strike="noStrike" cap="none" normalizeH="0" baseline="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rPr>
              <a:t>methods</a:t>
            </a:r>
            <a:r>
              <a:rPr kumimoji="0" lang="en-US" altLang="en-US" sz="1600" b="0" i="0" u="none" strike="noStrike" cap="none" normalizeH="0" baseline="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rPr>
              <a:t>, and </a:t>
            </a:r>
            <a:r>
              <a:rPr kumimoji="0" lang="en-US" altLang="en-US" sz="1600" b="1" i="0" u="none" strike="noStrike" cap="none" normalizeH="0" baseline="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rPr>
              <a:t>relationships</a:t>
            </a:r>
            <a:r>
              <a:rPr kumimoji="0" lang="en-US" altLang="en-US" sz="1600" b="0" i="0" u="none" strike="noStrike" cap="none" normalizeH="0" baseline="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rPr>
              <a:t>It’s the </a:t>
            </a:r>
            <a:r>
              <a:rPr kumimoji="0" lang="en-US" altLang="en-US" sz="1600" b="1" i="0" u="none" strike="noStrike" cap="none" normalizeH="0" baseline="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rPr>
              <a:t>blueprint</a:t>
            </a:r>
            <a:r>
              <a:rPr kumimoji="0" lang="en-US" altLang="en-US" sz="1600" b="0" i="0" u="none" strike="noStrike" cap="none" normalizeH="0" baseline="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rPr>
              <a:t> of the system’s object-oriented design.</a:t>
            </a:r>
          </a:p>
        </p:txBody>
      </p:sp>
      <p:sp>
        <p:nvSpPr>
          <p:cNvPr id="13" name="TextBox 12">
            <a:extLst>
              <a:ext uri="{FF2B5EF4-FFF2-40B4-BE49-F238E27FC236}">
                <a16:creationId xmlns:a16="http://schemas.microsoft.com/office/drawing/2014/main" id="{1EDB8B1A-8D07-4943-92D5-4CD197DD90AC}"/>
              </a:ext>
            </a:extLst>
          </p:cNvPr>
          <p:cNvSpPr txBox="1"/>
          <p:nvPr/>
        </p:nvSpPr>
        <p:spPr>
          <a:xfrm>
            <a:off x="722375" y="2981799"/>
            <a:ext cx="7092616" cy="584775"/>
          </a:xfrm>
          <a:prstGeom prst="rect">
            <a:avLst/>
          </a:prstGeom>
          <a:noFill/>
        </p:spPr>
        <p:txBody>
          <a:bodyPr wrap="square">
            <a:spAutoFit/>
          </a:bodyPr>
          <a:lstStyle/>
          <a:p>
            <a:r>
              <a:rPr lang="en-US" sz="1600" b="1" dirty="0">
                <a:latin typeface="Open Sans" panose="020B0606030504020204" pitchFamily="34" charset="0"/>
                <a:ea typeface="Open Sans" panose="020B0606030504020204" pitchFamily="34" charset="0"/>
                <a:cs typeface="Open Sans" panose="020B0606030504020204" pitchFamily="34" charset="0"/>
              </a:rPr>
              <a:t> Analogy:</a:t>
            </a:r>
            <a:br>
              <a:rPr lang="en-US" sz="1600" dirty="0">
                <a:latin typeface="Open Sans" panose="020B0606030504020204" pitchFamily="34" charset="0"/>
                <a:ea typeface="Open Sans" panose="020B0606030504020204" pitchFamily="34" charset="0"/>
                <a:cs typeface="Open Sans" panose="020B0606030504020204" pitchFamily="34" charset="0"/>
              </a:rPr>
            </a:br>
            <a:r>
              <a:rPr lang="en-US" sz="1600" dirty="0">
                <a:latin typeface="Open Sans" panose="020B0606030504020204" pitchFamily="34" charset="0"/>
                <a:ea typeface="Open Sans" panose="020B0606030504020204" pitchFamily="34" charset="0"/>
                <a:cs typeface="Open Sans" panose="020B0606030504020204" pitchFamily="34" charset="0"/>
              </a:rPr>
              <a:t>the </a:t>
            </a:r>
            <a:r>
              <a:rPr lang="en-US" sz="1600" b="1" dirty="0">
                <a:latin typeface="Open Sans" panose="020B0606030504020204" pitchFamily="34" charset="0"/>
                <a:ea typeface="Open Sans" panose="020B0606030504020204" pitchFamily="34" charset="0"/>
                <a:cs typeface="Open Sans" panose="020B0606030504020204" pitchFamily="34" charset="0"/>
              </a:rPr>
              <a:t>Class Diagram</a:t>
            </a:r>
            <a:r>
              <a:rPr lang="en-US" sz="1600" dirty="0">
                <a:latin typeface="Open Sans" panose="020B0606030504020204" pitchFamily="34" charset="0"/>
                <a:ea typeface="Open Sans" panose="020B0606030504020204" pitchFamily="34" charset="0"/>
                <a:cs typeface="Open Sans" panose="020B0606030504020204" pitchFamily="34" charset="0"/>
              </a:rPr>
              <a:t> shows </a:t>
            </a:r>
            <a:r>
              <a:rPr lang="en-US" sz="1600" i="1" dirty="0">
                <a:latin typeface="Open Sans" panose="020B0606030504020204" pitchFamily="34" charset="0"/>
                <a:ea typeface="Open Sans" panose="020B0606030504020204" pitchFamily="34" charset="0"/>
                <a:cs typeface="Open Sans" panose="020B0606030504020204" pitchFamily="34" charset="0"/>
              </a:rPr>
              <a:t>how the system is built internally</a:t>
            </a:r>
            <a:r>
              <a:rPr lang="en-US" sz="1600" dirty="0">
                <a:latin typeface="Open Sans" panose="020B0606030504020204" pitchFamily="34" charset="0"/>
                <a:ea typeface="Open Sans" panose="020B0606030504020204" pitchFamily="34" charset="0"/>
                <a:cs typeface="Open Sans" panose="020B0606030504020204" pitchFamily="34" charset="0"/>
              </a:rPr>
              <a:t>.</a:t>
            </a:r>
          </a:p>
        </p:txBody>
      </p:sp>
    </p:spTree>
    <p:extLst>
      <p:ext uri="{BB962C8B-B14F-4D97-AF65-F5344CB8AC3E}">
        <p14:creationId xmlns:p14="http://schemas.microsoft.com/office/powerpoint/2010/main" val="141645711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652"/>
        <p:cNvGrpSpPr/>
        <p:nvPr/>
      </p:nvGrpSpPr>
      <p:grpSpPr>
        <a:xfrm>
          <a:off x="0" y="0"/>
          <a:ext cx="0" cy="0"/>
          <a:chOff x="0" y="0"/>
          <a:chExt cx="0" cy="0"/>
        </a:xfrm>
      </p:grpSpPr>
      <p:sp>
        <p:nvSpPr>
          <p:cNvPr id="653" name="Google Shape;653;p31"/>
          <p:cNvSpPr txBox="1">
            <a:spLocks noGrp="1"/>
          </p:cNvSpPr>
          <p:nvPr>
            <p:ph type="title"/>
          </p:nvPr>
        </p:nvSpPr>
        <p:spPr>
          <a:xfrm>
            <a:off x="722375" y="539500"/>
            <a:ext cx="76992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2200" dirty="0">
                <a:latin typeface="Open Sans" panose="020B0606030504020204" pitchFamily="34" charset="0"/>
                <a:ea typeface="Open Sans" panose="020B0606030504020204" pitchFamily="34" charset="0"/>
                <a:cs typeface="Open Sans" panose="020B0606030504020204" pitchFamily="34" charset="0"/>
              </a:rPr>
              <a:t>⚙️ Steps to Create a Class Diagram</a:t>
            </a:r>
            <a:endParaRPr sz="2200" dirty="0">
              <a:latin typeface="Open Sans" panose="020B0606030504020204" pitchFamily="34" charset="0"/>
              <a:ea typeface="Open Sans" panose="020B0606030504020204" pitchFamily="34" charset="0"/>
              <a:cs typeface="Open Sans" panose="020B0606030504020204" pitchFamily="34" charset="0"/>
            </a:endParaRPr>
          </a:p>
        </p:txBody>
      </p:sp>
      <p:cxnSp>
        <p:nvCxnSpPr>
          <p:cNvPr id="658" name="Google Shape;658;p31"/>
          <p:cNvCxnSpPr/>
          <p:nvPr/>
        </p:nvCxnSpPr>
        <p:spPr>
          <a:xfrm>
            <a:off x="0" y="307163"/>
            <a:ext cx="4570500" cy="0"/>
          </a:xfrm>
          <a:prstGeom prst="straightConnector1">
            <a:avLst/>
          </a:prstGeom>
          <a:noFill/>
          <a:ln w="9525" cap="flat" cmpd="sng">
            <a:solidFill>
              <a:schemeClr val="dk1"/>
            </a:solidFill>
            <a:prstDash val="solid"/>
            <a:round/>
            <a:headEnd type="none" w="med" len="med"/>
            <a:tailEnd type="none" w="med" len="med"/>
          </a:ln>
        </p:spPr>
      </p:cxnSp>
      <p:grpSp>
        <p:nvGrpSpPr>
          <p:cNvPr id="688" name="Google Shape;688;p31"/>
          <p:cNvGrpSpPr/>
          <p:nvPr/>
        </p:nvGrpSpPr>
        <p:grpSpPr>
          <a:xfrm>
            <a:off x="8127066" y="1050393"/>
            <a:ext cx="838995" cy="799177"/>
            <a:chOff x="5694450" y="929325"/>
            <a:chExt cx="607000" cy="578150"/>
          </a:xfrm>
        </p:grpSpPr>
        <p:sp>
          <p:nvSpPr>
            <p:cNvPr id="689" name="Google Shape;689;p31"/>
            <p:cNvSpPr/>
            <p:nvPr/>
          </p:nvSpPr>
          <p:spPr>
            <a:xfrm>
              <a:off x="5694450" y="929325"/>
              <a:ext cx="607000" cy="354825"/>
            </a:xfrm>
            <a:custGeom>
              <a:avLst/>
              <a:gdLst/>
              <a:ahLst/>
              <a:cxnLst/>
              <a:rect l="l" t="t" r="r" b="b"/>
              <a:pathLst>
                <a:path w="24280" h="14193" extrusionOk="0">
                  <a:moveTo>
                    <a:pt x="11171" y="0"/>
                  </a:moveTo>
                  <a:cubicBezTo>
                    <a:pt x="8128" y="0"/>
                    <a:pt x="5661" y="2457"/>
                    <a:pt x="5642" y="5491"/>
                  </a:cubicBezTo>
                  <a:cubicBezTo>
                    <a:pt x="5255" y="5387"/>
                    <a:pt x="4858" y="5321"/>
                    <a:pt x="4442" y="5321"/>
                  </a:cubicBezTo>
                  <a:cubicBezTo>
                    <a:pt x="1985" y="5321"/>
                    <a:pt x="0" y="7305"/>
                    <a:pt x="0" y="9763"/>
                  </a:cubicBezTo>
                  <a:cubicBezTo>
                    <a:pt x="0" y="12210"/>
                    <a:pt x="1853" y="14053"/>
                    <a:pt x="4178" y="14185"/>
                  </a:cubicBezTo>
                  <a:cubicBezTo>
                    <a:pt x="4220" y="14190"/>
                    <a:pt x="8376" y="14193"/>
                    <a:pt x="12532" y="14193"/>
                  </a:cubicBezTo>
                  <a:cubicBezTo>
                    <a:pt x="16688" y="14193"/>
                    <a:pt x="20844" y="14190"/>
                    <a:pt x="20886" y="14185"/>
                  </a:cubicBezTo>
                  <a:lnTo>
                    <a:pt x="20990" y="14185"/>
                  </a:lnTo>
                  <a:lnTo>
                    <a:pt x="20990" y="14176"/>
                  </a:lnTo>
                  <a:cubicBezTo>
                    <a:pt x="22833" y="13996"/>
                    <a:pt x="24279" y="12437"/>
                    <a:pt x="24279" y="10547"/>
                  </a:cubicBezTo>
                  <a:cubicBezTo>
                    <a:pt x="24279" y="8865"/>
                    <a:pt x="23145" y="7457"/>
                    <a:pt x="21614" y="7031"/>
                  </a:cubicBezTo>
                  <a:cubicBezTo>
                    <a:pt x="21614" y="6994"/>
                    <a:pt x="21614" y="6965"/>
                    <a:pt x="21614" y="6937"/>
                  </a:cubicBezTo>
                  <a:cubicBezTo>
                    <a:pt x="21614" y="4924"/>
                    <a:pt x="19979" y="3289"/>
                    <a:pt x="17957" y="3289"/>
                  </a:cubicBezTo>
                  <a:cubicBezTo>
                    <a:pt x="17390" y="3289"/>
                    <a:pt x="16860" y="3421"/>
                    <a:pt x="16378" y="3648"/>
                  </a:cubicBezTo>
                  <a:cubicBezTo>
                    <a:pt x="15613" y="1522"/>
                    <a:pt x="13572" y="0"/>
                    <a:pt x="11171" y="0"/>
                  </a:cubicBezTo>
                  <a:close/>
                </a:path>
              </a:pathLst>
            </a:custGeom>
            <a:solidFill>
              <a:schemeClr val="accent2"/>
            </a:solidFill>
            <a:ln w="9525" cap="flat" cmpd="sng">
              <a:solidFill>
                <a:schemeClr val="dk1"/>
              </a:solidFill>
              <a:prstDash val="solid"/>
              <a:miter lim="945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600">
                <a:latin typeface="Open Sans" panose="020B0606030504020204" pitchFamily="34" charset="0"/>
                <a:ea typeface="Open Sans" panose="020B0606030504020204" pitchFamily="34" charset="0"/>
                <a:cs typeface="Open Sans" panose="020B0606030504020204" pitchFamily="34" charset="0"/>
              </a:endParaRPr>
            </a:p>
          </p:txBody>
        </p:sp>
        <p:sp>
          <p:nvSpPr>
            <p:cNvPr id="690" name="Google Shape;690;p31"/>
            <p:cNvSpPr/>
            <p:nvPr/>
          </p:nvSpPr>
          <p:spPr>
            <a:xfrm>
              <a:off x="5862675" y="1216625"/>
              <a:ext cx="199675" cy="290850"/>
            </a:xfrm>
            <a:custGeom>
              <a:avLst/>
              <a:gdLst/>
              <a:ahLst/>
              <a:cxnLst/>
              <a:rect l="l" t="t" r="r" b="b"/>
              <a:pathLst>
                <a:path w="7987" h="11634" extrusionOk="0">
                  <a:moveTo>
                    <a:pt x="2552" y="0"/>
                  </a:moveTo>
                  <a:lnTo>
                    <a:pt x="2552" y="6398"/>
                  </a:lnTo>
                  <a:lnTo>
                    <a:pt x="0" y="6398"/>
                  </a:lnTo>
                  <a:lnTo>
                    <a:pt x="1994" y="9016"/>
                  </a:lnTo>
                  <a:lnTo>
                    <a:pt x="3998" y="11634"/>
                  </a:lnTo>
                  <a:lnTo>
                    <a:pt x="5992" y="9016"/>
                  </a:lnTo>
                  <a:lnTo>
                    <a:pt x="7986" y="6398"/>
                  </a:lnTo>
                  <a:lnTo>
                    <a:pt x="5434" y="6398"/>
                  </a:lnTo>
                  <a:lnTo>
                    <a:pt x="5434" y="0"/>
                  </a:lnTo>
                  <a:close/>
                </a:path>
              </a:pathLst>
            </a:custGeom>
            <a:solidFill>
              <a:schemeClr val="accent3"/>
            </a:solidFill>
            <a:ln w="9525" cap="flat" cmpd="sng">
              <a:solidFill>
                <a:schemeClr val="dk1"/>
              </a:solidFill>
              <a:prstDash val="solid"/>
              <a:miter lim="945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600">
                <a:latin typeface="Open Sans" panose="020B0606030504020204" pitchFamily="34" charset="0"/>
                <a:ea typeface="Open Sans" panose="020B0606030504020204" pitchFamily="34" charset="0"/>
                <a:cs typeface="Open Sans" panose="020B0606030504020204" pitchFamily="34" charset="0"/>
              </a:endParaRPr>
            </a:p>
          </p:txBody>
        </p:sp>
        <p:sp>
          <p:nvSpPr>
            <p:cNvPr id="691" name="Google Shape;691;p31"/>
            <p:cNvSpPr/>
            <p:nvPr/>
          </p:nvSpPr>
          <p:spPr>
            <a:xfrm>
              <a:off x="5933325" y="1085250"/>
              <a:ext cx="199900" cy="290875"/>
            </a:xfrm>
            <a:custGeom>
              <a:avLst/>
              <a:gdLst/>
              <a:ahLst/>
              <a:cxnLst/>
              <a:rect l="l" t="t" r="r" b="b"/>
              <a:pathLst>
                <a:path w="7996" h="11635" extrusionOk="0">
                  <a:moveTo>
                    <a:pt x="3998" y="0"/>
                  </a:moveTo>
                  <a:lnTo>
                    <a:pt x="2004" y="2618"/>
                  </a:lnTo>
                  <a:lnTo>
                    <a:pt x="0" y="5236"/>
                  </a:lnTo>
                  <a:lnTo>
                    <a:pt x="2561" y="5236"/>
                  </a:lnTo>
                  <a:lnTo>
                    <a:pt x="2561" y="11634"/>
                  </a:lnTo>
                  <a:lnTo>
                    <a:pt x="5434" y="11634"/>
                  </a:lnTo>
                  <a:lnTo>
                    <a:pt x="5434" y="5236"/>
                  </a:lnTo>
                  <a:lnTo>
                    <a:pt x="7995" y="5236"/>
                  </a:lnTo>
                  <a:lnTo>
                    <a:pt x="5992" y="2618"/>
                  </a:lnTo>
                  <a:lnTo>
                    <a:pt x="3998" y="0"/>
                  </a:lnTo>
                  <a:close/>
                </a:path>
              </a:pathLst>
            </a:custGeom>
            <a:solidFill>
              <a:schemeClr val="lt2"/>
            </a:solidFill>
            <a:ln w="9525" cap="flat" cmpd="sng">
              <a:solidFill>
                <a:schemeClr val="dk1"/>
              </a:solidFill>
              <a:prstDash val="solid"/>
              <a:miter lim="945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600">
                <a:latin typeface="Open Sans" panose="020B0606030504020204" pitchFamily="34" charset="0"/>
                <a:ea typeface="Open Sans" panose="020B0606030504020204" pitchFamily="34" charset="0"/>
                <a:cs typeface="Open Sans" panose="020B0606030504020204" pitchFamily="34" charset="0"/>
              </a:endParaRPr>
            </a:p>
          </p:txBody>
        </p:sp>
      </p:grpSp>
      <p:graphicFrame>
        <p:nvGraphicFramePr>
          <p:cNvPr id="3" name="Table 2">
            <a:extLst>
              <a:ext uri="{FF2B5EF4-FFF2-40B4-BE49-F238E27FC236}">
                <a16:creationId xmlns:a16="http://schemas.microsoft.com/office/drawing/2014/main" id="{8C769D54-5259-41E3-A3AB-84C9896417D7}"/>
              </a:ext>
            </a:extLst>
          </p:cNvPr>
          <p:cNvGraphicFramePr>
            <a:graphicFrameLocks noGrp="1"/>
          </p:cNvGraphicFramePr>
          <p:nvPr>
            <p:extLst>
              <p:ext uri="{D42A27DB-BD31-4B8C-83A1-F6EECF244321}">
                <p14:modId xmlns:p14="http://schemas.microsoft.com/office/powerpoint/2010/main" val="3030424342"/>
              </p:ext>
            </p:extLst>
          </p:nvPr>
        </p:nvGraphicFramePr>
        <p:xfrm>
          <a:off x="757865" y="1361955"/>
          <a:ext cx="7699374" cy="2969414"/>
        </p:xfrm>
        <a:graphic>
          <a:graphicData uri="http://schemas.openxmlformats.org/drawingml/2006/table">
            <a:tbl>
              <a:tblPr/>
              <a:tblGrid>
                <a:gridCol w="2566458">
                  <a:extLst>
                    <a:ext uri="{9D8B030D-6E8A-4147-A177-3AD203B41FA5}">
                      <a16:colId xmlns:a16="http://schemas.microsoft.com/office/drawing/2014/main" val="3733087133"/>
                    </a:ext>
                  </a:extLst>
                </a:gridCol>
                <a:gridCol w="2566458">
                  <a:extLst>
                    <a:ext uri="{9D8B030D-6E8A-4147-A177-3AD203B41FA5}">
                      <a16:colId xmlns:a16="http://schemas.microsoft.com/office/drawing/2014/main" val="1053263837"/>
                    </a:ext>
                  </a:extLst>
                </a:gridCol>
                <a:gridCol w="2566458">
                  <a:extLst>
                    <a:ext uri="{9D8B030D-6E8A-4147-A177-3AD203B41FA5}">
                      <a16:colId xmlns:a16="http://schemas.microsoft.com/office/drawing/2014/main" val="1074367511"/>
                    </a:ext>
                  </a:extLst>
                </a:gridCol>
              </a:tblGrid>
              <a:tr h="315613">
                <a:tc>
                  <a:txBody>
                    <a:bodyPr/>
                    <a:lstStyle/>
                    <a:p>
                      <a:r>
                        <a:rPr lang="en-US" dirty="0">
                          <a:latin typeface="Open Sans" panose="020B0606030504020204" pitchFamily="34" charset="0"/>
                          <a:ea typeface="Open Sans" panose="020B0606030504020204" pitchFamily="34" charset="0"/>
                          <a:cs typeface="Open Sans" panose="020B0606030504020204" pitchFamily="34" charset="0"/>
                        </a:rPr>
                        <a:t>Step</a:t>
                      </a:r>
                    </a:p>
                  </a:txBody>
                  <a:tcPr anchor="ctr">
                    <a:lnL>
                      <a:noFill/>
                    </a:lnL>
                    <a:lnR>
                      <a:noFill/>
                    </a:lnR>
                    <a:lnT>
                      <a:noFill/>
                    </a:lnT>
                    <a:lnB>
                      <a:noFill/>
                    </a:lnB>
                  </a:tcPr>
                </a:tc>
                <a:tc>
                  <a:txBody>
                    <a:bodyPr/>
                    <a:lstStyle/>
                    <a:p>
                      <a:r>
                        <a:rPr lang="en-US">
                          <a:latin typeface="Open Sans" panose="020B0606030504020204" pitchFamily="34" charset="0"/>
                          <a:ea typeface="Open Sans" panose="020B0606030504020204" pitchFamily="34" charset="0"/>
                          <a:cs typeface="Open Sans" panose="020B0606030504020204" pitchFamily="34" charset="0"/>
                        </a:rPr>
                        <a:t>Description</a:t>
                      </a:r>
                    </a:p>
                  </a:txBody>
                  <a:tcPr anchor="ctr">
                    <a:lnL>
                      <a:noFill/>
                    </a:lnL>
                    <a:lnR>
                      <a:noFill/>
                    </a:lnR>
                    <a:lnT>
                      <a:noFill/>
                    </a:lnT>
                    <a:lnB>
                      <a:noFill/>
                    </a:lnB>
                  </a:tcPr>
                </a:tc>
                <a:tc>
                  <a:txBody>
                    <a:bodyPr/>
                    <a:lstStyle/>
                    <a:p>
                      <a:r>
                        <a:rPr lang="en-US">
                          <a:latin typeface="Open Sans" panose="020B0606030504020204" pitchFamily="34" charset="0"/>
                          <a:ea typeface="Open Sans" panose="020B0606030504020204" pitchFamily="34" charset="0"/>
                          <a:cs typeface="Open Sans" panose="020B0606030504020204" pitchFamily="34" charset="0"/>
                        </a:rPr>
                        <a:t>Example</a:t>
                      </a:r>
                    </a:p>
                  </a:txBody>
                  <a:tcPr anchor="ctr">
                    <a:lnL>
                      <a:noFill/>
                    </a:lnL>
                    <a:lnR>
                      <a:noFill/>
                    </a:lnR>
                    <a:lnT>
                      <a:noFill/>
                    </a:lnT>
                    <a:lnB>
                      <a:noFill/>
                    </a:lnB>
                  </a:tcPr>
                </a:tc>
                <a:extLst>
                  <a:ext uri="{0D108BD9-81ED-4DB2-BD59-A6C34878D82A}">
                    <a16:rowId xmlns:a16="http://schemas.microsoft.com/office/drawing/2014/main" val="1953627937"/>
                  </a:ext>
                </a:extLst>
              </a:tr>
              <a:tr h="536542">
                <a:tc>
                  <a:txBody>
                    <a:bodyPr/>
                    <a:lstStyle/>
                    <a:p>
                      <a:r>
                        <a:rPr lang="en-US" b="1" dirty="0">
                          <a:latin typeface="Open Sans" panose="020B0606030504020204" pitchFamily="34" charset="0"/>
                          <a:ea typeface="Open Sans" panose="020B0606030504020204" pitchFamily="34" charset="0"/>
                          <a:cs typeface="Open Sans" panose="020B0606030504020204" pitchFamily="34" charset="0"/>
                        </a:rPr>
                        <a:t>1. Identify main classes</a:t>
                      </a:r>
                      <a:endParaRPr lang="en-US" dirty="0">
                        <a:latin typeface="Open Sans" panose="020B0606030504020204" pitchFamily="34" charset="0"/>
                        <a:ea typeface="Open Sans" panose="020B0606030504020204" pitchFamily="34" charset="0"/>
                        <a:cs typeface="Open Sans" panose="020B0606030504020204" pitchFamily="34" charset="0"/>
                      </a:endParaRPr>
                    </a:p>
                  </a:txBody>
                  <a:tcPr anchor="ctr">
                    <a:lnL>
                      <a:noFill/>
                    </a:lnL>
                    <a:lnR>
                      <a:noFill/>
                    </a:lnR>
                    <a:lnT>
                      <a:noFill/>
                    </a:lnT>
                    <a:lnB>
                      <a:noFill/>
                    </a:lnB>
                  </a:tcPr>
                </a:tc>
                <a:tc>
                  <a:txBody>
                    <a:bodyPr/>
                    <a:lstStyle/>
                    <a:p>
                      <a:r>
                        <a:rPr lang="en-US">
                          <a:latin typeface="Open Sans" panose="020B0606030504020204" pitchFamily="34" charset="0"/>
                          <a:ea typeface="Open Sans" panose="020B0606030504020204" pitchFamily="34" charset="0"/>
                          <a:cs typeface="Open Sans" panose="020B0606030504020204" pitchFamily="34" charset="0"/>
                        </a:rPr>
                        <a:t>Nouns in requirements often become classes</a:t>
                      </a:r>
                    </a:p>
                  </a:txBody>
                  <a:tcPr anchor="ctr">
                    <a:lnL>
                      <a:noFill/>
                    </a:lnL>
                    <a:lnR>
                      <a:noFill/>
                    </a:lnR>
                    <a:lnT>
                      <a:noFill/>
                    </a:lnT>
                    <a:lnB>
                      <a:noFill/>
                    </a:lnB>
                  </a:tcPr>
                </a:tc>
                <a:tc>
                  <a:txBody>
                    <a:bodyPr/>
                    <a:lstStyle/>
                    <a:p>
                      <a:r>
                        <a:rPr lang="en-US">
                          <a:latin typeface="Open Sans" panose="020B0606030504020204" pitchFamily="34" charset="0"/>
                          <a:ea typeface="Open Sans" panose="020B0606030504020204" pitchFamily="34" charset="0"/>
                          <a:cs typeface="Open Sans" panose="020B0606030504020204" pitchFamily="34" charset="0"/>
                        </a:rPr>
                        <a:t>Customer, Product, Order</a:t>
                      </a:r>
                    </a:p>
                  </a:txBody>
                  <a:tcPr anchor="ctr">
                    <a:lnL>
                      <a:noFill/>
                    </a:lnL>
                    <a:lnR>
                      <a:noFill/>
                    </a:lnR>
                    <a:lnT>
                      <a:noFill/>
                    </a:lnT>
                    <a:lnB>
                      <a:noFill/>
                    </a:lnB>
                  </a:tcPr>
                </a:tc>
                <a:extLst>
                  <a:ext uri="{0D108BD9-81ED-4DB2-BD59-A6C34878D82A}">
                    <a16:rowId xmlns:a16="http://schemas.microsoft.com/office/drawing/2014/main" val="1837707060"/>
                  </a:ext>
                </a:extLst>
              </a:tr>
              <a:tr h="536542">
                <a:tc>
                  <a:txBody>
                    <a:bodyPr/>
                    <a:lstStyle/>
                    <a:p>
                      <a:r>
                        <a:rPr lang="en-US" b="1">
                          <a:latin typeface="Open Sans" panose="020B0606030504020204" pitchFamily="34" charset="0"/>
                          <a:ea typeface="Open Sans" panose="020B0606030504020204" pitchFamily="34" charset="0"/>
                          <a:cs typeface="Open Sans" panose="020B0606030504020204" pitchFamily="34" charset="0"/>
                        </a:rPr>
                        <a:t>2. Add attributes</a:t>
                      </a:r>
                      <a:endParaRPr lang="en-US">
                        <a:latin typeface="Open Sans" panose="020B0606030504020204" pitchFamily="34" charset="0"/>
                        <a:ea typeface="Open Sans" panose="020B0606030504020204" pitchFamily="34" charset="0"/>
                        <a:cs typeface="Open Sans" panose="020B0606030504020204" pitchFamily="34" charset="0"/>
                      </a:endParaRPr>
                    </a:p>
                  </a:txBody>
                  <a:tcPr anchor="ctr">
                    <a:lnL>
                      <a:noFill/>
                    </a:lnL>
                    <a:lnR>
                      <a:noFill/>
                    </a:lnR>
                    <a:lnT>
                      <a:noFill/>
                    </a:lnT>
                    <a:lnB>
                      <a:noFill/>
                    </a:lnB>
                  </a:tcPr>
                </a:tc>
                <a:tc>
                  <a:txBody>
                    <a:bodyPr/>
                    <a:lstStyle/>
                    <a:p>
                      <a:r>
                        <a:rPr lang="en-US">
                          <a:latin typeface="Open Sans" panose="020B0606030504020204" pitchFamily="34" charset="0"/>
                          <a:ea typeface="Open Sans" panose="020B0606030504020204" pitchFamily="34" charset="0"/>
                          <a:cs typeface="Open Sans" panose="020B0606030504020204" pitchFamily="34" charset="0"/>
                        </a:rPr>
                        <a:t>Data each class needs to store</a:t>
                      </a:r>
                    </a:p>
                  </a:txBody>
                  <a:tcPr anchor="ctr">
                    <a:lnL>
                      <a:noFill/>
                    </a:lnL>
                    <a:lnR>
                      <a:noFill/>
                    </a:lnR>
                    <a:lnT>
                      <a:noFill/>
                    </a:lnT>
                    <a:lnB>
                      <a:noFill/>
                    </a:lnB>
                  </a:tcPr>
                </a:tc>
                <a:tc>
                  <a:txBody>
                    <a:bodyPr/>
                    <a:lstStyle/>
                    <a:p>
                      <a:r>
                        <a:rPr lang="en-US">
                          <a:latin typeface="Open Sans" panose="020B0606030504020204" pitchFamily="34" charset="0"/>
                          <a:ea typeface="Open Sans" panose="020B0606030504020204" pitchFamily="34" charset="0"/>
                          <a:cs typeface="Open Sans" panose="020B0606030504020204" pitchFamily="34" charset="0"/>
                        </a:rPr>
                        <a:t>name, price, orderDate</a:t>
                      </a:r>
                    </a:p>
                  </a:txBody>
                  <a:tcPr anchor="ctr">
                    <a:lnL>
                      <a:noFill/>
                    </a:lnL>
                    <a:lnR>
                      <a:noFill/>
                    </a:lnR>
                    <a:lnT>
                      <a:noFill/>
                    </a:lnT>
                    <a:lnB>
                      <a:noFill/>
                    </a:lnB>
                  </a:tcPr>
                </a:tc>
                <a:extLst>
                  <a:ext uri="{0D108BD9-81ED-4DB2-BD59-A6C34878D82A}">
                    <a16:rowId xmlns:a16="http://schemas.microsoft.com/office/drawing/2014/main" val="2938355999"/>
                  </a:ext>
                </a:extLst>
              </a:tr>
              <a:tr h="412949">
                <a:tc>
                  <a:txBody>
                    <a:bodyPr/>
                    <a:lstStyle/>
                    <a:p>
                      <a:r>
                        <a:rPr lang="en-US" b="1">
                          <a:latin typeface="Open Sans" panose="020B0606030504020204" pitchFamily="34" charset="0"/>
                          <a:ea typeface="Open Sans" panose="020B0606030504020204" pitchFamily="34" charset="0"/>
                          <a:cs typeface="Open Sans" panose="020B0606030504020204" pitchFamily="34" charset="0"/>
                        </a:rPr>
                        <a:t>3. Add methods</a:t>
                      </a:r>
                      <a:endParaRPr lang="en-US">
                        <a:latin typeface="Open Sans" panose="020B0606030504020204" pitchFamily="34" charset="0"/>
                        <a:ea typeface="Open Sans" panose="020B0606030504020204" pitchFamily="34" charset="0"/>
                        <a:cs typeface="Open Sans" panose="020B0606030504020204" pitchFamily="34" charset="0"/>
                      </a:endParaRPr>
                    </a:p>
                  </a:txBody>
                  <a:tcPr anchor="ctr">
                    <a:lnL>
                      <a:noFill/>
                    </a:lnL>
                    <a:lnR>
                      <a:noFill/>
                    </a:lnR>
                    <a:lnT>
                      <a:noFill/>
                    </a:lnT>
                    <a:lnB>
                      <a:noFill/>
                    </a:lnB>
                  </a:tcPr>
                </a:tc>
                <a:tc>
                  <a:txBody>
                    <a:bodyPr/>
                    <a:lstStyle/>
                    <a:p>
                      <a:r>
                        <a:rPr lang="en-US" dirty="0">
                          <a:latin typeface="Open Sans" panose="020B0606030504020204" pitchFamily="34" charset="0"/>
                          <a:ea typeface="Open Sans" panose="020B0606030504020204" pitchFamily="34" charset="0"/>
                          <a:cs typeface="Open Sans" panose="020B0606030504020204" pitchFamily="34" charset="0"/>
                        </a:rPr>
                        <a:t>Actions each class performs</a:t>
                      </a:r>
                    </a:p>
                  </a:txBody>
                  <a:tcPr anchor="ctr">
                    <a:lnL>
                      <a:noFill/>
                    </a:lnL>
                    <a:lnR>
                      <a:noFill/>
                    </a:lnR>
                    <a:lnT>
                      <a:noFill/>
                    </a:lnT>
                    <a:lnB>
                      <a:noFill/>
                    </a:lnB>
                  </a:tcPr>
                </a:tc>
                <a:tc>
                  <a:txBody>
                    <a:bodyPr/>
                    <a:lstStyle/>
                    <a:p>
                      <a:r>
                        <a:rPr lang="en-US">
                          <a:latin typeface="Open Sans" panose="020B0606030504020204" pitchFamily="34" charset="0"/>
                          <a:ea typeface="Open Sans" panose="020B0606030504020204" pitchFamily="34" charset="0"/>
                          <a:cs typeface="Open Sans" panose="020B0606030504020204" pitchFamily="34" charset="0"/>
                        </a:rPr>
                        <a:t>login(), calculateTotal()</a:t>
                      </a:r>
                    </a:p>
                  </a:txBody>
                  <a:tcPr anchor="ctr">
                    <a:lnL>
                      <a:noFill/>
                    </a:lnL>
                    <a:lnR>
                      <a:noFill/>
                    </a:lnR>
                    <a:lnT>
                      <a:noFill/>
                    </a:lnT>
                    <a:lnB>
                      <a:noFill/>
                    </a:lnB>
                  </a:tcPr>
                </a:tc>
                <a:extLst>
                  <a:ext uri="{0D108BD9-81ED-4DB2-BD59-A6C34878D82A}">
                    <a16:rowId xmlns:a16="http://schemas.microsoft.com/office/drawing/2014/main" val="1125308387"/>
                  </a:ext>
                </a:extLst>
              </a:tr>
              <a:tr h="315613">
                <a:tc>
                  <a:txBody>
                    <a:bodyPr/>
                    <a:lstStyle/>
                    <a:p>
                      <a:r>
                        <a:rPr lang="en-US" b="1">
                          <a:latin typeface="Open Sans" panose="020B0606030504020204" pitchFamily="34" charset="0"/>
                          <a:ea typeface="Open Sans" panose="020B0606030504020204" pitchFamily="34" charset="0"/>
                          <a:cs typeface="Open Sans" panose="020B0606030504020204" pitchFamily="34" charset="0"/>
                        </a:rPr>
                        <a:t>4. Define relationships</a:t>
                      </a:r>
                      <a:endParaRPr lang="en-US">
                        <a:latin typeface="Open Sans" panose="020B0606030504020204" pitchFamily="34" charset="0"/>
                        <a:ea typeface="Open Sans" panose="020B0606030504020204" pitchFamily="34" charset="0"/>
                        <a:cs typeface="Open Sans" panose="020B0606030504020204" pitchFamily="34" charset="0"/>
                      </a:endParaRPr>
                    </a:p>
                  </a:txBody>
                  <a:tcPr anchor="ctr">
                    <a:lnL>
                      <a:noFill/>
                    </a:lnL>
                    <a:lnR>
                      <a:noFill/>
                    </a:lnR>
                    <a:lnT>
                      <a:noFill/>
                    </a:lnT>
                    <a:lnB>
                      <a:noFill/>
                    </a:lnB>
                  </a:tcPr>
                </a:tc>
                <a:tc>
                  <a:txBody>
                    <a:bodyPr/>
                    <a:lstStyle/>
                    <a:p>
                      <a:r>
                        <a:rPr lang="en-US" dirty="0">
                          <a:latin typeface="Open Sans" panose="020B0606030504020204" pitchFamily="34" charset="0"/>
                          <a:ea typeface="Open Sans" panose="020B0606030504020204" pitchFamily="34" charset="0"/>
                          <a:cs typeface="Open Sans" panose="020B0606030504020204" pitchFamily="34" charset="0"/>
                        </a:rPr>
                        <a:t>How classes are connected</a:t>
                      </a:r>
                    </a:p>
                  </a:txBody>
                  <a:tcPr anchor="ctr">
                    <a:lnL>
                      <a:noFill/>
                    </a:lnL>
                    <a:lnR>
                      <a:noFill/>
                    </a:lnR>
                    <a:lnT>
                      <a:noFill/>
                    </a:lnT>
                    <a:lnB>
                      <a:noFill/>
                    </a:lnB>
                  </a:tcPr>
                </a:tc>
                <a:tc>
                  <a:txBody>
                    <a:bodyPr/>
                    <a:lstStyle/>
                    <a:p>
                      <a:r>
                        <a:rPr lang="en-US">
                          <a:latin typeface="Open Sans" panose="020B0606030504020204" pitchFamily="34" charset="0"/>
                          <a:ea typeface="Open Sans" panose="020B0606030504020204" pitchFamily="34" charset="0"/>
                          <a:cs typeface="Open Sans" panose="020B0606030504020204" pitchFamily="34" charset="0"/>
                        </a:rPr>
                        <a:t>Customer </a:t>
                      </a:r>
                      <a:r>
                        <a:rPr lang="en-US" i="1">
                          <a:latin typeface="Open Sans" panose="020B0606030504020204" pitchFamily="34" charset="0"/>
                          <a:ea typeface="Open Sans" panose="020B0606030504020204" pitchFamily="34" charset="0"/>
                          <a:cs typeface="Open Sans" panose="020B0606030504020204" pitchFamily="34" charset="0"/>
                        </a:rPr>
                        <a:t>places</a:t>
                      </a:r>
                      <a:r>
                        <a:rPr lang="en-US">
                          <a:latin typeface="Open Sans" panose="020B0606030504020204" pitchFamily="34" charset="0"/>
                          <a:ea typeface="Open Sans" panose="020B0606030504020204" pitchFamily="34" charset="0"/>
                          <a:cs typeface="Open Sans" panose="020B0606030504020204" pitchFamily="34" charset="0"/>
                        </a:rPr>
                        <a:t> Order</a:t>
                      </a:r>
                    </a:p>
                  </a:txBody>
                  <a:tcPr anchor="ctr">
                    <a:lnL>
                      <a:noFill/>
                    </a:lnL>
                    <a:lnR>
                      <a:noFill/>
                    </a:lnR>
                    <a:lnT>
                      <a:noFill/>
                    </a:lnT>
                    <a:lnB>
                      <a:noFill/>
                    </a:lnB>
                  </a:tcPr>
                </a:tc>
                <a:extLst>
                  <a:ext uri="{0D108BD9-81ED-4DB2-BD59-A6C34878D82A}">
                    <a16:rowId xmlns:a16="http://schemas.microsoft.com/office/drawing/2014/main" val="1009381168"/>
                  </a:ext>
                </a:extLst>
              </a:tr>
              <a:tr h="536542">
                <a:tc>
                  <a:txBody>
                    <a:bodyPr/>
                    <a:lstStyle/>
                    <a:p>
                      <a:r>
                        <a:rPr lang="en-US" b="1" dirty="0">
                          <a:latin typeface="Open Sans" panose="020B0606030504020204" pitchFamily="34" charset="0"/>
                          <a:ea typeface="Open Sans" panose="020B0606030504020204" pitchFamily="34" charset="0"/>
                          <a:cs typeface="Open Sans" panose="020B0606030504020204" pitchFamily="34" charset="0"/>
                        </a:rPr>
                        <a:t>5. Add multiplicity</a:t>
                      </a:r>
                      <a:endParaRPr lang="en-US" dirty="0">
                        <a:latin typeface="Open Sans" panose="020B0606030504020204" pitchFamily="34" charset="0"/>
                        <a:ea typeface="Open Sans" panose="020B0606030504020204" pitchFamily="34" charset="0"/>
                        <a:cs typeface="Open Sans" panose="020B0606030504020204" pitchFamily="34" charset="0"/>
                      </a:endParaRPr>
                    </a:p>
                  </a:txBody>
                  <a:tcPr anchor="ctr">
                    <a:lnL>
                      <a:noFill/>
                    </a:lnL>
                    <a:lnR>
                      <a:noFill/>
                    </a:lnR>
                    <a:lnT>
                      <a:noFill/>
                    </a:lnT>
                    <a:lnB>
                      <a:noFill/>
                    </a:lnB>
                  </a:tcPr>
                </a:tc>
                <a:tc>
                  <a:txBody>
                    <a:bodyPr/>
                    <a:lstStyle/>
                    <a:p>
                      <a:r>
                        <a:rPr lang="en-US">
                          <a:latin typeface="Open Sans" panose="020B0606030504020204" pitchFamily="34" charset="0"/>
                          <a:ea typeface="Open Sans" panose="020B0606030504020204" pitchFamily="34" charset="0"/>
                          <a:cs typeface="Open Sans" panose="020B0606030504020204" pitchFamily="34" charset="0"/>
                        </a:rPr>
                        <a:t>Show one-to-many or many-to-many</a:t>
                      </a:r>
                    </a:p>
                  </a:txBody>
                  <a:tcPr anchor="ctr">
                    <a:lnL>
                      <a:noFill/>
                    </a:lnL>
                    <a:lnR>
                      <a:noFill/>
                    </a:lnR>
                    <a:lnT>
                      <a:noFill/>
                    </a:lnT>
                    <a:lnB>
                      <a:noFill/>
                    </a:lnB>
                  </a:tcPr>
                </a:tc>
                <a:tc>
                  <a:txBody>
                    <a:bodyPr/>
                    <a:lstStyle/>
                    <a:p>
                      <a:r>
                        <a:rPr lang="en-US">
                          <a:latin typeface="Open Sans" panose="020B0606030504020204" pitchFamily="34" charset="0"/>
                          <a:ea typeface="Open Sans" panose="020B0606030504020204" pitchFamily="34" charset="0"/>
                          <a:cs typeface="Open Sans" panose="020B0606030504020204" pitchFamily="34" charset="0"/>
                        </a:rPr>
                        <a:t>1 Customer → </a:t>
                      </a:r>
                      <a:r>
                        <a:rPr lang="en-US" i="1">
                          <a:latin typeface="Open Sans" panose="020B0606030504020204" pitchFamily="34" charset="0"/>
                          <a:ea typeface="Open Sans" panose="020B0606030504020204" pitchFamily="34" charset="0"/>
                          <a:cs typeface="Open Sans" panose="020B0606030504020204" pitchFamily="34" charset="0"/>
                        </a:rPr>
                        <a:t>many Orders</a:t>
                      </a:r>
                      <a:endParaRPr lang="en-US">
                        <a:latin typeface="Open Sans" panose="020B0606030504020204" pitchFamily="34" charset="0"/>
                        <a:ea typeface="Open Sans" panose="020B0606030504020204" pitchFamily="34" charset="0"/>
                        <a:cs typeface="Open Sans" panose="020B0606030504020204" pitchFamily="34" charset="0"/>
                      </a:endParaRPr>
                    </a:p>
                  </a:txBody>
                  <a:tcPr anchor="ctr">
                    <a:lnL>
                      <a:noFill/>
                    </a:lnL>
                    <a:lnR>
                      <a:noFill/>
                    </a:lnR>
                    <a:lnT>
                      <a:noFill/>
                    </a:lnT>
                    <a:lnB>
                      <a:noFill/>
                    </a:lnB>
                  </a:tcPr>
                </a:tc>
                <a:extLst>
                  <a:ext uri="{0D108BD9-81ED-4DB2-BD59-A6C34878D82A}">
                    <a16:rowId xmlns:a16="http://schemas.microsoft.com/office/drawing/2014/main" val="284187543"/>
                  </a:ext>
                </a:extLst>
              </a:tr>
              <a:tr h="315613">
                <a:tc>
                  <a:txBody>
                    <a:bodyPr/>
                    <a:lstStyle/>
                    <a:p>
                      <a:r>
                        <a:rPr lang="en-US" b="1">
                          <a:latin typeface="Open Sans" panose="020B0606030504020204" pitchFamily="34" charset="0"/>
                          <a:ea typeface="Open Sans" panose="020B0606030504020204" pitchFamily="34" charset="0"/>
                          <a:cs typeface="Open Sans" panose="020B0606030504020204" pitchFamily="34" charset="0"/>
                        </a:rPr>
                        <a:t>6. Add inheritance</a:t>
                      </a:r>
                      <a:endParaRPr lang="en-US">
                        <a:latin typeface="Open Sans" panose="020B0606030504020204" pitchFamily="34" charset="0"/>
                        <a:ea typeface="Open Sans" panose="020B0606030504020204" pitchFamily="34" charset="0"/>
                        <a:cs typeface="Open Sans" panose="020B0606030504020204" pitchFamily="34" charset="0"/>
                      </a:endParaRPr>
                    </a:p>
                  </a:txBody>
                  <a:tcPr anchor="ctr">
                    <a:lnL>
                      <a:noFill/>
                    </a:lnL>
                    <a:lnR>
                      <a:noFill/>
                    </a:lnR>
                    <a:lnT>
                      <a:noFill/>
                    </a:lnT>
                    <a:lnB>
                      <a:noFill/>
                    </a:lnB>
                  </a:tcPr>
                </a:tc>
                <a:tc>
                  <a:txBody>
                    <a:bodyPr/>
                    <a:lstStyle/>
                    <a:p>
                      <a:r>
                        <a:rPr lang="en-US">
                          <a:latin typeface="Open Sans" panose="020B0606030504020204" pitchFamily="34" charset="0"/>
                          <a:ea typeface="Open Sans" panose="020B0606030504020204" pitchFamily="34" charset="0"/>
                          <a:cs typeface="Open Sans" panose="020B0606030504020204" pitchFamily="34" charset="0"/>
                        </a:rPr>
                        <a:t>Show “is-a” relationships</a:t>
                      </a:r>
                    </a:p>
                  </a:txBody>
                  <a:tcPr anchor="ctr">
                    <a:lnL>
                      <a:noFill/>
                    </a:lnL>
                    <a:lnR>
                      <a:noFill/>
                    </a:lnR>
                    <a:lnT>
                      <a:noFill/>
                    </a:lnT>
                    <a:lnB>
                      <a:noFill/>
                    </a:lnB>
                  </a:tcPr>
                </a:tc>
                <a:tc>
                  <a:txBody>
                    <a:bodyPr/>
                    <a:lstStyle/>
                    <a:p>
                      <a:r>
                        <a:rPr lang="en-US" dirty="0">
                          <a:latin typeface="Open Sans" panose="020B0606030504020204" pitchFamily="34" charset="0"/>
                          <a:ea typeface="Open Sans" panose="020B0606030504020204" pitchFamily="34" charset="0"/>
                          <a:cs typeface="Open Sans" panose="020B0606030504020204" pitchFamily="34" charset="0"/>
                        </a:rPr>
                        <a:t>Admin → User</a:t>
                      </a:r>
                    </a:p>
                  </a:txBody>
                  <a:tcPr anchor="ctr">
                    <a:lnL>
                      <a:noFill/>
                    </a:lnL>
                    <a:lnR>
                      <a:noFill/>
                    </a:lnR>
                    <a:lnT>
                      <a:noFill/>
                    </a:lnT>
                    <a:lnB>
                      <a:noFill/>
                    </a:lnB>
                  </a:tcPr>
                </a:tc>
                <a:extLst>
                  <a:ext uri="{0D108BD9-81ED-4DB2-BD59-A6C34878D82A}">
                    <a16:rowId xmlns:a16="http://schemas.microsoft.com/office/drawing/2014/main" val="2091124619"/>
                  </a:ext>
                </a:extLst>
              </a:tr>
            </a:tbl>
          </a:graphicData>
        </a:graphic>
      </p:graphicFrame>
    </p:spTree>
    <p:extLst>
      <p:ext uri="{BB962C8B-B14F-4D97-AF65-F5344CB8AC3E}">
        <p14:creationId xmlns:p14="http://schemas.microsoft.com/office/powerpoint/2010/main" val="353022026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652"/>
        <p:cNvGrpSpPr/>
        <p:nvPr/>
      </p:nvGrpSpPr>
      <p:grpSpPr>
        <a:xfrm>
          <a:off x="0" y="0"/>
          <a:ext cx="0" cy="0"/>
          <a:chOff x="0" y="0"/>
          <a:chExt cx="0" cy="0"/>
        </a:xfrm>
      </p:grpSpPr>
      <p:cxnSp>
        <p:nvCxnSpPr>
          <p:cNvPr id="658" name="Google Shape;658;p31"/>
          <p:cNvCxnSpPr/>
          <p:nvPr/>
        </p:nvCxnSpPr>
        <p:spPr>
          <a:xfrm>
            <a:off x="0" y="307163"/>
            <a:ext cx="4570500" cy="0"/>
          </a:xfrm>
          <a:prstGeom prst="straightConnector1">
            <a:avLst/>
          </a:prstGeom>
          <a:noFill/>
          <a:ln w="9525" cap="flat" cmpd="sng">
            <a:solidFill>
              <a:schemeClr val="dk1"/>
            </a:solidFill>
            <a:prstDash val="solid"/>
            <a:round/>
            <a:headEnd type="none" w="med" len="med"/>
            <a:tailEnd type="none" w="med" len="med"/>
          </a:ln>
        </p:spPr>
      </p:cxnSp>
      <p:grpSp>
        <p:nvGrpSpPr>
          <p:cNvPr id="688" name="Google Shape;688;p31"/>
          <p:cNvGrpSpPr/>
          <p:nvPr/>
        </p:nvGrpSpPr>
        <p:grpSpPr>
          <a:xfrm>
            <a:off x="8127066" y="1050393"/>
            <a:ext cx="838995" cy="799177"/>
            <a:chOff x="5694450" y="929325"/>
            <a:chExt cx="607000" cy="578150"/>
          </a:xfrm>
        </p:grpSpPr>
        <p:sp>
          <p:nvSpPr>
            <p:cNvPr id="689" name="Google Shape;689;p31"/>
            <p:cNvSpPr/>
            <p:nvPr/>
          </p:nvSpPr>
          <p:spPr>
            <a:xfrm>
              <a:off x="5694450" y="929325"/>
              <a:ext cx="607000" cy="354825"/>
            </a:xfrm>
            <a:custGeom>
              <a:avLst/>
              <a:gdLst/>
              <a:ahLst/>
              <a:cxnLst/>
              <a:rect l="l" t="t" r="r" b="b"/>
              <a:pathLst>
                <a:path w="24280" h="14193" extrusionOk="0">
                  <a:moveTo>
                    <a:pt x="11171" y="0"/>
                  </a:moveTo>
                  <a:cubicBezTo>
                    <a:pt x="8128" y="0"/>
                    <a:pt x="5661" y="2457"/>
                    <a:pt x="5642" y="5491"/>
                  </a:cubicBezTo>
                  <a:cubicBezTo>
                    <a:pt x="5255" y="5387"/>
                    <a:pt x="4858" y="5321"/>
                    <a:pt x="4442" y="5321"/>
                  </a:cubicBezTo>
                  <a:cubicBezTo>
                    <a:pt x="1985" y="5321"/>
                    <a:pt x="0" y="7305"/>
                    <a:pt x="0" y="9763"/>
                  </a:cubicBezTo>
                  <a:cubicBezTo>
                    <a:pt x="0" y="12210"/>
                    <a:pt x="1853" y="14053"/>
                    <a:pt x="4178" y="14185"/>
                  </a:cubicBezTo>
                  <a:cubicBezTo>
                    <a:pt x="4220" y="14190"/>
                    <a:pt x="8376" y="14193"/>
                    <a:pt x="12532" y="14193"/>
                  </a:cubicBezTo>
                  <a:cubicBezTo>
                    <a:pt x="16688" y="14193"/>
                    <a:pt x="20844" y="14190"/>
                    <a:pt x="20886" y="14185"/>
                  </a:cubicBezTo>
                  <a:lnTo>
                    <a:pt x="20990" y="14185"/>
                  </a:lnTo>
                  <a:lnTo>
                    <a:pt x="20990" y="14176"/>
                  </a:lnTo>
                  <a:cubicBezTo>
                    <a:pt x="22833" y="13996"/>
                    <a:pt x="24279" y="12437"/>
                    <a:pt x="24279" y="10547"/>
                  </a:cubicBezTo>
                  <a:cubicBezTo>
                    <a:pt x="24279" y="8865"/>
                    <a:pt x="23145" y="7457"/>
                    <a:pt x="21614" y="7031"/>
                  </a:cubicBezTo>
                  <a:cubicBezTo>
                    <a:pt x="21614" y="6994"/>
                    <a:pt x="21614" y="6965"/>
                    <a:pt x="21614" y="6937"/>
                  </a:cubicBezTo>
                  <a:cubicBezTo>
                    <a:pt x="21614" y="4924"/>
                    <a:pt x="19979" y="3289"/>
                    <a:pt x="17957" y="3289"/>
                  </a:cubicBezTo>
                  <a:cubicBezTo>
                    <a:pt x="17390" y="3289"/>
                    <a:pt x="16860" y="3421"/>
                    <a:pt x="16378" y="3648"/>
                  </a:cubicBezTo>
                  <a:cubicBezTo>
                    <a:pt x="15613" y="1522"/>
                    <a:pt x="13572" y="0"/>
                    <a:pt x="11171" y="0"/>
                  </a:cubicBezTo>
                  <a:close/>
                </a:path>
              </a:pathLst>
            </a:custGeom>
            <a:solidFill>
              <a:schemeClr val="accent2"/>
            </a:solidFill>
            <a:ln w="9525" cap="flat" cmpd="sng">
              <a:solidFill>
                <a:schemeClr val="dk1"/>
              </a:solidFill>
              <a:prstDash val="solid"/>
              <a:miter lim="945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600">
                <a:latin typeface="Open Sans" panose="020B0606030504020204" pitchFamily="34" charset="0"/>
                <a:ea typeface="Open Sans" panose="020B0606030504020204" pitchFamily="34" charset="0"/>
                <a:cs typeface="Open Sans" panose="020B0606030504020204" pitchFamily="34" charset="0"/>
              </a:endParaRPr>
            </a:p>
          </p:txBody>
        </p:sp>
        <p:sp>
          <p:nvSpPr>
            <p:cNvPr id="690" name="Google Shape;690;p31"/>
            <p:cNvSpPr/>
            <p:nvPr/>
          </p:nvSpPr>
          <p:spPr>
            <a:xfrm>
              <a:off x="5862675" y="1216625"/>
              <a:ext cx="199675" cy="290850"/>
            </a:xfrm>
            <a:custGeom>
              <a:avLst/>
              <a:gdLst/>
              <a:ahLst/>
              <a:cxnLst/>
              <a:rect l="l" t="t" r="r" b="b"/>
              <a:pathLst>
                <a:path w="7987" h="11634" extrusionOk="0">
                  <a:moveTo>
                    <a:pt x="2552" y="0"/>
                  </a:moveTo>
                  <a:lnTo>
                    <a:pt x="2552" y="6398"/>
                  </a:lnTo>
                  <a:lnTo>
                    <a:pt x="0" y="6398"/>
                  </a:lnTo>
                  <a:lnTo>
                    <a:pt x="1994" y="9016"/>
                  </a:lnTo>
                  <a:lnTo>
                    <a:pt x="3998" y="11634"/>
                  </a:lnTo>
                  <a:lnTo>
                    <a:pt x="5992" y="9016"/>
                  </a:lnTo>
                  <a:lnTo>
                    <a:pt x="7986" y="6398"/>
                  </a:lnTo>
                  <a:lnTo>
                    <a:pt x="5434" y="6398"/>
                  </a:lnTo>
                  <a:lnTo>
                    <a:pt x="5434" y="0"/>
                  </a:lnTo>
                  <a:close/>
                </a:path>
              </a:pathLst>
            </a:custGeom>
            <a:solidFill>
              <a:schemeClr val="accent3"/>
            </a:solidFill>
            <a:ln w="9525" cap="flat" cmpd="sng">
              <a:solidFill>
                <a:schemeClr val="dk1"/>
              </a:solidFill>
              <a:prstDash val="solid"/>
              <a:miter lim="945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600">
                <a:latin typeface="Open Sans" panose="020B0606030504020204" pitchFamily="34" charset="0"/>
                <a:ea typeface="Open Sans" panose="020B0606030504020204" pitchFamily="34" charset="0"/>
                <a:cs typeface="Open Sans" panose="020B0606030504020204" pitchFamily="34" charset="0"/>
              </a:endParaRPr>
            </a:p>
          </p:txBody>
        </p:sp>
        <p:sp>
          <p:nvSpPr>
            <p:cNvPr id="691" name="Google Shape;691;p31"/>
            <p:cNvSpPr/>
            <p:nvPr/>
          </p:nvSpPr>
          <p:spPr>
            <a:xfrm>
              <a:off x="5933325" y="1085250"/>
              <a:ext cx="199900" cy="290875"/>
            </a:xfrm>
            <a:custGeom>
              <a:avLst/>
              <a:gdLst/>
              <a:ahLst/>
              <a:cxnLst/>
              <a:rect l="l" t="t" r="r" b="b"/>
              <a:pathLst>
                <a:path w="7996" h="11635" extrusionOk="0">
                  <a:moveTo>
                    <a:pt x="3998" y="0"/>
                  </a:moveTo>
                  <a:lnTo>
                    <a:pt x="2004" y="2618"/>
                  </a:lnTo>
                  <a:lnTo>
                    <a:pt x="0" y="5236"/>
                  </a:lnTo>
                  <a:lnTo>
                    <a:pt x="2561" y="5236"/>
                  </a:lnTo>
                  <a:lnTo>
                    <a:pt x="2561" y="11634"/>
                  </a:lnTo>
                  <a:lnTo>
                    <a:pt x="5434" y="11634"/>
                  </a:lnTo>
                  <a:lnTo>
                    <a:pt x="5434" y="5236"/>
                  </a:lnTo>
                  <a:lnTo>
                    <a:pt x="7995" y="5236"/>
                  </a:lnTo>
                  <a:lnTo>
                    <a:pt x="5992" y="2618"/>
                  </a:lnTo>
                  <a:lnTo>
                    <a:pt x="3998" y="0"/>
                  </a:lnTo>
                  <a:close/>
                </a:path>
              </a:pathLst>
            </a:custGeom>
            <a:solidFill>
              <a:schemeClr val="lt2"/>
            </a:solidFill>
            <a:ln w="9525" cap="flat" cmpd="sng">
              <a:solidFill>
                <a:schemeClr val="dk1"/>
              </a:solidFill>
              <a:prstDash val="solid"/>
              <a:miter lim="945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600">
                <a:latin typeface="Open Sans" panose="020B0606030504020204" pitchFamily="34" charset="0"/>
                <a:ea typeface="Open Sans" panose="020B0606030504020204" pitchFamily="34" charset="0"/>
                <a:cs typeface="Open Sans" panose="020B0606030504020204" pitchFamily="34" charset="0"/>
              </a:endParaRPr>
            </a:p>
          </p:txBody>
        </p:sp>
      </p:grpSp>
      <p:sp>
        <p:nvSpPr>
          <p:cNvPr id="3" name="Title 2">
            <a:extLst>
              <a:ext uri="{FF2B5EF4-FFF2-40B4-BE49-F238E27FC236}">
                <a16:creationId xmlns:a16="http://schemas.microsoft.com/office/drawing/2014/main" id="{998B0E51-4EE2-40B1-BBE7-17426523A8E4}"/>
              </a:ext>
            </a:extLst>
          </p:cNvPr>
          <p:cNvSpPr>
            <a:spLocks noGrp="1"/>
          </p:cNvSpPr>
          <p:nvPr>
            <p:ph type="title"/>
          </p:nvPr>
        </p:nvSpPr>
        <p:spPr/>
        <p:txBody>
          <a:bodyPr/>
          <a:lstStyle/>
          <a:p>
            <a:r>
              <a:rPr lang="en-US" sz="2200" dirty="0">
                <a:latin typeface="Open Sans" panose="020B0606030504020204" pitchFamily="34" charset="0"/>
                <a:ea typeface="Open Sans" panose="020B0606030504020204" pitchFamily="34" charset="0"/>
                <a:cs typeface="Open Sans" panose="020B0606030504020204" pitchFamily="34" charset="0"/>
              </a:rPr>
              <a:t>Class Diagram Basic Structure (annotations)</a:t>
            </a:r>
          </a:p>
        </p:txBody>
      </p:sp>
      <p:sp>
        <p:nvSpPr>
          <p:cNvPr id="5" name="Rectangle 1">
            <a:extLst>
              <a:ext uri="{FF2B5EF4-FFF2-40B4-BE49-F238E27FC236}">
                <a16:creationId xmlns:a16="http://schemas.microsoft.com/office/drawing/2014/main" id="{23D1F913-A085-493C-8DE1-7FC78A4C29A2}"/>
              </a:ext>
            </a:extLst>
          </p:cNvPr>
          <p:cNvSpPr>
            <a:spLocks noChangeArrowheads="1"/>
          </p:cNvSpPr>
          <p:nvPr/>
        </p:nvSpPr>
        <p:spPr bwMode="auto">
          <a:xfrm>
            <a:off x="722375" y="1253345"/>
            <a:ext cx="5646097"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rPr>
              <a:t>A class is represented as a </a:t>
            </a:r>
            <a:r>
              <a:rPr kumimoji="0" lang="en-US" altLang="en-US" sz="1600" b="1" i="0" u="none" strike="noStrike" cap="none" normalizeH="0" baseline="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rPr>
              <a:t>rectangle divided into three parts</a:t>
            </a:r>
            <a:r>
              <a:rPr kumimoji="0" lang="en-US" altLang="en-US" sz="1600" b="0" i="0" u="none" strike="noStrike" cap="none" normalizeH="0" baseline="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p:txBody>
      </p:sp>
      <p:graphicFrame>
        <p:nvGraphicFramePr>
          <p:cNvPr id="7" name="Table 6">
            <a:extLst>
              <a:ext uri="{FF2B5EF4-FFF2-40B4-BE49-F238E27FC236}">
                <a16:creationId xmlns:a16="http://schemas.microsoft.com/office/drawing/2014/main" id="{DE68EEC0-F354-423B-AA46-2BE03E3DCE5F}"/>
              </a:ext>
            </a:extLst>
          </p:cNvPr>
          <p:cNvGraphicFramePr>
            <a:graphicFrameLocks noGrp="1"/>
          </p:cNvGraphicFramePr>
          <p:nvPr>
            <p:extLst>
              <p:ext uri="{D42A27DB-BD31-4B8C-83A1-F6EECF244321}">
                <p14:modId xmlns:p14="http://schemas.microsoft.com/office/powerpoint/2010/main" val="3459393408"/>
              </p:ext>
            </p:extLst>
          </p:nvPr>
        </p:nvGraphicFramePr>
        <p:xfrm>
          <a:off x="718511" y="1585119"/>
          <a:ext cx="6881170" cy="1219200"/>
        </p:xfrm>
        <a:graphic>
          <a:graphicData uri="http://schemas.openxmlformats.org/drawingml/2006/table">
            <a:tbl>
              <a:tblPr/>
              <a:tblGrid>
                <a:gridCol w="3440585">
                  <a:extLst>
                    <a:ext uri="{9D8B030D-6E8A-4147-A177-3AD203B41FA5}">
                      <a16:colId xmlns:a16="http://schemas.microsoft.com/office/drawing/2014/main" val="2694950089"/>
                    </a:ext>
                  </a:extLst>
                </a:gridCol>
                <a:gridCol w="3440585">
                  <a:extLst>
                    <a:ext uri="{9D8B030D-6E8A-4147-A177-3AD203B41FA5}">
                      <a16:colId xmlns:a16="http://schemas.microsoft.com/office/drawing/2014/main" val="564579812"/>
                    </a:ext>
                  </a:extLst>
                </a:gridCol>
              </a:tblGrid>
              <a:tr h="196478">
                <a:tc>
                  <a:txBody>
                    <a:bodyPr/>
                    <a:lstStyle/>
                    <a:p>
                      <a:r>
                        <a:rPr lang="en-US" sz="1400"/>
                        <a:t>Section</a:t>
                      </a:r>
                    </a:p>
                  </a:txBody>
                  <a:tcPr anchor="ctr">
                    <a:lnL>
                      <a:noFill/>
                    </a:lnL>
                    <a:lnR>
                      <a:noFill/>
                    </a:lnR>
                    <a:lnT>
                      <a:noFill/>
                    </a:lnT>
                    <a:lnB>
                      <a:noFill/>
                    </a:lnB>
                  </a:tcPr>
                </a:tc>
                <a:tc>
                  <a:txBody>
                    <a:bodyPr/>
                    <a:lstStyle/>
                    <a:p>
                      <a:r>
                        <a:rPr lang="en-US" sz="1400" dirty="0"/>
                        <a:t>Meaning</a:t>
                      </a:r>
                    </a:p>
                  </a:txBody>
                  <a:tcPr anchor="ctr">
                    <a:lnL>
                      <a:noFill/>
                    </a:lnL>
                    <a:lnR>
                      <a:noFill/>
                    </a:lnR>
                    <a:lnT>
                      <a:noFill/>
                    </a:lnT>
                    <a:lnB>
                      <a:noFill/>
                    </a:lnB>
                  </a:tcPr>
                </a:tc>
                <a:extLst>
                  <a:ext uri="{0D108BD9-81ED-4DB2-BD59-A6C34878D82A}">
                    <a16:rowId xmlns:a16="http://schemas.microsoft.com/office/drawing/2014/main" val="4292304071"/>
                  </a:ext>
                </a:extLst>
              </a:tr>
              <a:tr h="196478">
                <a:tc>
                  <a:txBody>
                    <a:bodyPr/>
                    <a:lstStyle/>
                    <a:p>
                      <a:r>
                        <a:rPr lang="en-US" sz="1400" b="1" dirty="0"/>
                        <a:t>Top</a:t>
                      </a:r>
                      <a:endParaRPr lang="en-US" sz="1400" dirty="0"/>
                    </a:p>
                  </a:txBody>
                  <a:tcPr anchor="ctr">
                    <a:lnL>
                      <a:noFill/>
                    </a:lnL>
                    <a:lnR>
                      <a:noFill/>
                    </a:lnR>
                    <a:lnT>
                      <a:noFill/>
                    </a:lnT>
                    <a:lnB>
                      <a:noFill/>
                    </a:lnB>
                  </a:tcPr>
                </a:tc>
                <a:tc>
                  <a:txBody>
                    <a:bodyPr/>
                    <a:lstStyle/>
                    <a:p>
                      <a:r>
                        <a:rPr lang="en-US" sz="1400" dirty="0"/>
                        <a:t>Class name</a:t>
                      </a:r>
                    </a:p>
                  </a:txBody>
                  <a:tcPr anchor="ctr">
                    <a:lnL>
                      <a:noFill/>
                    </a:lnL>
                    <a:lnR>
                      <a:noFill/>
                    </a:lnR>
                    <a:lnT>
                      <a:noFill/>
                    </a:lnT>
                    <a:lnB>
                      <a:noFill/>
                    </a:lnB>
                  </a:tcPr>
                </a:tc>
                <a:extLst>
                  <a:ext uri="{0D108BD9-81ED-4DB2-BD59-A6C34878D82A}">
                    <a16:rowId xmlns:a16="http://schemas.microsoft.com/office/drawing/2014/main" val="3686248262"/>
                  </a:ext>
                </a:extLst>
              </a:tr>
              <a:tr h="196478">
                <a:tc>
                  <a:txBody>
                    <a:bodyPr/>
                    <a:lstStyle/>
                    <a:p>
                      <a:r>
                        <a:rPr lang="en-US" sz="1400" b="1"/>
                        <a:t>Middle</a:t>
                      </a:r>
                      <a:endParaRPr lang="en-US" sz="1400"/>
                    </a:p>
                  </a:txBody>
                  <a:tcPr anchor="ctr">
                    <a:lnL>
                      <a:noFill/>
                    </a:lnL>
                    <a:lnR>
                      <a:noFill/>
                    </a:lnR>
                    <a:lnT>
                      <a:noFill/>
                    </a:lnT>
                    <a:lnB>
                      <a:noFill/>
                    </a:lnB>
                  </a:tcPr>
                </a:tc>
                <a:tc>
                  <a:txBody>
                    <a:bodyPr/>
                    <a:lstStyle/>
                    <a:p>
                      <a:r>
                        <a:rPr lang="en-US" sz="1400"/>
                        <a:t>Attributes (fields or variables)</a:t>
                      </a:r>
                    </a:p>
                  </a:txBody>
                  <a:tcPr anchor="ctr">
                    <a:lnL>
                      <a:noFill/>
                    </a:lnL>
                    <a:lnR>
                      <a:noFill/>
                    </a:lnR>
                    <a:lnT>
                      <a:noFill/>
                    </a:lnT>
                    <a:lnB>
                      <a:noFill/>
                    </a:lnB>
                  </a:tcPr>
                </a:tc>
                <a:extLst>
                  <a:ext uri="{0D108BD9-81ED-4DB2-BD59-A6C34878D82A}">
                    <a16:rowId xmlns:a16="http://schemas.microsoft.com/office/drawing/2014/main" val="3450636410"/>
                  </a:ext>
                </a:extLst>
              </a:tr>
              <a:tr h="196478">
                <a:tc>
                  <a:txBody>
                    <a:bodyPr/>
                    <a:lstStyle/>
                    <a:p>
                      <a:r>
                        <a:rPr lang="en-US" sz="1400" b="1"/>
                        <a:t>Bottom</a:t>
                      </a:r>
                      <a:endParaRPr lang="en-US" sz="1400"/>
                    </a:p>
                  </a:txBody>
                  <a:tcPr anchor="ctr">
                    <a:lnL>
                      <a:noFill/>
                    </a:lnL>
                    <a:lnR>
                      <a:noFill/>
                    </a:lnR>
                    <a:lnT>
                      <a:noFill/>
                    </a:lnT>
                    <a:lnB>
                      <a:noFill/>
                    </a:lnB>
                  </a:tcPr>
                </a:tc>
                <a:tc>
                  <a:txBody>
                    <a:bodyPr/>
                    <a:lstStyle/>
                    <a:p>
                      <a:r>
                        <a:rPr lang="en-US" sz="1400" dirty="0"/>
                        <a:t>Operations / Methods (functions)</a:t>
                      </a:r>
                    </a:p>
                  </a:txBody>
                  <a:tcPr anchor="ctr">
                    <a:lnL>
                      <a:noFill/>
                    </a:lnL>
                    <a:lnR>
                      <a:noFill/>
                    </a:lnR>
                    <a:lnT>
                      <a:noFill/>
                    </a:lnT>
                    <a:lnB>
                      <a:noFill/>
                    </a:lnB>
                  </a:tcPr>
                </a:tc>
                <a:extLst>
                  <a:ext uri="{0D108BD9-81ED-4DB2-BD59-A6C34878D82A}">
                    <a16:rowId xmlns:a16="http://schemas.microsoft.com/office/drawing/2014/main" val="113434342"/>
                  </a:ext>
                </a:extLst>
              </a:tr>
            </a:tbl>
          </a:graphicData>
        </a:graphic>
      </p:graphicFrame>
      <p:sp>
        <p:nvSpPr>
          <p:cNvPr id="14" name="AutoShape 5">
            <a:extLst>
              <a:ext uri="{FF2B5EF4-FFF2-40B4-BE49-F238E27FC236}">
                <a16:creationId xmlns:a16="http://schemas.microsoft.com/office/drawing/2014/main" id="{E879336C-47B3-42CF-8224-68B1FCF67580}"/>
              </a:ext>
            </a:extLst>
          </p:cNvPr>
          <p:cNvSpPr>
            <a:spLocks noChangeArrowheads="1"/>
          </p:cNvSpPr>
          <p:nvPr/>
        </p:nvSpPr>
        <p:spPr bwMode="auto">
          <a:xfrm>
            <a:off x="7193589" y="2571750"/>
            <a:ext cx="1231900" cy="465138"/>
          </a:xfrm>
          <a:prstGeom prst="wedgeRoundRectCallout">
            <a:avLst>
              <a:gd name="adj1" fmla="val -89435"/>
              <a:gd name="adj2" fmla="val 88227"/>
              <a:gd name="adj3" fmla="val 16667"/>
            </a:avLst>
          </a:prstGeom>
          <a:solidFill>
            <a:schemeClr val="bg1"/>
          </a:solidFill>
          <a:ln w="9525">
            <a:solidFill>
              <a:schemeClr val="tx1"/>
            </a:solidFill>
            <a:miter lim="800000"/>
            <a:headEnd/>
            <a:tailEnd/>
          </a:ln>
        </p:spPr>
        <p:txBody>
          <a:bodyPr wrap="none" anchor="ctr"/>
          <a:lstStyle/>
          <a:p>
            <a:pPr algn="ctr"/>
            <a:r>
              <a:rPr lang="en-US" sz="1600" dirty="0">
                <a:solidFill>
                  <a:srgbClr val="FF99FF"/>
                </a:solidFill>
                <a:latin typeface="Open Sans" panose="020B0606030504020204" pitchFamily="34" charset="0"/>
                <a:ea typeface="Open Sans" panose="020B0606030504020204" pitchFamily="34" charset="0"/>
                <a:cs typeface="Open Sans" panose="020B0606030504020204" pitchFamily="34" charset="0"/>
              </a:rPr>
              <a:t>Concept</a:t>
            </a:r>
          </a:p>
        </p:txBody>
      </p:sp>
      <p:sp>
        <p:nvSpPr>
          <p:cNvPr id="15" name="Freeform 10">
            <a:extLst>
              <a:ext uri="{FF2B5EF4-FFF2-40B4-BE49-F238E27FC236}">
                <a16:creationId xmlns:a16="http://schemas.microsoft.com/office/drawing/2014/main" id="{C4BEC428-6830-4E6B-9523-DECA2074DA5B}"/>
              </a:ext>
            </a:extLst>
          </p:cNvPr>
          <p:cNvSpPr>
            <a:spLocks/>
          </p:cNvSpPr>
          <p:nvPr/>
        </p:nvSpPr>
        <p:spPr bwMode="auto">
          <a:xfrm>
            <a:off x="2316789" y="2876550"/>
            <a:ext cx="4222750" cy="2133600"/>
          </a:xfrm>
          <a:custGeom>
            <a:avLst/>
            <a:gdLst>
              <a:gd name="T0" fmla="*/ 2147483647 w 2464"/>
              <a:gd name="T1" fmla="*/ 2147483647 h 1450"/>
              <a:gd name="T2" fmla="*/ 2147483647 w 2464"/>
              <a:gd name="T3" fmla="*/ 2147483647 h 1450"/>
              <a:gd name="T4" fmla="*/ 2147483647 w 2464"/>
              <a:gd name="T5" fmla="*/ 2147483647 h 1450"/>
              <a:gd name="T6" fmla="*/ 2147483647 w 2464"/>
              <a:gd name="T7" fmla="*/ 2147483647 h 1450"/>
              <a:gd name="T8" fmla="*/ 2147483647 w 2464"/>
              <a:gd name="T9" fmla="*/ 2147483647 h 1450"/>
              <a:gd name="T10" fmla="*/ 2147483647 w 2464"/>
              <a:gd name="T11" fmla="*/ 2147483647 h 1450"/>
              <a:gd name="T12" fmla="*/ 2147483647 w 2464"/>
              <a:gd name="T13" fmla="*/ 2147483647 h 1450"/>
              <a:gd name="T14" fmla="*/ 2147483647 w 2464"/>
              <a:gd name="T15" fmla="*/ 2147483647 h 1450"/>
              <a:gd name="T16" fmla="*/ 2147483647 w 2464"/>
              <a:gd name="T17" fmla="*/ 2147483647 h 1450"/>
              <a:gd name="T18" fmla="*/ 2147483647 w 2464"/>
              <a:gd name="T19" fmla="*/ 2147483647 h 1450"/>
              <a:gd name="T20" fmla="*/ 2147483647 w 2464"/>
              <a:gd name="T21" fmla="*/ 2147483647 h 1450"/>
              <a:gd name="T22" fmla="*/ 2147483647 w 2464"/>
              <a:gd name="T23" fmla="*/ 2147483647 h 1450"/>
              <a:gd name="T24" fmla="*/ 2147483647 w 2464"/>
              <a:gd name="T25" fmla="*/ 2147483647 h 1450"/>
              <a:gd name="T26" fmla="*/ 2147483647 w 2464"/>
              <a:gd name="T27" fmla="*/ 2147483647 h 1450"/>
              <a:gd name="T28" fmla="*/ 2147483647 w 2464"/>
              <a:gd name="T29" fmla="*/ 2147483647 h 1450"/>
              <a:gd name="T30" fmla="*/ 2147483647 w 2464"/>
              <a:gd name="T31" fmla="*/ 2147483647 h 1450"/>
              <a:gd name="T32" fmla="*/ 2147483647 w 2464"/>
              <a:gd name="T33" fmla="*/ 2147483647 h 1450"/>
              <a:gd name="T34" fmla="*/ 2147483647 w 2464"/>
              <a:gd name="T35" fmla="*/ 2147483647 h 1450"/>
              <a:gd name="T36" fmla="*/ 2147483647 w 2464"/>
              <a:gd name="T37" fmla="*/ 2147483647 h 1450"/>
              <a:gd name="T38" fmla="*/ 2147483647 w 2464"/>
              <a:gd name="T39" fmla="*/ 2147483647 h 1450"/>
              <a:gd name="T40" fmla="*/ 2147483647 w 2464"/>
              <a:gd name="T41" fmla="*/ 2147483647 h 1450"/>
              <a:gd name="T42" fmla="*/ 2147483647 w 2464"/>
              <a:gd name="T43" fmla="*/ 2147483647 h 1450"/>
              <a:gd name="T44" fmla="*/ 2147483647 w 2464"/>
              <a:gd name="T45" fmla="*/ 2147483647 h 1450"/>
              <a:gd name="T46" fmla="*/ 2147483647 w 2464"/>
              <a:gd name="T47" fmla="*/ 2147483647 h 1450"/>
              <a:gd name="T48" fmla="*/ 2147483647 w 2464"/>
              <a:gd name="T49" fmla="*/ 2147483647 h 1450"/>
              <a:gd name="T50" fmla="*/ 2147483647 w 2464"/>
              <a:gd name="T51" fmla="*/ 2147483647 h 1450"/>
              <a:gd name="T52" fmla="*/ 2147483647 w 2464"/>
              <a:gd name="T53" fmla="*/ 2147483647 h 1450"/>
              <a:gd name="T54" fmla="*/ 2147483647 w 2464"/>
              <a:gd name="T55" fmla="*/ 2147483647 h 1450"/>
              <a:gd name="T56" fmla="*/ 2147483647 w 2464"/>
              <a:gd name="T57" fmla="*/ 2147483647 h 1450"/>
              <a:gd name="T58" fmla="*/ 2147483647 w 2464"/>
              <a:gd name="T59" fmla="*/ 2147483647 h 1450"/>
              <a:gd name="T60" fmla="*/ 2147483647 w 2464"/>
              <a:gd name="T61" fmla="*/ 2147483647 h 1450"/>
              <a:gd name="T62" fmla="*/ 2147483647 w 2464"/>
              <a:gd name="T63" fmla="*/ 2147483647 h 1450"/>
              <a:gd name="T64" fmla="*/ 2147483647 w 2464"/>
              <a:gd name="T65" fmla="*/ 2147483647 h 1450"/>
              <a:gd name="T66" fmla="*/ 2147483647 w 2464"/>
              <a:gd name="T67" fmla="*/ 2147483647 h 1450"/>
              <a:gd name="T68" fmla="*/ 2147483647 w 2464"/>
              <a:gd name="T69" fmla="*/ 2147483647 h 1450"/>
              <a:gd name="T70" fmla="*/ 2147483647 w 2464"/>
              <a:gd name="T71" fmla="*/ 2147483647 h 1450"/>
              <a:gd name="T72" fmla="*/ 2147483647 w 2464"/>
              <a:gd name="T73" fmla="*/ 2147483647 h 1450"/>
              <a:gd name="T74" fmla="*/ 2147483647 w 2464"/>
              <a:gd name="T75" fmla="*/ 2147483647 h 145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2464"/>
              <a:gd name="T115" fmla="*/ 0 h 1450"/>
              <a:gd name="T116" fmla="*/ 2464 w 2464"/>
              <a:gd name="T117" fmla="*/ 1450 h 1450"/>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2464" h="1450">
                <a:moveTo>
                  <a:pt x="2254" y="1269"/>
                </a:moveTo>
                <a:cubicBezTo>
                  <a:pt x="2271" y="1258"/>
                  <a:pt x="2289" y="1246"/>
                  <a:pt x="2306" y="1235"/>
                </a:cubicBezTo>
                <a:cubicBezTo>
                  <a:pt x="2326" y="1222"/>
                  <a:pt x="2357" y="1183"/>
                  <a:pt x="2357" y="1183"/>
                </a:cubicBezTo>
                <a:cubicBezTo>
                  <a:pt x="2379" y="1122"/>
                  <a:pt x="2398" y="1059"/>
                  <a:pt x="2443" y="1011"/>
                </a:cubicBezTo>
                <a:cubicBezTo>
                  <a:pt x="2464" y="953"/>
                  <a:pt x="2460" y="971"/>
                  <a:pt x="2460" y="865"/>
                </a:cubicBezTo>
                <a:cubicBezTo>
                  <a:pt x="2460" y="693"/>
                  <a:pt x="2457" y="521"/>
                  <a:pt x="2452" y="349"/>
                </a:cubicBezTo>
                <a:cubicBezTo>
                  <a:pt x="2451" y="324"/>
                  <a:pt x="2434" y="297"/>
                  <a:pt x="2417" y="281"/>
                </a:cubicBezTo>
                <a:cubicBezTo>
                  <a:pt x="2403" y="237"/>
                  <a:pt x="2379" y="211"/>
                  <a:pt x="2340" y="186"/>
                </a:cubicBezTo>
                <a:cubicBezTo>
                  <a:pt x="2294" y="115"/>
                  <a:pt x="2162" y="137"/>
                  <a:pt x="2099" y="134"/>
                </a:cubicBezTo>
                <a:cubicBezTo>
                  <a:pt x="1859" y="102"/>
                  <a:pt x="1612" y="118"/>
                  <a:pt x="1369" y="100"/>
                </a:cubicBezTo>
                <a:cubicBezTo>
                  <a:pt x="1223" y="74"/>
                  <a:pt x="1306" y="85"/>
                  <a:pt x="1119" y="74"/>
                </a:cubicBezTo>
                <a:cubicBezTo>
                  <a:pt x="1030" y="53"/>
                  <a:pt x="934" y="54"/>
                  <a:pt x="844" y="49"/>
                </a:cubicBezTo>
                <a:cubicBezTo>
                  <a:pt x="801" y="38"/>
                  <a:pt x="759" y="30"/>
                  <a:pt x="715" y="23"/>
                </a:cubicBezTo>
                <a:cubicBezTo>
                  <a:pt x="656" y="24"/>
                  <a:pt x="300" y="0"/>
                  <a:pt x="182" y="57"/>
                </a:cubicBezTo>
                <a:cubicBezTo>
                  <a:pt x="159" y="92"/>
                  <a:pt x="131" y="128"/>
                  <a:pt x="96" y="152"/>
                </a:cubicBezTo>
                <a:cubicBezTo>
                  <a:pt x="79" y="177"/>
                  <a:pt x="75" y="199"/>
                  <a:pt x="53" y="220"/>
                </a:cubicBezTo>
                <a:cubicBezTo>
                  <a:pt x="50" y="229"/>
                  <a:pt x="47" y="237"/>
                  <a:pt x="45" y="246"/>
                </a:cubicBezTo>
                <a:cubicBezTo>
                  <a:pt x="42" y="258"/>
                  <a:pt x="39" y="269"/>
                  <a:pt x="36" y="281"/>
                </a:cubicBezTo>
                <a:cubicBezTo>
                  <a:pt x="31" y="298"/>
                  <a:pt x="19" y="332"/>
                  <a:pt x="19" y="332"/>
                </a:cubicBezTo>
                <a:cubicBezTo>
                  <a:pt x="24" y="521"/>
                  <a:pt x="0" y="665"/>
                  <a:pt x="79" y="822"/>
                </a:cubicBezTo>
                <a:cubicBezTo>
                  <a:pt x="100" y="863"/>
                  <a:pt x="106" y="908"/>
                  <a:pt x="139" y="943"/>
                </a:cubicBezTo>
                <a:cubicBezTo>
                  <a:pt x="151" y="975"/>
                  <a:pt x="162" y="984"/>
                  <a:pt x="191" y="1003"/>
                </a:cubicBezTo>
                <a:cubicBezTo>
                  <a:pt x="213" y="1076"/>
                  <a:pt x="181" y="987"/>
                  <a:pt x="217" y="1046"/>
                </a:cubicBezTo>
                <a:cubicBezTo>
                  <a:pt x="242" y="1087"/>
                  <a:pt x="230" y="1105"/>
                  <a:pt x="285" y="1123"/>
                </a:cubicBezTo>
                <a:cubicBezTo>
                  <a:pt x="302" y="1135"/>
                  <a:pt x="320" y="1146"/>
                  <a:pt x="337" y="1158"/>
                </a:cubicBezTo>
                <a:cubicBezTo>
                  <a:pt x="346" y="1164"/>
                  <a:pt x="363" y="1175"/>
                  <a:pt x="363" y="1175"/>
                </a:cubicBezTo>
                <a:cubicBezTo>
                  <a:pt x="389" y="1215"/>
                  <a:pt x="399" y="1197"/>
                  <a:pt x="432" y="1226"/>
                </a:cubicBezTo>
                <a:cubicBezTo>
                  <a:pt x="480" y="1267"/>
                  <a:pt x="471" y="1269"/>
                  <a:pt x="526" y="1286"/>
                </a:cubicBezTo>
                <a:cubicBezTo>
                  <a:pt x="551" y="1313"/>
                  <a:pt x="568" y="1321"/>
                  <a:pt x="604" y="1329"/>
                </a:cubicBezTo>
                <a:cubicBezTo>
                  <a:pt x="659" y="1357"/>
                  <a:pt x="684" y="1366"/>
                  <a:pt x="741" y="1381"/>
                </a:cubicBezTo>
                <a:cubicBezTo>
                  <a:pt x="791" y="1414"/>
                  <a:pt x="741" y="1386"/>
                  <a:pt x="818" y="1407"/>
                </a:cubicBezTo>
                <a:cubicBezTo>
                  <a:pt x="864" y="1420"/>
                  <a:pt x="909" y="1438"/>
                  <a:pt x="956" y="1450"/>
                </a:cubicBezTo>
                <a:cubicBezTo>
                  <a:pt x="1187" y="1445"/>
                  <a:pt x="1406" y="1434"/>
                  <a:pt x="1635" y="1424"/>
                </a:cubicBezTo>
                <a:cubicBezTo>
                  <a:pt x="1689" y="1410"/>
                  <a:pt x="1746" y="1401"/>
                  <a:pt x="1799" y="1381"/>
                </a:cubicBezTo>
                <a:cubicBezTo>
                  <a:pt x="1892" y="1346"/>
                  <a:pt x="1776" y="1379"/>
                  <a:pt x="1867" y="1355"/>
                </a:cubicBezTo>
                <a:cubicBezTo>
                  <a:pt x="1946" y="1303"/>
                  <a:pt x="2091" y="1292"/>
                  <a:pt x="2185" y="1269"/>
                </a:cubicBezTo>
                <a:cubicBezTo>
                  <a:pt x="2246" y="1254"/>
                  <a:pt x="2196" y="1269"/>
                  <a:pt x="2271" y="1244"/>
                </a:cubicBezTo>
                <a:cubicBezTo>
                  <a:pt x="2291" y="1237"/>
                  <a:pt x="2332" y="1226"/>
                  <a:pt x="2332" y="1226"/>
                </a:cubicBezTo>
              </a:path>
            </a:pathLst>
          </a:custGeom>
          <a:noFill/>
          <a:ln w="9525">
            <a:solidFill>
              <a:schemeClr val="tx1"/>
            </a:solidFill>
            <a:round/>
            <a:headEnd/>
            <a:tailEnd/>
          </a:ln>
        </p:spPr>
        <p:txBody>
          <a:bodyPr wrap="none"/>
          <a:lstStyle/>
          <a:p>
            <a:endParaRPr lang="en-US" sz="1600">
              <a:latin typeface="Open Sans" panose="020B0606030504020204" pitchFamily="34" charset="0"/>
              <a:ea typeface="Open Sans" panose="020B0606030504020204" pitchFamily="34" charset="0"/>
              <a:cs typeface="Open Sans" panose="020B0606030504020204" pitchFamily="34" charset="0"/>
            </a:endParaRPr>
          </a:p>
        </p:txBody>
      </p:sp>
      <p:sp>
        <p:nvSpPr>
          <p:cNvPr id="16" name="Rectangle 11">
            <a:extLst>
              <a:ext uri="{FF2B5EF4-FFF2-40B4-BE49-F238E27FC236}">
                <a16:creationId xmlns:a16="http://schemas.microsoft.com/office/drawing/2014/main" id="{D9A2D809-22CE-4507-B25C-36A57EE51DA4}"/>
              </a:ext>
            </a:extLst>
          </p:cNvPr>
          <p:cNvSpPr>
            <a:spLocks noChangeArrowheads="1"/>
          </p:cNvSpPr>
          <p:nvPr/>
        </p:nvSpPr>
        <p:spPr bwMode="auto">
          <a:xfrm>
            <a:off x="2926389" y="3181350"/>
            <a:ext cx="3246438" cy="454025"/>
          </a:xfrm>
          <a:prstGeom prst="rect">
            <a:avLst/>
          </a:prstGeom>
          <a:solidFill>
            <a:schemeClr val="bg1"/>
          </a:solidFill>
          <a:ln w="15875">
            <a:solidFill>
              <a:schemeClr val="tx1"/>
            </a:solidFill>
            <a:miter lim="800000"/>
            <a:headEnd/>
            <a:tailEnd/>
          </a:ln>
        </p:spPr>
        <p:txBody>
          <a:bodyPr/>
          <a:lstStyle/>
          <a:p>
            <a:pPr algn="ctr"/>
            <a:r>
              <a:rPr lang="en-US" sz="1600" b="1" dirty="0">
                <a:latin typeface="Open Sans" panose="020B0606030504020204" pitchFamily="34" charset="0"/>
                <a:ea typeface="Open Sans" panose="020B0606030504020204" pitchFamily="34" charset="0"/>
                <a:cs typeface="Open Sans" panose="020B0606030504020204" pitchFamily="34" charset="0"/>
              </a:rPr>
              <a:t>Employee</a:t>
            </a:r>
          </a:p>
          <a:p>
            <a:endParaRPr lang="en-US" sz="1600" dirty="0">
              <a:latin typeface="Open Sans" panose="020B0606030504020204" pitchFamily="34" charset="0"/>
              <a:ea typeface="Open Sans" panose="020B0606030504020204" pitchFamily="34" charset="0"/>
              <a:cs typeface="Open Sans" panose="020B0606030504020204" pitchFamily="34" charset="0"/>
            </a:endParaRPr>
          </a:p>
        </p:txBody>
      </p:sp>
      <p:sp>
        <p:nvSpPr>
          <p:cNvPr id="17" name="Rectangle 12">
            <a:extLst>
              <a:ext uri="{FF2B5EF4-FFF2-40B4-BE49-F238E27FC236}">
                <a16:creationId xmlns:a16="http://schemas.microsoft.com/office/drawing/2014/main" id="{DFEFC34C-A85F-4113-B602-AD82122001CF}"/>
              </a:ext>
            </a:extLst>
          </p:cNvPr>
          <p:cNvSpPr>
            <a:spLocks noChangeArrowheads="1"/>
          </p:cNvSpPr>
          <p:nvPr/>
        </p:nvSpPr>
        <p:spPr bwMode="auto">
          <a:xfrm>
            <a:off x="2926389" y="3638550"/>
            <a:ext cx="3243263" cy="395288"/>
          </a:xfrm>
          <a:prstGeom prst="rect">
            <a:avLst/>
          </a:prstGeom>
          <a:solidFill>
            <a:schemeClr val="bg1"/>
          </a:solidFill>
          <a:ln w="15875">
            <a:solidFill>
              <a:schemeClr val="tx1"/>
            </a:solidFill>
            <a:miter lim="800000"/>
            <a:headEnd/>
            <a:tailEnd/>
          </a:ln>
        </p:spPr>
        <p:txBody>
          <a:bodyPr/>
          <a:lstStyle/>
          <a:p>
            <a:r>
              <a:rPr lang="en-US" sz="1600" b="1" dirty="0">
                <a:solidFill>
                  <a:srgbClr val="FF99FF"/>
                </a:solidFill>
                <a:latin typeface="Open Sans" panose="020B0606030504020204" pitchFamily="34" charset="0"/>
                <a:ea typeface="Open Sans" panose="020B0606030504020204" pitchFamily="34" charset="0"/>
                <a:cs typeface="Open Sans" panose="020B0606030504020204" pitchFamily="34" charset="0"/>
              </a:rPr>
              <a:t>-Float </a:t>
            </a:r>
            <a:r>
              <a:rPr lang="en-US" sz="1600" b="1" dirty="0">
                <a:latin typeface="Open Sans" panose="020B0606030504020204" pitchFamily="34" charset="0"/>
                <a:ea typeface="Open Sans" panose="020B0606030504020204" pitchFamily="34" charset="0"/>
                <a:cs typeface="Open Sans" panose="020B0606030504020204" pitchFamily="34" charset="0"/>
              </a:rPr>
              <a:t>salary</a:t>
            </a:r>
          </a:p>
          <a:p>
            <a:endParaRPr lang="en-US" sz="1600" dirty="0">
              <a:latin typeface="Open Sans" panose="020B0606030504020204" pitchFamily="34" charset="0"/>
              <a:ea typeface="Open Sans" panose="020B0606030504020204" pitchFamily="34" charset="0"/>
              <a:cs typeface="Open Sans" panose="020B0606030504020204" pitchFamily="34" charset="0"/>
            </a:endParaRPr>
          </a:p>
        </p:txBody>
      </p:sp>
      <p:sp>
        <p:nvSpPr>
          <p:cNvPr id="18" name="Rectangle 13">
            <a:extLst>
              <a:ext uri="{FF2B5EF4-FFF2-40B4-BE49-F238E27FC236}">
                <a16:creationId xmlns:a16="http://schemas.microsoft.com/office/drawing/2014/main" id="{8C26B2CA-74E7-4443-B95D-D3E2432FA79F}"/>
              </a:ext>
            </a:extLst>
          </p:cNvPr>
          <p:cNvSpPr>
            <a:spLocks noChangeArrowheads="1"/>
          </p:cNvSpPr>
          <p:nvPr/>
        </p:nvSpPr>
        <p:spPr bwMode="auto">
          <a:xfrm>
            <a:off x="2926389" y="4019550"/>
            <a:ext cx="3244850" cy="674688"/>
          </a:xfrm>
          <a:prstGeom prst="rect">
            <a:avLst/>
          </a:prstGeom>
          <a:solidFill>
            <a:schemeClr val="bg1"/>
          </a:solidFill>
          <a:ln w="15875">
            <a:solidFill>
              <a:schemeClr val="tx1"/>
            </a:solidFill>
            <a:miter lim="800000"/>
            <a:headEnd/>
            <a:tailEnd/>
          </a:ln>
        </p:spPr>
        <p:txBody>
          <a:bodyPr/>
          <a:lstStyle/>
          <a:p>
            <a:r>
              <a:rPr lang="en-US" sz="1600" b="1" dirty="0">
                <a:solidFill>
                  <a:srgbClr val="FF99FF"/>
                </a:solidFill>
                <a:latin typeface="Open Sans" panose="020B0606030504020204" pitchFamily="34" charset="0"/>
                <a:ea typeface="Open Sans" panose="020B0606030504020204" pitchFamily="34" charset="0"/>
                <a:cs typeface="Open Sans" panose="020B0606030504020204" pitchFamily="34" charset="0"/>
              </a:rPr>
              <a:t>+</a:t>
            </a:r>
            <a:r>
              <a:rPr lang="en-US" sz="1600" b="1" dirty="0" err="1">
                <a:solidFill>
                  <a:srgbClr val="FF99FF"/>
                </a:solidFill>
                <a:latin typeface="Open Sans" panose="020B0606030504020204" pitchFamily="34" charset="0"/>
                <a:ea typeface="Open Sans" panose="020B0606030504020204" pitchFamily="34" charset="0"/>
                <a:cs typeface="Open Sans" panose="020B0606030504020204" pitchFamily="34" charset="0"/>
              </a:rPr>
              <a:t>int</a:t>
            </a:r>
            <a:r>
              <a:rPr lang="en-US" sz="1600" b="1" dirty="0">
                <a:solidFill>
                  <a:srgbClr val="FF99FF"/>
                </a:solidFill>
                <a:latin typeface="Open Sans" panose="020B0606030504020204" pitchFamily="34" charset="0"/>
                <a:ea typeface="Open Sans" panose="020B0606030504020204" pitchFamily="34" charset="0"/>
                <a:cs typeface="Open Sans" panose="020B0606030504020204" pitchFamily="34" charset="0"/>
              </a:rPr>
              <a:t> </a:t>
            </a:r>
            <a:r>
              <a:rPr lang="en-US" sz="1600" b="1" dirty="0" err="1">
                <a:latin typeface="Open Sans" panose="020B0606030504020204" pitchFamily="34" charset="0"/>
                <a:ea typeface="Open Sans" panose="020B0606030504020204" pitchFamily="34" charset="0"/>
                <a:cs typeface="Open Sans" panose="020B0606030504020204" pitchFamily="34" charset="0"/>
              </a:rPr>
              <a:t>getAge</a:t>
            </a:r>
            <a:r>
              <a:rPr lang="en-US" sz="1600" b="1" dirty="0">
                <a:latin typeface="Open Sans" panose="020B0606030504020204" pitchFamily="34" charset="0"/>
                <a:ea typeface="Open Sans" panose="020B0606030504020204" pitchFamily="34" charset="0"/>
                <a:cs typeface="Open Sans" panose="020B0606030504020204" pitchFamily="34" charset="0"/>
              </a:rPr>
              <a:t>()</a:t>
            </a:r>
          </a:p>
          <a:p>
            <a:r>
              <a:rPr lang="en-US" sz="1600" b="1" dirty="0">
                <a:solidFill>
                  <a:srgbClr val="FF99FF"/>
                </a:solidFill>
                <a:latin typeface="Open Sans" panose="020B0606030504020204" pitchFamily="34" charset="0"/>
                <a:ea typeface="Open Sans" panose="020B0606030504020204" pitchFamily="34" charset="0"/>
                <a:cs typeface="Open Sans" panose="020B0606030504020204" pitchFamily="34" charset="0"/>
              </a:rPr>
              <a:t>+Price</a:t>
            </a:r>
            <a:r>
              <a:rPr lang="en-US" sz="1600" b="1" dirty="0">
                <a:solidFill>
                  <a:srgbClr val="000000"/>
                </a:solidFill>
                <a:latin typeface="Open Sans" panose="020B0606030504020204" pitchFamily="34" charset="0"/>
                <a:ea typeface="Open Sans" panose="020B0606030504020204" pitchFamily="34" charset="0"/>
                <a:cs typeface="Open Sans" panose="020B0606030504020204" pitchFamily="34" charset="0"/>
              </a:rPr>
              <a:t> </a:t>
            </a:r>
            <a:r>
              <a:rPr lang="en-US" sz="1600" b="1" dirty="0" err="1">
                <a:latin typeface="Open Sans" panose="020B0606030504020204" pitchFamily="34" charset="0"/>
                <a:ea typeface="Open Sans" panose="020B0606030504020204" pitchFamily="34" charset="0"/>
                <a:cs typeface="Open Sans" panose="020B0606030504020204" pitchFamily="34" charset="0"/>
              </a:rPr>
              <a:t>getSalary</a:t>
            </a:r>
            <a:r>
              <a:rPr lang="en-US" sz="1600" b="1" dirty="0">
                <a:latin typeface="Open Sans" panose="020B0606030504020204" pitchFamily="34" charset="0"/>
                <a:ea typeface="Open Sans" panose="020B0606030504020204" pitchFamily="34" charset="0"/>
                <a:cs typeface="Open Sans" panose="020B0606030504020204" pitchFamily="34" charset="0"/>
              </a:rPr>
              <a:t>()</a:t>
            </a:r>
          </a:p>
          <a:p>
            <a:endParaRPr lang="en-US" sz="1600" dirty="0">
              <a:latin typeface="Open Sans" panose="020B0606030504020204" pitchFamily="34" charset="0"/>
              <a:ea typeface="Open Sans" panose="020B0606030504020204" pitchFamily="34" charset="0"/>
              <a:cs typeface="Open Sans" panose="020B0606030504020204" pitchFamily="34" charset="0"/>
            </a:endParaRPr>
          </a:p>
        </p:txBody>
      </p:sp>
      <p:sp>
        <p:nvSpPr>
          <p:cNvPr id="19" name="AutoShape 14">
            <a:extLst>
              <a:ext uri="{FF2B5EF4-FFF2-40B4-BE49-F238E27FC236}">
                <a16:creationId xmlns:a16="http://schemas.microsoft.com/office/drawing/2014/main" id="{917EBB45-C340-4C4E-BD62-9FD3015F791E}"/>
              </a:ext>
            </a:extLst>
          </p:cNvPr>
          <p:cNvSpPr>
            <a:spLocks noChangeArrowheads="1"/>
          </p:cNvSpPr>
          <p:nvPr/>
        </p:nvSpPr>
        <p:spPr bwMode="auto">
          <a:xfrm>
            <a:off x="729262" y="4500245"/>
            <a:ext cx="1671638" cy="619125"/>
          </a:xfrm>
          <a:prstGeom prst="wedgeRoundRectCallout">
            <a:avLst>
              <a:gd name="adj1" fmla="val 84472"/>
              <a:gd name="adj2" fmla="val -57694"/>
              <a:gd name="adj3" fmla="val 16667"/>
            </a:avLst>
          </a:prstGeom>
          <a:solidFill>
            <a:schemeClr val="bg1"/>
          </a:solidFill>
          <a:ln w="9525">
            <a:solidFill>
              <a:schemeClr val="tx1"/>
            </a:solidFill>
            <a:miter lim="800000"/>
            <a:headEnd/>
            <a:tailEnd/>
          </a:ln>
        </p:spPr>
        <p:txBody>
          <a:bodyPr wrap="none" anchor="ctr"/>
          <a:lstStyle/>
          <a:p>
            <a:pPr algn="ctr"/>
            <a:r>
              <a:rPr lang="en-US" sz="1600" dirty="0">
                <a:solidFill>
                  <a:srgbClr val="FF99FF"/>
                </a:solidFill>
                <a:latin typeface="Open Sans" panose="020B0606030504020204" pitchFamily="34" charset="0"/>
                <a:ea typeface="Open Sans" panose="020B0606030504020204" pitchFamily="34" charset="0"/>
                <a:cs typeface="Open Sans" panose="020B0606030504020204" pitchFamily="34" charset="0"/>
              </a:rPr>
              <a:t>Signature</a:t>
            </a:r>
          </a:p>
        </p:txBody>
      </p:sp>
      <p:sp>
        <p:nvSpPr>
          <p:cNvPr id="20" name="AutoShape 15">
            <a:extLst>
              <a:ext uri="{FF2B5EF4-FFF2-40B4-BE49-F238E27FC236}">
                <a16:creationId xmlns:a16="http://schemas.microsoft.com/office/drawing/2014/main" id="{F8297DC0-2802-404F-9307-CBE08D0D0F0B}"/>
              </a:ext>
            </a:extLst>
          </p:cNvPr>
          <p:cNvSpPr>
            <a:spLocks noChangeArrowheads="1"/>
          </p:cNvSpPr>
          <p:nvPr/>
        </p:nvSpPr>
        <p:spPr bwMode="auto">
          <a:xfrm>
            <a:off x="992814" y="3305446"/>
            <a:ext cx="1214438" cy="457200"/>
          </a:xfrm>
          <a:prstGeom prst="wedgeRoundRectCallout">
            <a:avLst>
              <a:gd name="adj1" fmla="val 121370"/>
              <a:gd name="adj2" fmla="val 84375"/>
              <a:gd name="adj3" fmla="val 16667"/>
            </a:avLst>
          </a:prstGeom>
          <a:solidFill>
            <a:schemeClr val="bg1"/>
          </a:solidFill>
          <a:ln w="9525">
            <a:solidFill>
              <a:schemeClr val="tx1"/>
            </a:solidFill>
            <a:miter lim="800000"/>
            <a:headEnd/>
            <a:tailEnd/>
          </a:ln>
        </p:spPr>
        <p:txBody>
          <a:bodyPr wrap="none" anchor="ctr"/>
          <a:lstStyle/>
          <a:p>
            <a:pPr algn="ctr"/>
            <a:r>
              <a:rPr lang="en-US" sz="1600">
                <a:solidFill>
                  <a:srgbClr val="FF99FF"/>
                </a:solidFill>
                <a:latin typeface="Open Sans" panose="020B0606030504020204" pitchFamily="34" charset="0"/>
                <a:ea typeface="Open Sans" panose="020B0606030504020204" pitchFamily="34" charset="0"/>
                <a:cs typeface="Open Sans" panose="020B0606030504020204" pitchFamily="34" charset="0"/>
              </a:rPr>
              <a:t>type</a:t>
            </a:r>
          </a:p>
        </p:txBody>
      </p:sp>
      <p:sp>
        <p:nvSpPr>
          <p:cNvPr id="21" name="AutoShape 16">
            <a:extLst>
              <a:ext uri="{FF2B5EF4-FFF2-40B4-BE49-F238E27FC236}">
                <a16:creationId xmlns:a16="http://schemas.microsoft.com/office/drawing/2014/main" id="{893847CD-48C8-4689-9D0E-00BAC516FCEC}"/>
              </a:ext>
            </a:extLst>
          </p:cNvPr>
          <p:cNvSpPr>
            <a:spLocks noChangeArrowheads="1"/>
          </p:cNvSpPr>
          <p:nvPr/>
        </p:nvSpPr>
        <p:spPr bwMode="auto">
          <a:xfrm>
            <a:off x="6393489" y="3438525"/>
            <a:ext cx="1606550" cy="619125"/>
          </a:xfrm>
          <a:prstGeom prst="wedgeRoundRectCallout">
            <a:avLst>
              <a:gd name="adj1" fmla="val -77370"/>
              <a:gd name="adj2" fmla="val 10769"/>
              <a:gd name="adj3" fmla="val 16667"/>
            </a:avLst>
          </a:prstGeom>
          <a:solidFill>
            <a:schemeClr val="bg1"/>
          </a:solidFill>
          <a:ln w="9525">
            <a:solidFill>
              <a:schemeClr val="tx1"/>
            </a:solidFill>
            <a:miter lim="800000"/>
            <a:headEnd/>
            <a:tailEnd/>
          </a:ln>
        </p:spPr>
        <p:txBody>
          <a:bodyPr wrap="none" anchor="ctr"/>
          <a:lstStyle/>
          <a:p>
            <a:pPr algn="ctr"/>
            <a:r>
              <a:rPr lang="en-US" sz="1600">
                <a:solidFill>
                  <a:srgbClr val="FF99FF"/>
                </a:solidFill>
                <a:latin typeface="Open Sans" panose="020B0606030504020204" pitchFamily="34" charset="0"/>
                <a:ea typeface="Open Sans" panose="020B0606030504020204" pitchFamily="34" charset="0"/>
                <a:cs typeface="Open Sans" panose="020B0606030504020204" pitchFamily="34" charset="0"/>
              </a:rPr>
              <a:t>Attributes</a:t>
            </a:r>
          </a:p>
        </p:txBody>
      </p:sp>
      <p:sp>
        <p:nvSpPr>
          <p:cNvPr id="22" name="AutoShape 17">
            <a:extLst>
              <a:ext uri="{FF2B5EF4-FFF2-40B4-BE49-F238E27FC236}">
                <a16:creationId xmlns:a16="http://schemas.microsoft.com/office/drawing/2014/main" id="{2870FBD0-6D81-4763-8404-2A1DB24584EE}"/>
              </a:ext>
            </a:extLst>
          </p:cNvPr>
          <p:cNvSpPr>
            <a:spLocks noChangeArrowheads="1"/>
          </p:cNvSpPr>
          <p:nvPr/>
        </p:nvSpPr>
        <p:spPr bwMode="auto">
          <a:xfrm>
            <a:off x="6482416" y="4459287"/>
            <a:ext cx="1644650" cy="619125"/>
          </a:xfrm>
          <a:prstGeom prst="wedgeRoundRectCallout">
            <a:avLst>
              <a:gd name="adj1" fmla="val -81083"/>
              <a:gd name="adj2" fmla="val -73847"/>
              <a:gd name="adj3" fmla="val 16667"/>
            </a:avLst>
          </a:prstGeom>
          <a:solidFill>
            <a:schemeClr val="bg1"/>
          </a:solidFill>
          <a:ln w="9525">
            <a:solidFill>
              <a:schemeClr val="tx1"/>
            </a:solidFill>
            <a:miter lim="800000"/>
            <a:headEnd/>
            <a:tailEnd/>
          </a:ln>
        </p:spPr>
        <p:txBody>
          <a:bodyPr wrap="none" anchor="ctr"/>
          <a:lstStyle/>
          <a:p>
            <a:pPr algn="ctr"/>
            <a:r>
              <a:rPr lang="en-US" sz="1600">
                <a:solidFill>
                  <a:srgbClr val="FF99FF"/>
                </a:solidFill>
                <a:latin typeface="Open Sans" panose="020B0606030504020204" pitchFamily="34" charset="0"/>
                <a:ea typeface="Open Sans" panose="020B0606030504020204" pitchFamily="34" charset="0"/>
                <a:cs typeface="Open Sans" panose="020B0606030504020204" pitchFamily="34" charset="0"/>
              </a:rPr>
              <a:t>Operations</a:t>
            </a:r>
          </a:p>
        </p:txBody>
      </p:sp>
    </p:spTree>
    <p:extLst>
      <p:ext uri="{BB962C8B-B14F-4D97-AF65-F5344CB8AC3E}">
        <p14:creationId xmlns:p14="http://schemas.microsoft.com/office/powerpoint/2010/main" val="19441441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499"/>
                                          </p:stCondLst>
                                        </p:cTn>
                                        <p:tgtEl>
                                          <p:spTgt spid="14"/>
                                        </p:tgtEl>
                                        <p:attrNameLst>
                                          <p:attrName>style.visibility</p:attrName>
                                        </p:attrNameLst>
                                      </p:cBhvr>
                                      <p:to>
                                        <p:strVal val="visible"/>
                                      </p:to>
                                    </p:set>
                                  </p:childTnLst>
                                </p:cTn>
                              </p:par>
                              <p:par>
                                <p:cTn id="7" presetID="9" presetClass="entr" presetSubtype="0" fill="hold" grpId="0" nodeType="withEffect">
                                  <p:stCondLst>
                                    <p:cond delay="0"/>
                                  </p:stCondLst>
                                  <p:childTnLst>
                                    <p:set>
                                      <p:cBhvr>
                                        <p:cTn id="8" dur="1" fill="hold">
                                          <p:stCondLst>
                                            <p:cond delay="0"/>
                                          </p:stCondLst>
                                        </p:cTn>
                                        <p:tgtEl>
                                          <p:spTgt spid="15"/>
                                        </p:tgtEl>
                                        <p:attrNameLst>
                                          <p:attrName>style.visibility</p:attrName>
                                        </p:attrNameLst>
                                      </p:cBhvr>
                                      <p:to>
                                        <p:strVal val="visible"/>
                                      </p:to>
                                    </p:set>
                                    <p:animEffect transition="in" filter="dissolve">
                                      <p:cBhvr>
                                        <p:cTn id="9" dur="500"/>
                                        <p:tgtEl>
                                          <p:spTgt spid="15"/>
                                        </p:tgtEl>
                                      </p:cBhvr>
                                    </p:animEffect>
                                  </p:childTnLst>
                                </p:cTn>
                              </p:par>
                              <p:par>
                                <p:cTn id="10" presetID="9" presetClass="entr" presetSubtype="0" fill="hold" grpId="0" nodeType="with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dissolve">
                                      <p:cBhvr>
                                        <p:cTn id="12" dur="500"/>
                                        <p:tgtEl>
                                          <p:spTgt spid="16"/>
                                        </p:tgtEl>
                                      </p:cBhvr>
                                    </p:animEffect>
                                  </p:childTnLst>
                                </p:cTn>
                              </p:par>
                              <p:par>
                                <p:cTn id="13" presetID="9" presetClass="entr" presetSubtype="0" fill="hold" grpId="0" nodeType="withEffect">
                                  <p:stCondLst>
                                    <p:cond delay="0"/>
                                  </p:stCondLst>
                                  <p:childTnLst>
                                    <p:set>
                                      <p:cBhvr>
                                        <p:cTn id="14" dur="1" fill="hold">
                                          <p:stCondLst>
                                            <p:cond delay="0"/>
                                          </p:stCondLst>
                                        </p:cTn>
                                        <p:tgtEl>
                                          <p:spTgt spid="17"/>
                                        </p:tgtEl>
                                        <p:attrNameLst>
                                          <p:attrName>style.visibility</p:attrName>
                                        </p:attrNameLst>
                                      </p:cBhvr>
                                      <p:to>
                                        <p:strVal val="visible"/>
                                      </p:to>
                                    </p:set>
                                    <p:animEffect transition="in" filter="dissolve">
                                      <p:cBhvr>
                                        <p:cTn id="15" dur="500"/>
                                        <p:tgtEl>
                                          <p:spTgt spid="17"/>
                                        </p:tgtEl>
                                      </p:cBhvr>
                                    </p:animEffect>
                                  </p:childTnLst>
                                </p:cTn>
                              </p:par>
                              <p:par>
                                <p:cTn id="16" presetID="9" presetClass="entr" presetSubtype="0" fill="hold" grpId="0" nodeType="withEffect">
                                  <p:stCondLst>
                                    <p:cond delay="0"/>
                                  </p:stCondLst>
                                  <p:childTnLst>
                                    <p:set>
                                      <p:cBhvr>
                                        <p:cTn id="17" dur="1" fill="hold">
                                          <p:stCondLst>
                                            <p:cond delay="0"/>
                                          </p:stCondLst>
                                        </p:cTn>
                                        <p:tgtEl>
                                          <p:spTgt spid="18"/>
                                        </p:tgtEl>
                                        <p:attrNameLst>
                                          <p:attrName>style.visibility</p:attrName>
                                        </p:attrNameLst>
                                      </p:cBhvr>
                                      <p:to>
                                        <p:strVal val="visible"/>
                                      </p:to>
                                    </p:set>
                                    <p:animEffect transition="in" filter="dissolve">
                                      <p:cBhvr>
                                        <p:cTn id="18" dur="500"/>
                                        <p:tgtEl>
                                          <p:spTgt spid="18"/>
                                        </p:tgtEl>
                                      </p:cBhvr>
                                    </p:animEffec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9"/>
                                          </p:stCondLst>
                                        </p:cTn>
                                        <p:tgtEl>
                                          <p:spTgt spid="2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499"/>
                                          </p:stCondLst>
                                        </p:cTn>
                                        <p:tgtEl>
                                          <p:spTgt spid="20"/>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9"/>
                                          </p:stCondLst>
                                        </p:cTn>
                                        <p:tgtEl>
                                          <p:spTgt spid="22"/>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499"/>
                                          </p:stCondLst>
                                        </p:cTn>
                                        <p:tgtEl>
                                          <p:spTgt spid="19"/>
                                        </p:tgtEl>
                                        <p:attrNameLst>
                                          <p:attrName>style.visibility</p:attrName>
                                        </p:attrNameLst>
                                      </p:cBhvr>
                                      <p:to>
                                        <p:strVal val="visible"/>
                                      </p:to>
                                    </p:set>
                                  </p:childTnLst>
                                </p:cTn>
                              </p:par>
                            </p:childTnLst>
                          </p:cTn>
                        </p:par>
                        <p:par>
                          <p:cTn id="31" fill="hold">
                            <p:stCondLst>
                              <p:cond delay="500"/>
                            </p:stCondLst>
                            <p:childTnLst>
                              <p:par>
                                <p:cTn id="32" presetID="9" presetClass="emph" presetSubtype="0" nodeType="afterEffect">
                                  <p:stCondLst>
                                    <p:cond delay="0"/>
                                  </p:stCondLst>
                                  <p:childTnLst>
                                    <p:set>
                                      <p:cBhvr rctx="PPT">
                                        <p:cTn id="33" dur="indefinite"/>
                                        <p:tgtEl>
                                          <p:spTgt spid="17"/>
                                        </p:tgtEl>
                                        <p:attrNameLst>
                                          <p:attrName>style.opacity</p:attrName>
                                        </p:attrNameLst>
                                      </p:cBhvr>
                                      <p:to>
                                        <p:strVal val="0.5"/>
                                      </p:to>
                                    </p:set>
                                    <p:animEffect filter="image" prLst="opacity: 0.5">
                                      <p:cBhvr rctx="IE">
                                        <p:cTn id="34" dur="indefinite"/>
                                        <p:tgtEl>
                                          <p:spTgt spid="17"/>
                                        </p:tgtEl>
                                      </p:cBhvr>
                                    </p:animEffect>
                                  </p:childTnLst>
                                </p:cTn>
                              </p:par>
                              <p:par>
                                <p:cTn id="35" presetID="9" presetClass="emph" presetSubtype="0" nodeType="withEffect">
                                  <p:stCondLst>
                                    <p:cond delay="0"/>
                                  </p:stCondLst>
                                  <p:childTnLst>
                                    <p:set>
                                      <p:cBhvr rctx="PPT">
                                        <p:cTn id="36" dur="indefinite"/>
                                        <p:tgtEl>
                                          <p:spTgt spid="18"/>
                                        </p:tgtEl>
                                        <p:attrNameLst>
                                          <p:attrName>style.opacity</p:attrName>
                                        </p:attrNameLst>
                                      </p:cBhvr>
                                      <p:to>
                                        <p:strVal val="0.5"/>
                                      </p:to>
                                    </p:set>
                                    <p:animEffect filter="image" prLst="opacity: 0.5">
                                      <p:cBhvr rctx="IE">
                                        <p:cTn id="37" dur="indefinite"/>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autoUpdateAnimBg="0"/>
      <p:bldP spid="15" grpId="0" animBg="1"/>
      <p:bldP spid="16" grpId="0" animBg="1"/>
      <p:bldP spid="17" grpId="0" animBg="1"/>
      <p:bldP spid="18" grpId="0" animBg="1"/>
      <p:bldP spid="19" grpId="0" animBg="1" autoUpdateAnimBg="0"/>
      <p:bldP spid="20" grpId="0" animBg="1" autoUpdateAnimBg="0"/>
      <p:bldP spid="21" grpId="0" animBg="1" autoUpdateAnimBg="0"/>
      <p:bldP spid="22" grpId="0" animBg="1" autoUpdateAnimBg="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652"/>
        <p:cNvGrpSpPr/>
        <p:nvPr/>
      </p:nvGrpSpPr>
      <p:grpSpPr>
        <a:xfrm>
          <a:off x="0" y="0"/>
          <a:ext cx="0" cy="0"/>
          <a:chOff x="0" y="0"/>
          <a:chExt cx="0" cy="0"/>
        </a:xfrm>
      </p:grpSpPr>
      <p:cxnSp>
        <p:nvCxnSpPr>
          <p:cNvPr id="658" name="Google Shape;658;p31"/>
          <p:cNvCxnSpPr/>
          <p:nvPr/>
        </p:nvCxnSpPr>
        <p:spPr>
          <a:xfrm>
            <a:off x="0" y="307163"/>
            <a:ext cx="4570500" cy="0"/>
          </a:xfrm>
          <a:prstGeom prst="straightConnector1">
            <a:avLst/>
          </a:prstGeom>
          <a:noFill/>
          <a:ln w="9525" cap="flat" cmpd="sng">
            <a:solidFill>
              <a:schemeClr val="dk1"/>
            </a:solidFill>
            <a:prstDash val="solid"/>
            <a:round/>
            <a:headEnd type="none" w="med" len="med"/>
            <a:tailEnd type="none" w="med" len="med"/>
          </a:ln>
        </p:spPr>
      </p:cxnSp>
      <p:sp>
        <p:nvSpPr>
          <p:cNvPr id="9" name="Slide Number Placeholder 6">
            <a:extLst>
              <a:ext uri="{FF2B5EF4-FFF2-40B4-BE49-F238E27FC236}">
                <a16:creationId xmlns:a16="http://schemas.microsoft.com/office/drawing/2014/main" id="{6861A4B6-C695-4487-9ABB-2543839B96E1}"/>
              </a:ext>
            </a:extLst>
          </p:cNvPr>
          <p:cNvSpPr txBox="1">
            <a:spLocks/>
          </p:cNvSpPr>
          <p:nvPr/>
        </p:nvSpPr>
        <p:spPr>
          <a:xfrm>
            <a:off x="8610600" y="6477000"/>
            <a:ext cx="457200" cy="474663"/>
          </a:xfrm>
          <a:prstGeom prst="rect">
            <a:avLst/>
          </a:prstGeom>
          <a:noFill/>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fld id="{9B62A484-5981-45BD-876C-2B939B2CDE75}" type="slidenum">
              <a:rPr lang="en-US" sz="1600" smtClean="0">
                <a:latin typeface="Open Sans" panose="020B0606030504020204" pitchFamily="34" charset="0"/>
                <a:ea typeface="Open Sans" panose="020B0606030504020204" pitchFamily="34" charset="0"/>
                <a:cs typeface="Open Sans" panose="020B0606030504020204" pitchFamily="34" charset="0"/>
              </a:rPr>
              <a:pPr/>
              <a:t>34</a:t>
            </a:fld>
            <a:endParaRPr lang="en-US" sz="1600">
              <a:latin typeface="Open Sans" panose="020B0606030504020204" pitchFamily="34" charset="0"/>
              <a:ea typeface="Open Sans" panose="020B0606030504020204" pitchFamily="34" charset="0"/>
              <a:cs typeface="Open Sans" panose="020B0606030504020204" pitchFamily="34" charset="0"/>
            </a:endParaRPr>
          </a:p>
        </p:txBody>
      </p:sp>
      <p:sp>
        <p:nvSpPr>
          <p:cNvPr id="10" name="Rectangle 3">
            <a:extLst>
              <a:ext uri="{FF2B5EF4-FFF2-40B4-BE49-F238E27FC236}">
                <a16:creationId xmlns:a16="http://schemas.microsoft.com/office/drawing/2014/main" id="{02EC6257-D5AD-4078-9F57-08AA76722A1F}"/>
              </a:ext>
            </a:extLst>
          </p:cNvPr>
          <p:cNvSpPr txBox="1">
            <a:spLocks noChangeArrowheads="1"/>
          </p:cNvSpPr>
          <p:nvPr/>
        </p:nvSpPr>
        <p:spPr>
          <a:xfrm>
            <a:off x="717884" y="1200315"/>
            <a:ext cx="7696200" cy="68720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ctr" rtl="0">
              <a:lnSpc>
                <a:spcPct val="100000"/>
              </a:lnSpc>
              <a:spcBef>
                <a:spcPts val="0"/>
              </a:spcBef>
              <a:spcAft>
                <a:spcPts val="0"/>
              </a:spcAft>
              <a:buClr>
                <a:schemeClr val="dk1"/>
              </a:buClr>
              <a:buSzPts val="1200"/>
              <a:buFont typeface="Darker Grotesque Medium"/>
              <a:buNone/>
              <a:defRPr sz="1200" b="0" i="0" u="none" strike="noStrike" cap="none">
                <a:solidFill>
                  <a:schemeClr val="dk1"/>
                </a:solidFill>
                <a:latin typeface="Darker Grotesque Medium"/>
                <a:ea typeface="Darker Grotesque Medium"/>
                <a:cs typeface="Darker Grotesque Medium"/>
                <a:sym typeface="Darker Grotesque Medium"/>
              </a:defRPr>
            </a:lvl1pPr>
            <a:lvl2pPr marL="914400" marR="0" lvl="1" indent="-304800" algn="l" rtl="0">
              <a:lnSpc>
                <a:spcPct val="100000"/>
              </a:lnSpc>
              <a:spcBef>
                <a:spcPts val="0"/>
              </a:spcBef>
              <a:spcAft>
                <a:spcPts val="0"/>
              </a:spcAft>
              <a:buClr>
                <a:schemeClr val="dk1"/>
              </a:buClr>
              <a:buSzPts val="1200"/>
              <a:buFont typeface="Darker Grotesque Medium"/>
              <a:buNone/>
              <a:defRPr sz="1200" b="0" i="0" u="none" strike="noStrike" cap="none">
                <a:solidFill>
                  <a:schemeClr val="dk1"/>
                </a:solidFill>
                <a:latin typeface="Darker Grotesque Medium"/>
                <a:ea typeface="Darker Grotesque Medium"/>
                <a:cs typeface="Darker Grotesque Medium"/>
                <a:sym typeface="Darker Grotesque Medium"/>
              </a:defRPr>
            </a:lvl2pPr>
            <a:lvl3pPr marL="1371600" marR="0" lvl="2" indent="-304800" algn="l" rtl="0">
              <a:lnSpc>
                <a:spcPct val="100000"/>
              </a:lnSpc>
              <a:spcBef>
                <a:spcPts val="0"/>
              </a:spcBef>
              <a:spcAft>
                <a:spcPts val="0"/>
              </a:spcAft>
              <a:buClr>
                <a:schemeClr val="dk1"/>
              </a:buClr>
              <a:buSzPts val="1200"/>
              <a:buFont typeface="Darker Grotesque Medium"/>
              <a:buNone/>
              <a:defRPr sz="1200" b="0" i="0" u="none" strike="noStrike" cap="none">
                <a:solidFill>
                  <a:schemeClr val="dk1"/>
                </a:solidFill>
                <a:latin typeface="Darker Grotesque Medium"/>
                <a:ea typeface="Darker Grotesque Medium"/>
                <a:cs typeface="Darker Grotesque Medium"/>
                <a:sym typeface="Darker Grotesque Medium"/>
              </a:defRPr>
            </a:lvl3pPr>
            <a:lvl4pPr marL="1828800" marR="0" lvl="3" indent="-304800" algn="l" rtl="0">
              <a:lnSpc>
                <a:spcPct val="100000"/>
              </a:lnSpc>
              <a:spcBef>
                <a:spcPts val="0"/>
              </a:spcBef>
              <a:spcAft>
                <a:spcPts val="0"/>
              </a:spcAft>
              <a:buClr>
                <a:schemeClr val="dk1"/>
              </a:buClr>
              <a:buSzPts val="1200"/>
              <a:buFont typeface="Darker Grotesque Medium"/>
              <a:buNone/>
              <a:defRPr sz="1200" b="0" i="0" u="none" strike="noStrike" cap="none">
                <a:solidFill>
                  <a:schemeClr val="dk1"/>
                </a:solidFill>
                <a:latin typeface="Darker Grotesque Medium"/>
                <a:ea typeface="Darker Grotesque Medium"/>
                <a:cs typeface="Darker Grotesque Medium"/>
                <a:sym typeface="Darker Grotesque Medium"/>
              </a:defRPr>
            </a:lvl4pPr>
            <a:lvl5pPr marL="2286000" marR="0" lvl="4" indent="-304800" algn="l" rtl="0">
              <a:lnSpc>
                <a:spcPct val="100000"/>
              </a:lnSpc>
              <a:spcBef>
                <a:spcPts val="0"/>
              </a:spcBef>
              <a:spcAft>
                <a:spcPts val="0"/>
              </a:spcAft>
              <a:buClr>
                <a:schemeClr val="dk1"/>
              </a:buClr>
              <a:buSzPts val="1200"/>
              <a:buFont typeface="Darker Grotesque Medium"/>
              <a:buNone/>
              <a:defRPr sz="1200" b="0" i="0" u="none" strike="noStrike" cap="none">
                <a:solidFill>
                  <a:schemeClr val="dk1"/>
                </a:solidFill>
                <a:latin typeface="Darker Grotesque Medium"/>
                <a:ea typeface="Darker Grotesque Medium"/>
                <a:cs typeface="Darker Grotesque Medium"/>
                <a:sym typeface="Darker Grotesque Medium"/>
              </a:defRPr>
            </a:lvl5pPr>
            <a:lvl6pPr marL="2743200" marR="0" lvl="5" indent="-304800" algn="l" rtl="0">
              <a:lnSpc>
                <a:spcPct val="100000"/>
              </a:lnSpc>
              <a:spcBef>
                <a:spcPts val="0"/>
              </a:spcBef>
              <a:spcAft>
                <a:spcPts val="0"/>
              </a:spcAft>
              <a:buClr>
                <a:schemeClr val="dk1"/>
              </a:buClr>
              <a:buSzPts val="1200"/>
              <a:buFont typeface="Darker Grotesque Medium"/>
              <a:buNone/>
              <a:defRPr sz="1200" b="0" i="0" u="none" strike="noStrike" cap="none">
                <a:solidFill>
                  <a:schemeClr val="dk1"/>
                </a:solidFill>
                <a:latin typeface="Darker Grotesque Medium"/>
                <a:ea typeface="Darker Grotesque Medium"/>
                <a:cs typeface="Darker Grotesque Medium"/>
                <a:sym typeface="Darker Grotesque Medium"/>
              </a:defRPr>
            </a:lvl6pPr>
            <a:lvl7pPr marL="3200400" marR="0" lvl="6" indent="-304800" algn="l" rtl="0">
              <a:lnSpc>
                <a:spcPct val="100000"/>
              </a:lnSpc>
              <a:spcBef>
                <a:spcPts val="0"/>
              </a:spcBef>
              <a:spcAft>
                <a:spcPts val="0"/>
              </a:spcAft>
              <a:buClr>
                <a:schemeClr val="dk1"/>
              </a:buClr>
              <a:buSzPts val="1200"/>
              <a:buFont typeface="Darker Grotesque Medium"/>
              <a:buNone/>
              <a:defRPr sz="1200" b="0" i="0" u="none" strike="noStrike" cap="none">
                <a:solidFill>
                  <a:schemeClr val="dk1"/>
                </a:solidFill>
                <a:latin typeface="Darker Grotesque Medium"/>
                <a:ea typeface="Darker Grotesque Medium"/>
                <a:cs typeface="Darker Grotesque Medium"/>
                <a:sym typeface="Darker Grotesque Medium"/>
              </a:defRPr>
            </a:lvl7pPr>
            <a:lvl8pPr marL="3657600" marR="0" lvl="7" indent="-304800" algn="l" rtl="0">
              <a:lnSpc>
                <a:spcPct val="100000"/>
              </a:lnSpc>
              <a:spcBef>
                <a:spcPts val="0"/>
              </a:spcBef>
              <a:spcAft>
                <a:spcPts val="0"/>
              </a:spcAft>
              <a:buClr>
                <a:schemeClr val="dk1"/>
              </a:buClr>
              <a:buSzPts val="1200"/>
              <a:buFont typeface="Darker Grotesque Medium"/>
              <a:buNone/>
              <a:defRPr sz="1200" b="0" i="0" u="none" strike="noStrike" cap="none">
                <a:solidFill>
                  <a:schemeClr val="dk1"/>
                </a:solidFill>
                <a:latin typeface="Darker Grotesque Medium"/>
                <a:ea typeface="Darker Grotesque Medium"/>
                <a:cs typeface="Darker Grotesque Medium"/>
                <a:sym typeface="Darker Grotesque Medium"/>
              </a:defRPr>
            </a:lvl8pPr>
            <a:lvl9pPr marL="4114800" marR="0" lvl="8" indent="-304800" algn="l" rtl="0">
              <a:lnSpc>
                <a:spcPct val="100000"/>
              </a:lnSpc>
              <a:spcBef>
                <a:spcPts val="0"/>
              </a:spcBef>
              <a:spcAft>
                <a:spcPts val="0"/>
              </a:spcAft>
              <a:buClr>
                <a:schemeClr val="dk1"/>
              </a:buClr>
              <a:buSzPts val="1200"/>
              <a:buFont typeface="Darker Grotesque Medium"/>
              <a:buNone/>
              <a:defRPr sz="1200" b="0" i="0" u="none" strike="noStrike" cap="none">
                <a:solidFill>
                  <a:schemeClr val="dk1"/>
                </a:solidFill>
                <a:latin typeface="Darker Grotesque Medium"/>
                <a:ea typeface="Darker Grotesque Medium"/>
                <a:cs typeface="Darker Grotesque Medium"/>
                <a:sym typeface="Darker Grotesque Medium"/>
              </a:defRPr>
            </a:lvl9pPr>
          </a:lstStyle>
          <a:p>
            <a:pPr marL="152400" indent="0" algn="l">
              <a:lnSpc>
                <a:spcPct val="90000"/>
              </a:lnSpc>
            </a:pPr>
            <a:r>
              <a:rPr lang="en-US" sz="1600" dirty="0">
                <a:latin typeface="Open Sans" panose="020B0606030504020204" pitchFamily="34" charset="0"/>
                <a:ea typeface="Open Sans" panose="020B0606030504020204" pitchFamily="34" charset="0"/>
                <a:cs typeface="Open Sans" panose="020B0606030504020204" pitchFamily="34" charset="0"/>
              </a:rPr>
              <a:t>A </a:t>
            </a:r>
            <a:r>
              <a:rPr lang="en-US" sz="1600" i="1" dirty="0">
                <a:solidFill>
                  <a:srgbClr val="FF6600"/>
                </a:solidFill>
                <a:latin typeface="Open Sans" panose="020B0606030504020204" pitchFamily="34" charset="0"/>
                <a:ea typeface="Open Sans" panose="020B0606030504020204" pitchFamily="34" charset="0"/>
                <a:cs typeface="Open Sans" panose="020B0606030504020204" pitchFamily="34" charset="0"/>
              </a:rPr>
              <a:t>class</a:t>
            </a:r>
            <a:r>
              <a:rPr lang="en-US" sz="1600" dirty="0">
                <a:solidFill>
                  <a:srgbClr val="FF0000"/>
                </a:solidFill>
                <a:latin typeface="Open Sans" panose="020B0606030504020204" pitchFamily="34" charset="0"/>
                <a:ea typeface="Open Sans" panose="020B0606030504020204" pitchFamily="34" charset="0"/>
                <a:cs typeface="Open Sans" panose="020B0606030504020204" pitchFamily="34" charset="0"/>
              </a:rPr>
              <a:t> </a:t>
            </a:r>
            <a:r>
              <a:rPr lang="en-US" sz="1600" dirty="0">
                <a:latin typeface="Open Sans" panose="020B0606030504020204" pitchFamily="34" charset="0"/>
                <a:ea typeface="Open Sans" panose="020B0606030504020204" pitchFamily="34" charset="0"/>
                <a:cs typeface="Open Sans" panose="020B0606030504020204" pitchFamily="34" charset="0"/>
              </a:rPr>
              <a:t>represent A class encapsulates state </a:t>
            </a:r>
            <a:r>
              <a:rPr lang="en-US" sz="1600" i="1" dirty="0">
                <a:latin typeface="Open Sans" panose="020B0606030504020204" pitchFamily="34" charset="0"/>
                <a:ea typeface="Open Sans" panose="020B0606030504020204" pitchFamily="34" charset="0"/>
                <a:cs typeface="Open Sans" panose="020B0606030504020204" pitchFamily="34" charset="0"/>
              </a:rPr>
              <a:t>(</a:t>
            </a:r>
            <a:r>
              <a:rPr lang="en-US" sz="1600" i="1" dirty="0">
                <a:solidFill>
                  <a:srgbClr val="FF6600"/>
                </a:solidFill>
                <a:latin typeface="Open Sans" panose="020B0606030504020204" pitchFamily="34" charset="0"/>
                <a:ea typeface="Open Sans" panose="020B0606030504020204" pitchFamily="34" charset="0"/>
                <a:cs typeface="Open Sans" panose="020B0606030504020204" pitchFamily="34" charset="0"/>
              </a:rPr>
              <a:t>attributes</a:t>
            </a:r>
            <a:r>
              <a:rPr lang="en-US" sz="1600" i="1" dirty="0">
                <a:latin typeface="Open Sans" panose="020B0606030504020204" pitchFamily="34" charset="0"/>
                <a:ea typeface="Open Sans" panose="020B0606030504020204" pitchFamily="34" charset="0"/>
                <a:cs typeface="Open Sans" panose="020B0606030504020204" pitchFamily="34" charset="0"/>
              </a:rPr>
              <a:t>)</a:t>
            </a:r>
            <a:r>
              <a:rPr lang="en-US" sz="1600" dirty="0">
                <a:latin typeface="Open Sans" panose="020B0606030504020204" pitchFamily="34" charset="0"/>
                <a:ea typeface="Open Sans" panose="020B0606030504020204" pitchFamily="34" charset="0"/>
                <a:cs typeface="Open Sans" panose="020B0606030504020204" pitchFamily="34" charset="0"/>
              </a:rPr>
              <a:t> and behavior </a:t>
            </a:r>
            <a:r>
              <a:rPr lang="en-US" sz="1600" i="1" dirty="0">
                <a:latin typeface="Open Sans" panose="020B0606030504020204" pitchFamily="34" charset="0"/>
                <a:ea typeface="Open Sans" panose="020B0606030504020204" pitchFamily="34" charset="0"/>
                <a:cs typeface="Open Sans" panose="020B0606030504020204" pitchFamily="34" charset="0"/>
              </a:rPr>
              <a:t>(</a:t>
            </a:r>
            <a:r>
              <a:rPr lang="en-US" sz="1600" i="1" dirty="0">
                <a:solidFill>
                  <a:srgbClr val="FF6600"/>
                </a:solidFill>
                <a:latin typeface="Open Sans" panose="020B0606030504020204" pitchFamily="34" charset="0"/>
                <a:ea typeface="Open Sans" panose="020B0606030504020204" pitchFamily="34" charset="0"/>
                <a:cs typeface="Open Sans" panose="020B0606030504020204" pitchFamily="34" charset="0"/>
              </a:rPr>
              <a:t>operations</a:t>
            </a:r>
            <a:r>
              <a:rPr lang="en-US" sz="1600" i="1" dirty="0">
                <a:latin typeface="Open Sans" panose="020B0606030504020204" pitchFamily="34" charset="0"/>
                <a:ea typeface="Open Sans" panose="020B0606030504020204" pitchFamily="34" charset="0"/>
                <a:cs typeface="Open Sans" panose="020B0606030504020204" pitchFamily="34" charset="0"/>
              </a:rPr>
              <a:t>).</a:t>
            </a:r>
          </a:p>
          <a:p>
            <a:pPr algn="l">
              <a:lnSpc>
                <a:spcPct val="90000"/>
              </a:lnSpc>
              <a:buFont typeface="Arial" pitchFamily="34" charset="0"/>
              <a:buChar char="•"/>
            </a:pPr>
            <a:endParaRPr lang="en-US" sz="1600" dirty="0">
              <a:latin typeface="Open Sans" panose="020B0606030504020204" pitchFamily="34" charset="0"/>
              <a:ea typeface="Open Sans" panose="020B0606030504020204" pitchFamily="34" charset="0"/>
              <a:cs typeface="Open Sans" panose="020B0606030504020204" pitchFamily="34" charset="0"/>
            </a:endParaRPr>
          </a:p>
        </p:txBody>
      </p:sp>
      <p:sp>
        <p:nvSpPr>
          <p:cNvPr id="21" name="Date Placeholder 3">
            <a:extLst>
              <a:ext uri="{FF2B5EF4-FFF2-40B4-BE49-F238E27FC236}">
                <a16:creationId xmlns:a16="http://schemas.microsoft.com/office/drawing/2014/main" id="{6B10646C-EF6D-46F8-9F3F-54824C3635AE}"/>
              </a:ext>
            </a:extLst>
          </p:cNvPr>
          <p:cNvSpPr txBox="1">
            <a:spLocks noGrp="1"/>
          </p:cNvSpPr>
          <p:nvPr/>
        </p:nvSpPr>
        <p:spPr bwMode="auto">
          <a:xfrm>
            <a:off x="0" y="6535738"/>
            <a:ext cx="1181099" cy="322262"/>
          </a:xfrm>
          <a:prstGeom prst="rect">
            <a:avLst/>
          </a:prstGeom>
          <a:noFill/>
          <a:ln>
            <a:miter lim="800000"/>
            <a:headEnd/>
            <a:tailEnd/>
          </a:ln>
        </p:spPr>
        <p:txBody>
          <a:bodyPr anchor="b"/>
          <a:lstStyle/>
          <a:p>
            <a:pPr>
              <a:defRPr/>
            </a:pPr>
            <a:fld id="{9602AC30-0F15-4DF0-86AA-924B02AE2F2E}" type="datetime1">
              <a:rPr lang="en-US" sz="1600">
                <a:latin typeface="Open Sans" panose="020B0606030504020204" pitchFamily="34" charset="0"/>
                <a:ea typeface="Open Sans" panose="020B0606030504020204" pitchFamily="34" charset="0"/>
                <a:cs typeface="Open Sans" panose="020B0606030504020204" pitchFamily="34" charset="0"/>
              </a:rPr>
              <a:pPr>
                <a:defRPr/>
              </a:pPr>
              <a:t>11/21/2025</a:t>
            </a:fld>
            <a:endParaRPr lang="en-US" sz="1600" dirty="0">
              <a:latin typeface="Open Sans" panose="020B0606030504020204" pitchFamily="34" charset="0"/>
              <a:ea typeface="Open Sans" panose="020B0606030504020204" pitchFamily="34" charset="0"/>
              <a:cs typeface="Open Sans" panose="020B0606030504020204" pitchFamily="34" charset="0"/>
            </a:endParaRPr>
          </a:p>
        </p:txBody>
      </p:sp>
      <p:sp>
        <p:nvSpPr>
          <p:cNvPr id="7" name="Title 6">
            <a:extLst>
              <a:ext uri="{FF2B5EF4-FFF2-40B4-BE49-F238E27FC236}">
                <a16:creationId xmlns:a16="http://schemas.microsoft.com/office/drawing/2014/main" id="{39E876D4-A1EC-437E-A8AD-A51D422AB56B}"/>
              </a:ext>
            </a:extLst>
          </p:cNvPr>
          <p:cNvSpPr>
            <a:spLocks noGrp="1"/>
          </p:cNvSpPr>
          <p:nvPr>
            <p:ph type="title"/>
          </p:nvPr>
        </p:nvSpPr>
        <p:spPr/>
        <p:txBody>
          <a:bodyPr/>
          <a:lstStyle/>
          <a:p>
            <a:r>
              <a:rPr lang="en-US" sz="2200" dirty="0">
                <a:latin typeface="Open Sans" panose="020B0606030504020204" pitchFamily="34" charset="0"/>
                <a:ea typeface="Open Sans" panose="020B0606030504020204" pitchFamily="34" charset="0"/>
                <a:cs typeface="Open Sans" panose="020B0606030504020204" pitchFamily="34" charset="0"/>
              </a:rPr>
              <a:t>Class Diagram Basic Structure (annotations)</a:t>
            </a:r>
          </a:p>
        </p:txBody>
      </p:sp>
      <p:sp>
        <p:nvSpPr>
          <p:cNvPr id="22" name="TextBox 21">
            <a:extLst>
              <a:ext uri="{FF2B5EF4-FFF2-40B4-BE49-F238E27FC236}">
                <a16:creationId xmlns:a16="http://schemas.microsoft.com/office/drawing/2014/main" id="{CBDD95B7-D38E-4633-9C22-97EE6DF95A73}"/>
              </a:ext>
            </a:extLst>
          </p:cNvPr>
          <p:cNvSpPr txBox="1"/>
          <p:nvPr/>
        </p:nvSpPr>
        <p:spPr>
          <a:xfrm>
            <a:off x="717884" y="2098011"/>
            <a:ext cx="4590046" cy="1323439"/>
          </a:xfrm>
          <a:prstGeom prst="rect">
            <a:avLst/>
          </a:prstGeom>
          <a:noFill/>
        </p:spPr>
        <p:txBody>
          <a:bodyPr wrap="square">
            <a:spAutoFit/>
          </a:bodyPr>
          <a:lstStyle/>
          <a:p>
            <a:pPr>
              <a:buFont typeface="Arial" pitchFamily="34" charset="0"/>
              <a:buChar char="•"/>
            </a:pPr>
            <a:r>
              <a:rPr lang="en-US" sz="1600" dirty="0">
                <a:latin typeface="Open Sans" panose="020B0606030504020204" pitchFamily="34" charset="0"/>
                <a:ea typeface="Open Sans" panose="020B0606030504020204" pitchFamily="34" charset="0"/>
                <a:cs typeface="Open Sans" panose="020B0606030504020204" pitchFamily="34" charset="0"/>
              </a:rPr>
              <a:t>UML suggests that the class name:</a:t>
            </a:r>
          </a:p>
          <a:p>
            <a:pPr lvl="1">
              <a:buFont typeface="Wingdings" pitchFamily="2" charset="2"/>
              <a:buChar char="ü"/>
            </a:pPr>
            <a:r>
              <a:rPr lang="en-US" sz="1600" dirty="0">
                <a:latin typeface="Open Sans" panose="020B0606030504020204" pitchFamily="34" charset="0"/>
                <a:ea typeface="Open Sans" panose="020B0606030504020204" pitchFamily="34" charset="0"/>
                <a:cs typeface="Open Sans" panose="020B0606030504020204" pitchFamily="34" charset="0"/>
              </a:rPr>
              <a:t>Start with a </a:t>
            </a:r>
            <a:r>
              <a:rPr lang="en-US" sz="1600" b="1" dirty="0">
                <a:latin typeface="Open Sans" panose="020B0606030504020204" pitchFamily="34" charset="0"/>
                <a:ea typeface="Open Sans" panose="020B0606030504020204" pitchFamily="34" charset="0"/>
                <a:cs typeface="Open Sans" panose="020B0606030504020204" pitchFamily="34" charset="0"/>
              </a:rPr>
              <a:t>capital letter</a:t>
            </a:r>
          </a:p>
          <a:p>
            <a:pPr lvl="1">
              <a:buFont typeface="Wingdings" pitchFamily="2" charset="2"/>
              <a:buChar char="ü"/>
            </a:pPr>
            <a:r>
              <a:rPr lang="en-US" sz="1600" dirty="0">
                <a:latin typeface="Open Sans" panose="020B0606030504020204" pitchFamily="34" charset="0"/>
                <a:ea typeface="Open Sans" panose="020B0606030504020204" pitchFamily="34" charset="0"/>
                <a:cs typeface="Open Sans" panose="020B0606030504020204" pitchFamily="34" charset="0"/>
              </a:rPr>
              <a:t>Be </a:t>
            </a:r>
            <a:r>
              <a:rPr lang="en-US" sz="1600" b="1" dirty="0">
                <a:latin typeface="Open Sans" panose="020B0606030504020204" pitchFamily="34" charset="0"/>
                <a:ea typeface="Open Sans" panose="020B0606030504020204" pitchFamily="34" charset="0"/>
                <a:cs typeface="Open Sans" panose="020B0606030504020204" pitchFamily="34" charset="0"/>
              </a:rPr>
              <a:t>centered</a:t>
            </a:r>
            <a:r>
              <a:rPr lang="en-US" sz="1600" dirty="0">
                <a:latin typeface="Open Sans" panose="020B0606030504020204" pitchFamily="34" charset="0"/>
                <a:ea typeface="Open Sans" panose="020B0606030504020204" pitchFamily="34" charset="0"/>
                <a:cs typeface="Open Sans" panose="020B0606030504020204" pitchFamily="34" charset="0"/>
              </a:rPr>
              <a:t> in the top compartment</a:t>
            </a:r>
          </a:p>
          <a:p>
            <a:pPr lvl="1">
              <a:buFont typeface="Wingdings" pitchFamily="2" charset="2"/>
              <a:buChar char="ü"/>
            </a:pPr>
            <a:r>
              <a:rPr lang="en-US" sz="1600" dirty="0">
                <a:latin typeface="Open Sans" panose="020B0606030504020204" pitchFamily="34" charset="0"/>
                <a:ea typeface="Open Sans" panose="020B0606030504020204" pitchFamily="34" charset="0"/>
                <a:cs typeface="Open Sans" panose="020B0606030504020204" pitchFamily="34" charset="0"/>
              </a:rPr>
              <a:t>Be written in a </a:t>
            </a:r>
            <a:r>
              <a:rPr lang="en-US" sz="1600" b="1" dirty="0">
                <a:latin typeface="Open Sans" panose="020B0606030504020204" pitchFamily="34" charset="0"/>
                <a:ea typeface="Open Sans" panose="020B0606030504020204" pitchFamily="34" charset="0"/>
                <a:cs typeface="Open Sans" panose="020B0606030504020204" pitchFamily="34" charset="0"/>
              </a:rPr>
              <a:t>boldface font</a:t>
            </a:r>
          </a:p>
          <a:p>
            <a:pPr lvl="1">
              <a:buFont typeface="Wingdings" pitchFamily="2" charset="2"/>
              <a:buChar char="ü"/>
            </a:pPr>
            <a:r>
              <a:rPr lang="en-US" sz="1600" dirty="0">
                <a:latin typeface="Open Sans" panose="020B0606030504020204" pitchFamily="34" charset="0"/>
                <a:ea typeface="Open Sans" panose="020B0606030504020204" pitchFamily="34" charset="0"/>
                <a:cs typeface="Open Sans" panose="020B0606030504020204" pitchFamily="34" charset="0"/>
              </a:rPr>
              <a:t>Be written </a:t>
            </a:r>
            <a:r>
              <a:rPr lang="en-US" sz="1600" b="1" dirty="0">
                <a:latin typeface="Open Sans" panose="020B0606030504020204" pitchFamily="34" charset="0"/>
                <a:ea typeface="Open Sans" panose="020B0606030504020204" pitchFamily="34" charset="0"/>
                <a:cs typeface="Open Sans" panose="020B0606030504020204" pitchFamily="34" charset="0"/>
              </a:rPr>
              <a:t>in italics </a:t>
            </a:r>
            <a:r>
              <a:rPr lang="en-US" sz="1600" dirty="0">
                <a:latin typeface="Open Sans" panose="020B0606030504020204" pitchFamily="34" charset="0"/>
                <a:ea typeface="Open Sans" panose="020B0606030504020204" pitchFamily="34" charset="0"/>
                <a:cs typeface="Open Sans" panose="020B0606030504020204" pitchFamily="34" charset="0"/>
              </a:rPr>
              <a:t>if the </a:t>
            </a:r>
            <a:r>
              <a:rPr lang="en-US" sz="1600" b="1" dirty="0">
                <a:latin typeface="Open Sans" panose="020B0606030504020204" pitchFamily="34" charset="0"/>
                <a:ea typeface="Open Sans" panose="020B0606030504020204" pitchFamily="34" charset="0"/>
                <a:cs typeface="Open Sans" panose="020B0606030504020204" pitchFamily="34" charset="0"/>
              </a:rPr>
              <a:t>class is </a:t>
            </a:r>
            <a:r>
              <a:rPr lang="en-US" sz="1600" b="1" i="1" dirty="0">
                <a:latin typeface="Open Sans" panose="020B0606030504020204" pitchFamily="34" charset="0"/>
                <a:ea typeface="Open Sans" panose="020B0606030504020204" pitchFamily="34" charset="0"/>
                <a:cs typeface="Open Sans" panose="020B0606030504020204" pitchFamily="34" charset="0"/>
              </a:rPr>
              <a:t>abstract</a:t>
            </a:r>
            <a:r>
              <a:rPr lang="en-US" sz="1600" b="1" dirty="0">
                <a:latin typeface="Open Sans" panose="020B0606030504020204" pitchFamily="34" charset="0"/>
                <a:ea typeface="Open Sans" panose="020B0606030504020204" pitchFamily="34" charset="0"/>
                <a:cs typeface="Open Sans" panose="020B0606030504020204" pitchFamily="34" charset="0"/>
              </a:rPr>
              <a:t>.</a:t>
            </a:r>
          </a:p>
        </p:txBody>
      </p:sp>
      <p:pic>
        <p:nvPicPr>
          <p:cNvPr id="3" name="Picture 2">
            <a:extLst>
              <a:ext uri="{FF2B5EF4-FFF2-40B4-BE49-F238E27FC236}">
                <a16:creationId xmlns:a16="http://schemas.microsoft.com/office/drawing/2014/main" id="{52915157-E31D-F1AD-02B4-1E8FCFF8CCA0}"/>
              </a:ext>
            </a:extLst>
          </p:cNvPr>
          <p:cNvPicPr>
            <a:picLocks noChangeAspect="1"/>
          </p:cNvPicPr>
          <p:nvPr/>
        </p:nvPicPr>
        <p:blipFill>
          <a:blip r:embed="rId3"/>
          <a:stretch>
            <a:fillRect/>
          </a:stretch>
        </p:blipFill>
        <p:spPr>
          <a:xfrm>
            <a:off x="6250918" y="1850361"/>
            <a:ext cx="1143000" cy="495300"/>
          </a:xfrm>
          <a:prstGeom prst="rect">
            <a:avLst/>
          </a:prstGeom>
        </p:spPr>
      </p:pic>
      <p:pic>
        <p:nvPicPr>
          <p:cNvPr id="8" name="Picture 7">
            <a:extLst>
              <a:ext uri="{FF2B5EF4-FFF2-40B4-BE49-F238E27FC236}">
                <a16:creationId xmlns:a16="http://schemas.microsoft.com/office/drawing/2014/main" id="{F70F234E-D45E-9B7B-DB14-9AD075233E17}"/>
              </a:ext>
            </a:extLst>
          </p:cNvPr>
          <p:cNvPicPr>
            <a:picLocks noChangeAspect="1"/>
          </p:cNvPicPr>
          <p:nvPr/>
        </p:nvPicPr>
        <p:blipFill>
          <a:blip r:embed="rId4"/>
          <a:stretch>
            <a:fillRect/>
          </a:stretch>
        </p:blipFill>
        <p:spPr>
          <a:xfrm>
            <a:off x="6000750" y="3174325"/>
            <a:ext cx="3143250" cy="1752600"/>
          </a:xfrm>
          <a:prstGeom prst="rect">
            <a:avLst/>
          </a:prstGeom>
        </p:spPr>
      </p:pic>
      <p:pic>
        <p:nvPicPr>
          <p:cNvPr id="12" name="Picture 11">
            <a:extLst>
              <a:ext uri="{FF2B5EF4-FFF2-40B4-BE49-F238E27FC236}">
                <a16:creationId xmlns:a16="http://schemas.microsoft.com/office/drawing/2014/main" id="{DA10CE09-CE5A-06C6-3B17-FCC8386AB7E2}"/>
              </a:ext>
            </a:extLst>
          </p:cNvPr>
          <p:cNvPicPr>
            <a:picLocks noChangeAspect="1"/>
          </p:cNvPicPr>
          <p:nvPr/>
        </p:nvPicPr>
        <p:blipFill>
          <a:blip r:embed="rId5"/>
          <a:stretch>
            <a:fillRect/>
          </a:stretch>
        </p:blipFill>
        <p:spPr>
          <a:xfrm>
            <a:off x="7556718" y="1624250"/>
            <a:ext cx="1314450" cy="1333500"/>
          </a:xfrm>
          <a:prstGeom prst="rect">
            <a:avLst/>
          </a:prstGeom>
        </p:spPr>
      </p:pic>
      <p:sp>
        <p:nvSpPr>
          <p:cNvPr id="11" name="TextBox 10">
            <a:extLst>
              <a:ext uri="{FF2B5EF4-FFF2-40B4-BE49-F238E27FC236}">
                <a16:creationId xmlns:a16="http://schemas.microsoft.com/office/drawing/2014/main" id="{804FE7C1-91BC-4DC3-AD0E-CBBBC5CE2E83}"/>
              </a:ext>
            </a:extLst>
          </p:cNvPr>
          <p:cNvSpPr txBox="1"/>
          <p:nvPr/>
        </p:nvSpPr>
        <p:spPr>
          <a:xfrm>
            <a:off x="637304" y="3519270"/>
            <a:ext cx="5853362" cy="609398"/>
          </a:xfrm>
          <a:prstGeom prst="rect">
            <a:avLst/>
          </a:prstGeom>
          <a:noFill/>
        </p:spPr>
        <p:txBody>
          <a:bodyPr wrap="square">
            <a:spAutoFit/>
          </a:bodyPr>
          <a:lstStyle/>
          <a:p>
            <a:pPr marL="0" indent="0">
              <a:lnSpc>
                <a:spcPct val="80000"/>
              </a:lnSpc>
              <a:buNone/>
            </a:pPr>
            <a:endParaRPr lang="en-US" sz="1400" dirty="0"/>
          </a:p>
          <a:p>
            <a:pPr>
              <a:lnSpc>
                <a:spcPct val="80000"/>
              </a:lnSpc>
              <a:buFont typeface="Arial" pitchFamily="34" charset="0"/>
              <a:buChar char="•"/>
            </a:pPr>
            <a:r>
              <a:rPr lang="en-US" sz="1400" dirty="0"/>
              <a:t>You can hide any compartment of the class if that increases the readability of your diagram.</a:t>
            </a:r>
          </a:p>
        </p:txBody>
      </p:sp>
      <p:sp>
        <p:nvSpPr>
          <p:cNvPr id="13" name="TextBox 12">
            <a:extLst>
              <a:ext uri="{FF2B5EF4-FFF2-40B4-BE49-F238E27FC236}">
                <a16:creationId xmlns:a16="http://schemas.microsoft.com/office/drawing/2014/main" id="{4788B50A-2B68-4067-880A-CDE730AE4B37}"/>
              </a:ext>
            </a:extLst>
          </p:cNvPr>
          <p:cNvSpPr txBox="1"/>
          <p:nvPr/>
        </p:nvSpPr>
        <p:spPr>
          <a:xfrm>
            <a:off x="637304" y="4187941"/>
            <a:ext cx="5853362" cy="437043"/>
          </a:xfrm>
          <a:prstGeom prst="rect">
            <a:avLst/>
          </a:prstGeom>
          <a:noFill/>
        </p:spPr>
        <p:txBody>
          <a:bodyPr wrap="square">
            <a:spAutoFit/>
          </a:bodyPr>
          <a:lstStyle/>
          <a:p>
            <a:pPr>
              <a:lnSpc>
                <a:spcPct val="80000"/>
              </a:lnSpc>
              <a:buFont typeface="Arial" pitchFamily="34" charset="0"/>
              <a:buChar char="•"/>
            </a:pPr>
            <a:r>
              <a:rPr lang="en-US" sz="1400" dirty="0"/>
              <a:t>You may add compartments to a class to show additional information, such as exceptions or events.</a:t>
            </a:r>
          </a:p>
        </p:txBody>
      </p:sp>
    </p:spTree>
    <p:extLst>
      <p:ext uri="{BB962C8B-B14F-4D97-AF65-F5344CB8AC3E}">
        <p14:creationId xmlns:p14="http://schemas.microsoft.com/office/powerpoint/2010/main" val="17127927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animEffect transition="in" filter="slide(fromBottom)">
                                      <p:cBhvr>
                                        <p:cTn id="7" dur="500"/>
                                        <p:tgtEl>
                                          <p:spTgt spid="1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652"/>
        <p:cNvGrpSpPr/>
        <p:nvPr/>
      </p:nvGrpSpPr>
      <p:grpSpPr>
        <a:xfrm>
          <a:off x="0" y="0"/>
          <a:ext cx="0" cy="0"/>
          <a:chOff x="0" y="0"/>
          <a:chExt cx="0" cy="0"/>
        </a:xfrm>
      </p:grpSpPr>
      <p:cxnSp>
        <p:nvCxnSpPr>
          <p:cNvPr id="658" name="Google Shape;658;p31"/>
          <p:cNvCxnSpPr/>
          <p:nvPr/>
        </p:nvCxnSpPr>
        <p:spPr>
          <a:xfrm>
            <a:off x="0" y="307163"/>
            <a:ext cx="4570500" cy="0"/>
          </a:xfrm>
          <a:prstGeom prst="straightConnector1">
            <a:avLst/>
          </a:prstGeom>
          <a:noFill/>
          <a:ln w="9525" cap="flat" cmpd="sng">
            <a:solidFill>
              <a:schemeClr val="dk1"/>
            </a:solidFill>
            <a:prstDash val="solid"/>
            <a:round/>
            <a:headEnd type="none" w="med" len="med"/>
            <a:tailEnd type="none" w="med" len="med"/>
          </a:ln>
        </p:spPr>
      </p:cxnSp>
      <p:grpSp>
        <p:nvGrpSpPr>
          <p:cNvPr id="688" name="Google Shape;688;p31"/>
          <p:cNvGrpSpPr/>
          <p:nvPr/>
        </p:nvGrpSpPr>
        <p:grpSpPr>
          <a:xfrm>
            <a:off x="8127066" y="1050393"/>
            <a:ext cx="838995" cy="799177"/>
            <a:chOff x="5694450" y="929325"/>
            <a:chExt cx="607000" cy="578150"/>
          </a:xfrm>
        </p:grpSpPr>
        <p:sp>
          <p:nvSpPr>
            <p:cNvPr id="689" name="Google Shape;689;p31"/>
            <p:cNvSpPr/>
            <p:nvPr/>
          </p:nvSpPr>
          <p:spPr>
            <a:xfrm>
              <a:off x="5694450" y="929325"/>
              <a:ext cx="607000" cy="354825"/>
            </a:xfrm>
            <a:custGeom>
              <a:avLst/>
              <a:gdLst/>
              <a:ahLst/>
              <a:cxnLst/>
              <a:rect l="l" t="t" r="r" b="b"/>
              <a:pathLst>
                <a:path w="24280" h="14193" extrusionOk="0">
                  <a:moveTo>
                    <a:pt x="11171" y="0"/>
                  </a:moveTo>
                  <a:cubicBezTo>
                    <a:pt x="8128" y="0"/>
                    <a:pt x="5661" y="2457"/>
                    <a:pt x="5642" y="5491"/>
                  </a:cubicBezTo>
                  <a:cubicBezTo>
                    <a:pt x="5255" y="5387"/>
                    <a:pt x="4858" y="5321"/>
                    <a:pt x="4442" y="5321"/>
                  </a:cubicBezTo>
                  <a:cubicBezTo>
                    <a:pt x="1985" y="5321"/>
                    <a:pt x="0" y="7305"/>
                    <a:pt x="0" y="9763"/>
                  </a:cubicBezTo>
                  <a:cubicBezTo>
                    <a:pt x="0" y="12210"/>
                    <a:pt x="1853" y="14053"/>
                    <a:pt x="4178" y="14185"/>
                  </a:cubicBezTo>
                  <a:cubicBezTo>
                    <a:pt x="4220" y="14190"/>
                    <a:pt x="8376" y="14193"/>
                    <a:pt x="12532" y="14193"/>
                  </a:cubicBezTo>
                  <a:cubicBezTo>
                    <a:pt x="16688" y="14193"/>
                    <a:pt x="20844" y="14190"/>
                    <a:pt x="20886" y="14185"/>
                  </a:cubicBezTo>
                  <a:lnTo>
                    <a:pt x="20990" y="14185"/>
                  </a:lnTo>
                  <a:lnTo>
                    <a:pt x="20990" y="14176"/>
                  </a:lnTo>
                  <a:cubicBezTo>
                    <a:pt x="22833" y="13996"/>
                    <a:pt x="24279" y="12437"/>
                    <a:pt x="24279" y="10547"/>
                  </a:cubicBezTo>
                  <a:cubicBezTo>
                    <a:pt x="24279" y="8865"/>
                    <a:pt x="23145" y="7457"/>
                    <a:pt x="21614" y="7031"/>
                  </a:cubicBezTo>
                  <a:cubicBezTo>
                    <a:pt x="21614" y="6994"/>
                    <a:pt x="21614" y="6965"/>
                    <a:pt x="21614" y="6937"/>
                  </a:cubicBezTo>
                  <a:cubicBezTo>
                    <a:pt x="21614" y="4924"/>
                    <a:pt x="19979" y="3289"/>
                    <a:pt x="17957" y="3289"/>
                  </a:cubicBezTo>
                  <a:cubicBezTo>
                    <a:pt x="17390" y="3289"/>
                    <a:pt x="16860" y="3421"/>
                    <a:pt x="16378" y="3648"/>
                  </a:cubicBezTo>
                  <a:cubicBezTo>
                    <a:pt x="15613" y="1522"/>
                    <a:pt x="13572" y="0"/>
                    <a:pt x="11171" y="0"/>
                  </a:cubicBezTo>
                  <a:close/>
                </a:path>
              </a:pathLst>
            </a:custGeom>
            <a:solidFill>
              <a:schemeClr val="accent2"/>
            </a:solidFill>
            <a:ln w="9525" cap="flat" cmpd="sng">
              <a:solidFill>
                <a:schemeClr val="dk1"/>
              </a:solidFill>
              <a:prstDash val="solid"/>
              <a:miter lim="945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600">
                <a:latin typeface="Open Sans" panose="020B0606030504020204" pitchFamily="34" charset="0"/>
                <a:ea typeface="Open Sans" panose="020B0606030504020204" pitchFamily="34" charset="0"/>
                <a:cs typeface="Open Sans" panose="020B0606030504020204" pitchFamily="34" charset="0"/>
              </a:endParaRPr>
            </a:p>
          </p:txBody>
        </p:sp>
        <p:sp>
          <p:nvSpPr>
            <p:cNvPr id="690" name="Google Shape;690;p31"/>
            <p:cNvSpPr/>
            <p:nvPr/>
          </p:nvSpPr>
          <p:spPr>
            <a:xfrm>
              <a:off x="5862675" y="1216625"/>
              <a:ext cx="199675" cy="290850"/>
            </a:xfrm>
            <a:custGeom>
              <a:avLst/>
              <a:gdLst/>
              <a:ahLst/>
              <a:cxnLst/>
              <a:rect l="l" t="t" r="r" b="b"/>
              <a:pathLst>
                <a:path w="7987" h="11634" extrusionOk="0">
                  <a:moveTo>
                    <a:pt x="2552" y="0"/>
                  </a:moveTo>
                  <a:lnTo>
                    <a:pt x="2552" y="6398"/>
                  </a:lnTo>
                  <a:lnTo>
                    <a:pt x="0" y="6398"/>
                  </a:lnTo>
                  <a:lnTo>
                    <a:pt x="1994" y="9016"/>
                  </a:lnTo>
                  <a:lnTo>
                    <a:pt x="3998" y="11634"/>
                  </a:lnTo>
                  <a:lnTo>
                    <a:pt x="5992" y="9016"/>
                  </a:lnTo>
                  <a:lnTo>
                    <a:pt x="7986" y="6398"/>
                  </a:lnTo>
                  <a:lnTo>
                    <a:pt x="5434" y="6398"/>
                  </a:lnTo>
                  <a:lnTo>
                    <a:pt x="5434" y="0"/>
                  </a:lnTo>
                  <a:close/>
                </a:path>
              </a:pathLst>
            </a:custGeom>
            <a:solidFill>
              <a:schemeClr val="accent3"/>
            </a:solidFill>
            <a:ln w="9525" cap="flat" cmpd="sng">
              <a:solidFill>
                <a:schemeClr val="dk1"/>
              </a:solidFill>
              <a:prstDash val="solid"/>
              <a:miter lim="945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600">
                <a:latin typeface="Open Sans" panose="020B0606030504020204" pitchFamily="34" charset="0"/>
                <a:ea typeface="Open Sans" panose="020B0606030504020204" pitchFamily="34" charset="0"/>
                <a:cs typeface="Open Sans" panose="020B0606030504020204" pitchFamily="34" charset="0"/>
              </a:endParaRPr>
            </a:p>
          </p:txBody>
        </p:sp>
        <p:sp>
          <p:nvSpPr>
            <p:cNvPr id="691" name="Google Shape;691;p31"/>
            <p:cNvSpPr/>
            <p:nvPr/>
          </p:nvSpPr>
          <p:spPr>
            <a:xfrm>
              <a:off x="5933325" y="1085250"/>
              <a:ext cx="199900" cy="290875"/>
            </a:xfrm>
            <a:custGeom>
              <a:avLst/>
              <a:gdLst/>
              <a:ahLst/>
              <a:cxnLst/>
              <a:rect l="l" t="t" r="r" b="b"/>
              <a:pathLst>
                <a:path w="7996" h="11635" extrusionOk="0">
                  <a:moveTo>
                    <a:pt x="3998" y="0"/>
                  </a:moveTo>
                  <a:lnTo>
                    <a:pt x="2004" y="2618"/>
                  </a:lnTo>
                  <a:lnTo>
                    <a:pt x="0" y="5236"/>
                  </a:lnTo>
                  <a:lnTo>
                    <a:pt x="2561" y="5236"/>
                  </a:lnTo>
                  <a:lnTo>
                    <a:pt x="2561" y="11634"/>
                  </a:lnTo>
                  <a:lnTo>
                    <a:pt x="5434" y="11634"/>
                  </a:lnTo>
                  <a:lnTo>
                    <a:pt x="5434" y="5236"/>
                  </a:lnTo>
                  <a:lnTo>
                    <a:pt x="7995" y="5236"/>
                  </a:lnTo>
                  <a:lnTo>
                    <a:pt x="5992" y="2618"/>
                  </a:lnTo>
                  <a:lnTo>
                    <a:pt x="3998" y="0"/>
                  </a:lnTo>
                  <a:close/>
                </a:path>
              </a:pathLst>
            </a:custGeom>
            <a:solidFill>
              <a:schemeClr val="lt2"/>
            </a:solidFill>
            <a:ln w="9525" cap="flat" cmpd="sng">
              <a:solidFill>
                <a:schemeClr val="dk1"/>
              </a:solidFill>
              <a:prstDash val="solid"/>
              <a:miter lim="945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600">
                <a:latin typeface="Open Sans" panose="020B0606030504020204" pitchFamily="34" charset="0"/>
                <a:ea typeface="Open Sans" panose="020B0606030504020204" pitchFamily="34" charset="0"/>
                <a:cs typeface="Open Sans" panose="020B0606030504020204" pitchFamily="34" charset="0"/>
              </a:endParaRPr>
            </a:p>
          </p:txBody>
        </p:sp>
      </p:grpSp>
      <p:sp>
        <p:nvSpPr>
          <p:cNvPr id="3" name="Title 2">
            <a:extLst>
              <a:ext uri="{FF2B5EF4-FFF2-40B4-BE49-F238E27FC236}">
                <a16:creationId xmlns:a16="http://schemas.microsoft.com/office/drawing/2014/main" id="{998B0E51-4EE2-40B1-BBE7-17426523A8E4}"/>
              </a:ext>
            </a:extLst>
          </p:cNvPr>
          <p:cNvSpPr>
            <a:spLocks noGrp="1"/>
          </p:cNvSpPr>
          <p:nvPr>
            <p:ph type="title"/>
          </p:nvPr>
        </p:nvSpPr>
        <p:spPr/>
        <p:txBody>
          <a:bodyPr/>
          <a:lstStyle/>
          <a:p>
            <a:r>
              <a:rPr lang="en-US" sz="2200" dirty="0">
                <a:latin typeface="Open Sans" panose="020B0606030504020204" pitchFamily="34" charset="0"/>
                <a:ea typeface="Open Sans" panose="020B0606030504020204" pitchFamily="34" charset="0"/>
                <a:cs typeface="Open Sans" panose="020B0606030504020204" pitchFamily="34" charset="0"/>
              </a:rPr>
              <a:t>Visibility Symbols (Access Modifiers)</a:t>
            </a:r>
          </a:p>
        </p:txBody>
      </p:sp>
      <p:graphicFrame>
        <p:nvGraphicFramePr>
          <p:cNvPr id="2" name="Table 1">
            <a:extLst>
              <a:ext uri="{FF2B5EF4-FFF2-40B4-BE49-F238E27FC236}">
                <a16:creationId xmlns:a16="http://schemas.microsoft.com/office/drawing/2014/main" id="{10172E26-0F8C-4A50-905B-959F2C7EF2B4}"/>
              </a:ext>
            </a:extLst>
          </p:cNvPr>
          <p:cNvGraphicFramePr>
            <a:graphicFrameLocks noGrp="1"/>
          </p:cNvGraphicFramePr>
          <p:nvPr>
            <p:extLst>
              <p:ext uri="{D42A27DB-BD31-4B8C-83A1-F6EECF244321}">
                <p14:modId xmlns:p14="http://schemas.microsoft.com/office/powerpoint/2010/main" val="3397380023"/>
              </p:ext>
            </p:extLst>
          </p:nvPr>
        </p:nvGraphicFramePr>
        <p:xfrm>
          <a:off x="722374" y="1338590"/>
          <a:ext cx="7306728" cy="2590800"/>
        </p:xfrm>
        <a:graphic>
          <a:graphicData uri="http://schemas.openxmlformats.org/drawingml/2006/table">
            <a:tbl>
              <a:tblPr/>
              <a:tblGrid>
                <a:gridCol w="2435576">
                  <a:extLst>
                    <a:ext uri="{9D8B030D-6E8A-4147-A177-3AD203B41FA5}">
                      <a16:colId xmlns:a16="http://schemas.microsoft.com/office/drawing/2014/main" val="1010297793"/>
                    </a:ext>
                  </a:extLst>
                </a:gridCol>
                <a:gridCol w="2435576">
                  <a:extLst>
                    <a:ext uri="{9D8B030D-6E8A-4147-A177-3AD203B41FA5}">
                      <a16:colId xmlns:a16="http://schemas.microsoft.com/office/drawing/2014/main" val="1821431690"/>
                    </a:ext>
                  </a:extLst>
                </a:gridCol>
                <a:gridCol w="2435576">
                  <a:extLst>
                    <a:ext uri="{9D8B030D-6E8A-4147-A177-3AD203B41FA5}">
                      <a16:colId xmlns:a16="http://schemas.microsoft.com/office/drawing/2014/main" val="513584392"/>
                    </a:ext>
                  </a:extLst>
                </a:gridCol>
              </a:tblGrid>
              <a:tr h="279996">
                <a:tc>
                  <a:txBody>
                    <a:bodyPr/>
                    <a:lstStyle/>
                    <a:p>
                      <a:r>
                        <a:rPr lang="en-US">
                          <a:latin typeface="Open Sans" panose="020B0606030504020204" pitchFamily="34" charset="0"/>
                          <a:ea typeface="Open Sans" panose="020B0606030504020204" pitchFamily="34" charset="0"/>
                          <a:cs typeface="Open Sans" panose="020B0606030504020204" pitchFamily="34" charset="0"/>
                        </a:rPr>
                        <a:t>Symbol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latin typeface="Open Sans" panose="020B0606030504020204" pitchFamily="34" charset="0"/>
                          <a:ea typeface="Open Sans" panose="020B0606030504020204" pitchFamily="34" charset="0"/>
                          <a:cs typeface="Open Sans" panose="020B0606030504020204" pitchFamily="34" charset="0"/>
                        </a:rPr>
                        <a:t>Meaning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latin typeface="Open Sans" panose="020B0606030504020204" pitchFamily="34" charset="0"/>
                          <a:ea typeface="Open Sans" panose="020B0606030504020204" pitchFamily="34" charset="0"/>
                          <a:cs typeface="Open Sans" panose="020B0606030504020204" pitchFamily="34" charset="0"/>
                        </a:rPr>
                        <a:t>Example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35253334"/>
                  </a:ext>
                </a:extLst>
              </a:tr>
              <a:tr h="475994">
                <a:tc>
                  <a:txBody>
                    <a:bodyPr/>
                    <a:lstStyle/>
                    <a:p>
                      <a:r>
                        <a:rPr lang="en-US" dirty="0">
                          <a:latin typeface="Open Sans" panose="020B0606030504020204" pitchFamily="34" charset="0"/>
                          <a:ea typeface="Open Sans" panose="020B0606030504020204" pitchFamily="34" charset="0"/>
                          <a:cs typeface="Open Sans" panose="020B0606030504020204" pitchFamily="34"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tcPr>
                </a:tc>
                <a:tc>
                  <a:txBody>
                    <a:bodyPr/>
                    <a:lstStyle/>
                    <a:p>
                      <a:r>
                        <a:rPr lang="en-US" b="1" dirty="0">
                          <a:latin typeface="Open Sans" panose="020B0606030504020204" pitchFamily="34" charset="0"/>
                          <a:ea typeface="Open Sans" panose="020B0606030504020204" pitchFamily="34" charset="0"/>
                          <a:cs typeface="Open Sans" panose="020B0606030504020204" pitchFamily="34" charset="0"/>
                        </a:rPr>
                        <a:t>Public</a:t>
                      </a:r>
                      <a:r>
                        <a:rPr lang="en-US" dirty="0">
                          <a:latin typeface="Open Sans" panose="020B0606030504020204" pitchFamily="34" charset="0"/>
                          <a:ea typeface="Open Sans" panose="020B0606030504020204" pitchFamily="34" charset="0"/>
                          <a:cs typeface="Open Sans" panose="020B0606030504020204" pitchFamily="34" charset="0"/>
                        </a:rPr>
                        <a:t> – accessible by all classes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tcPr>
                </a:tc>
                <a:tc>
                  <a:txBody>
                    <a:bodyPr/>
                    <a:lstStyle/>
                    <a:p>
                      <a:r>
                        <a:rPr lang="en-US" dirty="0">
                          <a:latin typeface="Open Sans" panose="020B0606030504020204" pitchFamily="34" charset="0"/>
                          <a:ea typeface="Open Sans" panose="020B0606030504020204" pitchFamily="34" charset="0"/>
                          <a:cs typeface="Open Sans" panose="020B0606030504020204" pitchFamily="34" charset="0"/>
                        </a:rPr>
                        <a:t>+name: String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tcPr>
                </a:tc>
                <a:extLst>
                  <a:ext uri="{0D108BD9-81ED-4DB2-BD59-A6C34878D82A}">
                    <a16:rowId xmlns:a16="http://schemas.microsoft.com/office/drawing/2014/main" val="4134295116"/>
                  </a:ext>
                </a:extLst>
              </a:tr>
              <a:tr h="475994">
                <a:tc>
                  <a:txBody>
                    <a:bodyPr/>
                    <a:lstStyle/>
                    <a:p>
                      <a:r>
                        <a:rPr lang="en-US" dirty="0">
                          <a:latin typeface="Open Sans" panose="020B0606030504020204" pitchFamily="34" charset="0"/>
                          <a:ea typeface="Open Sans" panose="020B0606030504020204" pitchFamily="34" charset="0"/>
                          <a:cs typeface="Open Sans" panose="020B0606030504020204" pitchFamily="34"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tcPr>
                </a:tc>
                <a:tc>
                  <a:txBody>
                    <a:bodyPr/>
                    <a:lstStyle/>
                    <a:p>
                      <a:r>
                        <a:rPr lang="en-US" b="1" dirty="0">
                          <a:latin typeface="Open Sans" panose="020B0606030504020204" pitchFamily="34" charset="0"/>
                          <a:ea typeface="Open Sans" panose="020B0606030504020204" pitchFamily="34" charset="0"/>
                          <a:cs typeface="Open Sans" panose="020B0606030504020204" pitchFamily="34" charset="0"/>
                        </a:rPr>
                        <a:t>Private</a:t>
                      </a:r>
                      <a:r>
                        <a:rPr lang="en-US" dirty="0">
                          <a:latin typeface="Open Sans" panose="020B0606030504020204" pitchFamily="34" charset="0"/>
                          <a:ea typeface="Open Sans" panose="020B0606030504020204" pitchFamily="34" charset="0"/>
                          <a:cs typeface="Open Sans" panose="020B0606030504020204" pitchFamily="34" charset="0"/>
                        </a:rPr>
                        <a:t> – accessible only within the class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tcPr>
                </a:tc>
                <a:tc>
                  <a:txBody>
                    <a:bodyPr/>
                    <a:lstStyle/>
                    <a:p>
                      <a:r>
                        <a:rPr lang="en-US" dirty="0">
                          <a:latin typeface="Open Sans" panose="020B0606030504020204" pitchFamily="34" charset="0"/>
                          <a:ea typeface="Open Sans" panose="020B0606030504020204" pitchFamily="34" charset="0"/>
                          <a:cs typeface="Open Sans" panose="020B0606030504020204" pitchFamily="34" charset="0"/>
                        </a:rPr>
                        <a:t>-balance: double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tcPr>
                </a:tc>
                <a:extLst>
                  <a:ext uri="{0D108BD9-81ED-4DB2-BD59-A6C34878D82A}">
                    <a16:rowId xmlns:a16="http://schemas.microsoft.com/office/drawing/2014/main" val="1779347096"/>
                  </a:ext>
                </a:extLst>
              </a:tr>
              <a:tr h="671992">
                <a:tc>
                  <a:txBody>
                    <a:bodyPr/>
                    <a:lstStyle/>
                    <a:p>
                      <a:r>
                        <a:rPr lang="en-US" dirty="0">
                          <a:latin typeface="Open Sans" panose="020B0606030504020204" pitchFamily="34" charset="0"/>
                          <a:ea typeface="Open Sans" panose="020B0606030504020204" pitchFamily="34" charset="0"/>
                          <a:cs typeface="Open Sans" panose="020B0606030504020204" pitchFamily="34"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tcPr>
                </a:tc>
                <a:tc>
                  <a:txBody>
                    <a:bodyPr/>
                    <a:lstStyle/>
                    <a:p>
                      <a:r>
                        <a:rPr lang="en-US" b="1" dirty="0">
                          <a:latin typeface="Open Sans" panose="020B0606030504020204" pitchFamily="34" charset="0"/>
                          <a:ea typeface="Open Sans" panose="020B0606030504020204" pitchFamily="34" charset="0"/>
                          <a:cs typeface="Open Sans" panose="020B0606030504020204" pitchFamily="34" charset="0"/>
                        </a:rPr>
                        <a:t>Protected</a:t>
                      </a:r>
                      <a:r>
                        <a:rPr lang="en-US" dirty="0">
                          <a:latin typeface="Open Sans" panose="020B0606030504020204" pitchFamily="34" charset="0"/>
                          <a:ea typeface="Open Sans" panose="020B0606030504020204" pitchFamily="34" charset="0"/>
                          <a:cs typeface="Open Sans" panose="020B0606030504020204" pitchFamily="34" charset="0"/>
                        </a:rPr>
                        <a:t> – accessible within the class and subclasses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tcPr>
                </a:tc>
                <a:tc>
                  <a:txBody>
                    <a:bodyPr/>
                    <a:lstStyle/>
                    <a:p>
                      <a:r>
                        <a:rPr lang="en-US" dirty="0">
                          <a:latin typeface="Open Sans" panose="020B0606030504020204" pitchFamily="34" charset="0"/>
                          <a:ea typeface="Open Sans" panose="020B0606030504020204" pitchFamily="34" charset="0"/>
                          <a:cs typeface="Open Sans" panose="020B0606030504020204" pitchFamily="34" charset="0"/>
                        </a:rPr>
                        <a:t>#age: int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tcPr>
                </a:tc>
                <a:extLst>
                  <a:ext uri="{0D108BD9-81ED-4DB2-BD59-A6C34878D82A}">
                    <a16:rowId xmlns:a16="http://schemas.microsoft.com/office/drawing/2014/main" val="420348797"/>
                  </a:ext>
                </a:extLst>
              </a:tr>
              <a:tr h="475994">
                <a:tc>
                  <a:txBody>
                    <a:bodyPr/>
                    <a:lstStyle/>
                    <a:p>
                      <a:r>
                        <a:rPr lang="en-US" dirty="0">
                          <a:latin typeface="Open Sans" panose="020B0606030504020204" pitchFamily="34" charset="0"/>
                          <a:ea typeface="Open Sans" panose="020B0606030504020204" pitchFamily="34" charset="0"/>
                          <a:cs typeface="Open Sans" panose="020B0606030504020204" pitchFamily="34"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tcPr>
                </a:tc>
                <a:tc>
                  <a:txBody>
                    <a:bodyPr/>
                    <a:lstStyle/>
                    <a:p>
                      <a:r>
                        <a:rPr lang="en-US" b="1" dirty="0">
                          <a:latin typeface="Open Sans" panose="020B0606030504020204" pitchFamily="34" charset="0"/>
                          <a:ea typeface="Open Sans" panose="020B0606030504020204" pitchFamily="34" charset="0"/>
                          <a:cs typeface="Open Sans" panose="020B0606030504020204" pitchFamily="34" charset="0"/>
                        </a:rPr>
                        <a:t>Package</a:t>
                      </a:r>
                      <a:r>
                        <a:rPr lang="en-US" dirty="0">
                          <a:latin typeface="Open Sans" panose="020B0606030504020204" pitchFamily="34" charset="0"/>
                          <a:ea typeface="Open Sans" panose="020B0606030504020204" pitchFamily="34" charset="0"/>
                          <a:cs typeface="Open Sans" panose="020B0606030504020204" pitchFamily="34" charset="0"/>
                        </a:rPr>
                        <a:t> – accessible within the same package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tcPr>
                </a:tc>
                <a:tc>
                  <a:txBody>
                    <a:bodyPr/>
                    <a:lstStyle/>
                    <a:p>
                      <a:r>
                        <a:rPr lang="en-US" dirty="0">
                          <a:latin typeface="Open Sans" panose="020B0606030504020204" pitchFamily="34" charset="0"/>
                          <a:ea typeface="Open Sans" panose="020B0606030504020204" pitchFamily="34" charset="0"/>
                          <a:cs typeface="Open Sans" panose="020B0606030504020204" pitchFamily="34" charset="0"/>
                        </a:rPr>
                        <a:t>~address: String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12269644"/>
                  </a:ext>
                </a:extLst>
              </a:tr>
            </a:tbl>
          </a:graphicData>
        </a:graphic>
      </p:graphicFrame>
      <p:sp>
        <p:nvSpPr>
          <p:cNvPr id="10" name="TextBox 9">
            <a:extLst>
              <a:ext uri="{FF2B5EF4-FFF2-40B4-BE49-F238E27FC236}">
                <a16:creationId xmlns:a16="http://schemas.microsoft.com/office/drawing/2014/main" id="{AA937A33-16FE-4323-AE7F-5709A812BB31}"/>
              </a:ext>
            </a:extLst>
          </p:cNvPr>
          <p:cNvSpPr txBox="1"/>
          <p:nvPr/>
        </p:nvSpPr>
        <p:spPr>
          <a:xfrm>
            <a:off x="722375" y="4155780"/>
            <a:ext cx="5853362" cy="584775"/>
          </a:xfrm>
          <a:prstGeom prst="rect">
            <a:avLst/>
          </a:prstGeom>
          <a:noFill/>
        </p:spPr>
        <p:txBody>
          <a:bodyPr wrap="square">
            <a:spAutoFit/>
          </a:bodyPr>
          <a:lstStyle/>
          <a:p>
            <a:r>
              <a:rPr lang="en-US" sz="1600" dirty="0">
                <a:latin typeface="Open Sans" panose="020B0606030504020204" pitchFamily="34" charset="0"/>
                <a:ea typeface="Open Sans" panose="020B0606030504020204" pitchFamily="34" charset="0"/>
                <a:cs typeface="Open Sans" panose="020B0606030504020204" pitchFamily="34" charset="0"/>
              </a:rPr>
              <a:t> </a:t>
            </a:r>
            <a:r>
              <a:rPr lang="en-US" sz="1600" i="1" dirty="0">
                <a:latin typeface="Open Sans" panose="020B0606030504020204" pitchFamily="34" charset="0"/>
                <a:ea typeface="Open Sans" panose="020B0606030504020204" pitchFamily="34" charset="0"/>
                <a:cs typeface="Open Sans" panose="020B0606030504020204" pitchFamily="34" charset="0"/>
              </a:rPr>
              <a:t>Tip: These symbols mirror the access modifiers you use in OOP languages like Java, C++, or Python.</a:t>
            </a:r>
            <a:endParaRPr lang="en-US" sz="1600" dirty="0">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345783064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652"/>
        <p:cNvGrpSpPr/>
        <p:nvPr/>
      </p:nvGrpSpPr>
      <p:grpSpPr>
        <a:xfrm>
          <a:off x="0" y="0"/>
          <a:ext cx="0" cy="0"/>
          <a:chOff x="0" y="0"/>
          <a:chExt cx="0" cy="0"/>
        </a:xfrm>
      </p:grpSpPr>
      <p:cxnSp>
        <p:nvCxnSpPr>
          <p:cNvPr id="658" name="Google Shape;658;p31"/>
          <p:cNvCxnSpPr/>
          <p:nvPr/>
        </p:nvCxnSpPr>
        <p:spPr>
          <a:xfrm>
            <a:off x="0" y="307163"/>
            <a:ext cx="4570500" cy="0"/>
          </a:xfrm>
          <a:prstGeom prst="straightConnector1">
            <a:avLst/>
          </a:prstGeom>
          <a:noFill/>
          <a:ln w="9525" cap="flat" cmpd="sng">
            <a:solidFill>
              <a:schemeClr val="dk1"/>
            </a:solidFill>
            <a:prstDash val="solid"/>
            <a:round/>
            <a:headEnd type="none" w="med" len="med"/>
            <a:tailEnd type="none" w="med" len="med"/>
          </a:ln>
        </p:spPr>
      </p:cxnSp>
      <p:grpSp>
        <p:nvGrpSpPr>
          <p:cNvPr id="688" name="Google Shape;688;p31"/>
          <p:cNvGrpSpPr/>
          <p:nvPr/>
        </p:nvGrpSpPr>
        <p:grpSpPr>
          <a:xfrm>
            <a:off x="8127066" y="1050393"/>
            <a:ext cx="838995" cy="799177"/>
            <a:chOff x="5694450" y="929325"/>
            <a:chExt cx="607000" cy="578150"/>
          </a:xfrm>
        </p:grpSpPr>
        <p:sp>
          <p:nvSpPr>
            <p:cNvPr id="689" name="Google Shape;689;p31"/>
            <p:cNvSpPr/>
            <p:nvPr/>
          </p:nvSpPr>
          <p:spPr>
            <a:xfrm>
              <a:off x="5694450" y="929325"/>
              <a:ext cx="607000" cy="354825"/>
            </a:xfrm>
            <a:custGeom>
              <a:avLst/>
              <a:gdLst/>
              <a:ahLst/>
              <a:cxnLst/>
              <a:rect l="l" t="t" r="r" b="b"/>
              <a:pathLst>
                <a:path w="24280" h="14193" extrusionOk="0">
                  <a:moveTo>
                    <a:pt x="11171" y="0"/>
                  </a:moveTo>
                  <a:cubicBezTo>
                    <a:pt x="8128" y="0"/>
                    <a:pt x="5661" y="2457"/>
                    <a:pt x="5642" y="5491"/>
                  </a:cubicBezTo>
                  <a:cubicBezTo>
                    <a:pt x="5255" y="5387"/>
                    <a:pt x="4858" y="5321"/>
                    <a:pt x="4442" y="5321"/>
                  </a:cubicBezTo>
                  <a:cubicBezTo>
                    <a:pt x="1985" y="5321"/>
                    <a:pt x="0" y="7305"/>
                    <a:pt x="0" y="9763"/>
                  </a:cubicBezTo>
                  <a:cubicBezTo>
                    <a:pt x="0" y="12210"/>
                    <a:pt x="1853" y="14053"/>
                    <a:pt x="4178" y="14185"/>
                  </a:cubicBezTo>
                  <a:cubicBezTo>
                    <a:pt x="4220" y="14190"/>
                    <a:pt x="8376" y="14193"/>
                    <a:pt x="12532" y="14193"/>
                  </a:cubicBezTo>
                  <a:cubicBezTo>
                    <a:pt x="16688" y="14193"/>
                    <a:pt x="20844" y="14190"/>
                    <a:pt x="20886" y="14185"/>
                  </a:cubicBezTo>
                  <a:lnTo>
                    <a:pt x="20990" y="14185"/>
                  </a:lnTo>
                  <a:lnTo>
                    <a:pt x="20990" y="14176"/>
                  </a:lnTo>
                  <a:cubicBezTo>
                    <a:pt x="22833" y="13996"/>
                    <a:pt x="24279" y="12437"/>
                    <a:pt x="24279" y="10547"/>
                  </a:cubicBezTo>
                  <a:cubicBezTo>
                    <a:pt x="24279" y="8865"/>
                    <a:pt x="23145" y="7457"/>
                    <a:pt x="21614" y="7031"/>
                  </a:cubicBezTo>
                  <a:cubicBezTo>
                    <a:pt x="21614" y="6994"/>
                    <a:pt x="21614" y="6965"/>
                    <a:pt x="21614" y="6937"/>
                  </a:cubicBezTo>
                  <a:cubicBezTo>
                    <a:pt x="21614" y="4924"/>
                    <a:pt x="19979" y="3289"/>
                    <a:pt x="17957" y="3289"/>
                  </a:cubicBezTo>
                  <a:cubicBezTo>
                    <a:pt x="17390" y="3289"/>
                    <a:pt x="16860" y="3421"/>
                    <a:pt x="16378" y="3648"/>
                  </a:cubicBezTo>
                  <a:cubicBezTo>
                    <a:pt x="15613" y="1522"/>
                    <a:pt x="13572" y="0"/>
                    <a:pt x="11171" y="0"/>
                  </a:cubicBezTo>
                  <a:close/>
                </a:path>
              </a:pathLst>
            </a:custGeom>
            <a:solidFill>
              <a:schemeClr val="accent2"/>
            </a:solidFill>
            <a:ln w="9525" cap="flat" cmpd="sng">
              <a:solidFill>
                <a:schemeClr val="dk1"/>
              </a:solidFill>
              <a:prstDash val="solid"/>
              <a:miter lim="945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600">
                <a:latin typeface="Open Sans" panose="020B0606030504020204" pitchFamily="34" charset="0"/>
                <a:ea typeface="Open Sans" panose="020B0606030504020204" pitchFamily="34" charset="0"/>
                <a:cs typeface="Open Sans" panose="020B0606030504020204" pitchFamily="34" charset="0"/>
              </a:endParaRPr>
            </a:p>
          </p:txBody>
        </p:sp>
        <p:sp>
          <p:nvSpPr>
            <p:cNvPr id="690" name="Google Shape;690;p31"/>
            <p:cNvSpPr/>
            <p:nvPr/>
          </p:nvSpPr>
          <p:spPr>
            <a:xfrm>
              <a:off x="5862675" y="1216625"/>
              <a:ext cx="199675" cy="290850"/>
            </a:xfrm>
            <a:custGeom>
              <a:avLst/>
              <a:gdLst/>
              <a:ahLst/>
              <a:cxnLst/>
              <a:rect l="l" t="t" r="r" b="b"/>
              <a:pathLst>
                <a:path w="7987" h="11634" extrusionOk="0">
                  <a:moveTo>
                    <a:pt x="2552" y="0"/>
                  </a:moveTo>
                  <a:lnTo>
                    <a:pt x="2552" y="6398"/>
                  </a:lnTo>
                  <a:lnTo>
                    <a:pt x="0" y="6398"/>
                  </a:lnTo>
                  <a:lnTo>
                    <a:pt x="1994" y="9016"/>
                  </a:lnTo>
                  <a:lnTo>
                    <a:pt x="3998" y="11634"/>
                  </a:lnTo>
                  <a:lnTo>
                    <a:pt x="5992" y="9016"/>
                  </a:lnTo>
                  <a:lnTo>
                    <a:pt x="7986" y="6398"/>
                  </a:lnTo>
                  <a:lnTo>
                    <a:pt x="5434" y="6398"/>
                  </a:lnTo>
                  <a:lnTo>
                    <a:pt x="5434" y="0"/>
                  </a:lnTo>
                  <a:close/>
                </a:path>
              </a:pathLst>
            </a:custGeom>
            <a:solidFill>
              <a:schemeClr val="accent3"/>
            </a:solidFill>
            <a:ln w="9525" cap="flat" cmpd="sng">
              <a:solidFill>
                <a:schemeClr val="dk1"/>
              </a:solidFill>
              <a:prstDash val="solid"/>
              <a:miter lim="945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600">
                <a:latin typeface="Open Sans" panose="020B0606030504020204" pitchFamily="34" charset="0"/>
                <a:ea typeface="Open Sans" panose="020B0606030504020204" pitchFamily="34" charset="0"/>
                <a:cs typeface="Open Sans" panose="020B0606030504020204" pitchFamily="34" charset="0"/>
              </a:endParaRPr>
            </a:p>
          </p:txBody>
        </p:sp>
        <p:sp>
          <p:nvSpPr>
            <p:cNvPr id="691" name="Google Shape;691;p31"/>
            <p:cNvSpPr/>
            <p:nvPr/>
          </p:nvSpPr>
          <p:spPr>
            <a:xfrm>
              <a:off x="5933325" y="1085250"/>
              <a:ext cx="199900" cy="290875"/>
            </a:xfrm>
            <a:custGeom>
              <a:avLst/>
              <a:gdLst/>
              <a:ahLst/>
              <a:cxnLst/>
              <a:rect l="l" t="t" r="r" b="b"/>
              <a:pathLst>
                <a:path w="7996" h="11635" extrusionOk="0">
                  <a:moveTo>
                    <a:pt x="3998" y="0"/>
                  </a:moveTo>
                  <a:lnTo>
                    <a:pt x="2004" y="2618"/>
                  </a:lnTo>
                  <a:lnTo>
                    <a:pt x="0" y="5236"/>
                  </a:lnTo>
                  <a:lnTo>
                    <a:pt x="2561" y="5236"/>
                  </a:lnTo>
                  <a:lnTo>
                    <a:pt x="2561" y="11634"/>
                  </a:lnTo>
                  <a:lnTo>
                    <a:pt x="5434" y="11634"/>
                  </a:lnTo>
                  <a:lnTo>
                    <a:pt x="5434" y="5236"/>
                  </a:lnTo>
                  <a:lnTo>
                    <a:pt x="7995" y="5236"/>
                  </a:lnTo>
                  <a:lnTo>
                    <a:pt x="5992" y="2618"/>
                  </a:lnTo>
                  <a:lnTo>
                    <a:pt x="3998" y="0"/>
                  </a:lnTo>
                  <a:close/>
                </a:path>
              </a:pathLst>
            </a:custGeom>
            <a:solidFill>
              <a:schemeClr val="lt2"/>
            </a:solidFill>
            <a:ln w="9525" cap="flat" cmpd="sng">
              <a:solidFill>
                <a:schemeClr val="dk1"/>
              </a:solidFill>
              <a:prstDash val="solid"/>
              <a:miter lim="945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600">
                <a:latin typeface="Open Sans" panose="020B0606030504020204" pitchFamily="34" charset="0"/>
                <a:ea typeface="Open Sans" panose="020B0606030504020204" pitchFamily="34" charset="0"/>
                <a:cs typeface="Open Sans" panose="020B0606030504020204" pitchFamily="34" charset="0"/>
              </a:endParaRPr>
            </a:p>
          </p:txBody>
        </p:sp>
      </p:grpSp>
      <p:sp>
        <p:nvSpPr>
          <p:cNvPr id="3" name="Title 2">
            <a:extLst>
              <a:ext uri="{FF2B5EF4-FFF2-40B4-BE49-F238E27FC236}">
                <a16:creationId xmlns:a16="http://schemas.microsoft.com/office/drawing/2014/main" id="{998B0E51-4EE2-40B1-BBE7-17426523A8E4}"/>
              </a:ext>
            </a:extLst>
          </p:cNvPr>
          <p:cNvSpPr>
            <a:spLocks noGrp="1"/>
          </p:cNvSpPr>
          <p:nvPr>
            <p:ph type="title"/>
          </p:nvPr>
        </p:nvSpPr>
        <p:spPr/>
        <p:txBody>
          <a:bodyPr/>
          <a:lstStyle/>
          <a:p>
            <a:r>
              <a:rPr lang="en-US" sz="2200" dirty="0">
                <a:latin typeface="Open Sans" panose="020B0606030504020204" pitchFamily="34" charset="0"/>
                <a:ea typeface="Open Sans" panose="020B0606030504020204" pitchFamily="34" charset="0"/>
                <a:cs typeface="Open Sans" panose="020B0606030504020204" pitchFamily="34" charset="0"/>
              </a:rPr>
              <a:t> Attributes Notation</a:t>
            </a:r>
          </a:p>
        </p:txBody>
      </p:sp>
      <p:sp>
        <p:nvSpPr>
          <p:cNvPr id="4" name="Rectangle 1">
            <a:extLst>
              <a:ext uri="{FF2B5EF4-FFF2-40B4-BE49-F238E27FC236}">
                <a16:creationId xmlns:a16="http://schemas.microsoft.com/office/drawing/2014/main" id="{8E989068-EEF0-437A-8477-18CDB9907149}"/>
              </a:ext>
            </a:extLst>
          </p:cNvPr>
          <p:cNvSpPr>
            <a:spLocks noChangeArrowheads="1"/>
          </p:cNvSpPr>
          <p:nvPr/>
        </p:nvSpPr>
        <p:spPr bwMode="auto">
          <a:xfrm>
            <a:off x="1012053" y="1324418"/>
            <a:ext cx="7212666" cy="3046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rPr>
              <a:t>Format:</a:t>
            </a:r>
            <a:br>
              <a:rPr kumimoji="0" lang="en-US" altLang="en-US" sz="1600" b="0" i="0" u="none" strike="noStrike" cap="none" normalizeH="0" baseline="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rPr>
            </a:br>
            <a:r>
              <a:rPr kumimoji="0" lang="en-US" altLang="en-US" sz="1600" b="0" i="0" u="none" strike="noStrike" cap="none" normalizeH="0" baseline="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rPr>
              <a:t>visibility name: type = </a:t>
            </a:r>
            <a:r>
              <a:rPr kumimoji="0" lang="en-US" altLang="en-US" sz="1600" b="0" i="0" u="none" strike="noStrike" cap="none" normalizeH="0" baseline="0" dirty="0" err="1">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rPr>
              <a:t>defaultValue</a:t>
            </a:r>
            <a:r>
              <a:rPr kumimoji="0" lang="en-US" altLang="en-US" sz="1600" b="0" i="0" u="none" strike="noStrike" cap="none" normalizeH="0" baseline="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rPr>
              <a:t> {Constrain}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p>
            <a:pPr marL="285750" marR="0" lvl="0" indent="-285750" algn="l" defTabSz="914400" rtl="0" eaLnBrk="0" fontAlgn="base" latinLnBrk="0" hangingPunct="0">
              <a:lnSpc>
                <a:spcPct val="100000"/>
              </a:lnSpc>
              <a:spcBef>
                <a:spcPct val="0"/>
              </a:spcBef>
              <a:spcAft>
                <a:spcPct val="0"/>
              </a:spcAft>
              <a:buClrTx/>
              <a:buSzTx/>
              <a:buFontTx/>
              <a:buChar char="-"/>
              <a:tabLst/>
            </a:pPr>
            <a:r>
              <a:rPr lang="en-US" altLang="en-US" sz="1600" dirty="0">
                <a:solidFill>
                  <a:schemeClr val="tx1"/>
                </a:solidFill>
                <a:latin typeface="Open Sans" panose="020B0606030504020204" pitchFamily="34" charset="0"/>
                <a:ea typeface="Open Sans" panose="020B0606030504020204" pitchFamily="34" charset="0"/>
                <a:cs typeface="Open Sans" panose="020B0606030504020204" pitchFamily="34" charset="0"/>
              </a:rPr>
              <a:t>Static variables: underlined </a:t>
            </a:r>
          </a:p>
          <a:p>
            <a:pPr marL="285750" marR="0" lvl="0" indent="-285750" algn="l" defTabSz="914400" rtl="0" eaLnBrk="0" fontAlgn="base" latinLnBrk="0" hangingPunct="0">
              <a:lnSpc>
                <a:spcPct val="100000"/>
              </a:lnSpc>
              <a:spcBef>
                <a:spcPct val="0"/>
              </a:spcBef>
              <a:spcAft>
                <a:spcPct val="0"/>
              </a:spcAft>
              <a:buClrTx/>
              <a:buSzTx/>
              <a:buFontTx/>
              <a:buChar char="-"/>
              <a:tabLst/>
            </a:pPr>
            <a:r>
              <a:rPr lang="en-US" altLang="en-US" sz="1600" dirty="0">
                <a:solidFill>
                  <a:schemeClr val="tx1"/>
                </a:solidFill>
                <a:latin typeface="Open Sans" panose="020B0606030504020204" pitchFamily="34" charset="0"/>
                <a:ea typeface="Open Sans" panose="020B0606030504020204" pitchFamily="34" charset="0"/>
                <a:cs typeface="Open Sans" panose="020B0606030504020204" pitchFamily="34" charset="0"/>
              </a:rPr>
              <a:t>Const variables: Uppercase</a:t>
            </a:r>
          </a:p>
          <a:p>
            <a:pPr marL="285750" marR="0" lvl="0" indent="-285750" algn="l" defTabSz="914400" rtl="0" eaLnBrk="0" fontAlgn="base" latinLnBrk="0" hangingPunct="0">
              <a:lnSpc>
                <a:spcPct val="100000"/>
              </a:lnSpc>
              <a:spcBef>
                <a:spcPct val="0"/>
              </a:spcBef>
              <a:spcAft>
                <a:spcPct val="0"/>
              </a:spcAft>
              <a:buClrTx/>
              <a:buSzTx/>
              <a:buFontTx/>
              <a:buChar char="-"/>
              <a:tabLst/>
            </a:pPr>
            <a:endParaRPr kumimoji="0" lang="en-US" altLang="en-US" sz="1600" b="0" i="0" u="none" strike="noStrike" cap="none" normalizeH="0" baseline="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rPr>
              <a:t>Example:</a:t>
            </a:r>
            <a:br>
              <a:rPr kumimoji="0" lang="en-US" altLang="en-US" sz="1600" b="0" i="0" u="none" strike="noStrike" cap="none" normalizeH="0" baseline="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rPr>
            </a:br>
            <a:r>
              <a:rPr kumimoji="0" lang="en-US" altLang="en-US" sz="1600" b="0" i="0" u="none" strike="noStrike" cap="none" normalizeH="0" baseline="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rPr>
              <a:t>+price: double = 0.0</a:t>
            </a:r>
            <a:br>
              <a:rPr kumimoji="0" lang="en-US" altLang="en-US" sz="1600" b="0" i="0" u="none" strike="noStrike" cap="none" normalizeH="0" baseline="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rPr>
            </a:br>
            <a:r>
              <a:rPr kumimoji="0" lang="en-US" altLang="en-US" sz="1600" b="0" i="0" u="none" strike="noStrike" cap="none" normalizeH="0" baseline="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rPr>
              <a:t>-quantity: int</a:t>
            </a:r>
            <a:endParaRPr lang="en-US" altLang="en-US" sz="16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6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rPr>
              <a:t>Meaning:</a:t>
            </a:r>
            <a:br>
              <a:rPr kumimoji="0" lang="en-US" altLang="en-US" sz="1600" b="0" i="0" u="none" strike="noStrike" cap="none" normalizeH="0" baseline="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rPr>
            </a:br>
            <a:r>
              <a:rPr kumimoji="0" lang="en-US" altLang="en-US" sz="1600" b="0" i="0" u="none" strike="noStrike" cap="none" normalizeH="0" baseline="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rPr>
              <a:t>A public attribute named </a:t>
            </a:r>
            <a:r>
              <a:rPr kumimoji="0" lang="en-US" altLang="en-US" sz="1600" b="0" i="1" u="none" strike="noStrike" cap="none" normalizeH="0" baseline="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rPr>
              <a:t>price</a:t>
            </a:r>
            <a:r>
              <a:rPr kumimoji="0" lang="en-US" altLang="en-US" sz="1600" b="0" i="0" u="none" strike="noStrike" cap="none" normalizeH="0" baseline="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rPr>
              <a:t> of type </a:t>
            </a:r>
            <a:r>
              <a:rPr kumimoji="0" lang="en-US" altLang="en-US" sz="1600" b="0" i="1" u="none" strike="noStrike" cap="none" normalizeH="0" baseline="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rPr>
              <a:t>double</a:t>
            </a:r>
            <a:r>
              <a:rPr kumimoji="0" lang="en-US" altLang="en-US" sz="1600" b="0" i="0" u="none" strike="noStrike" cap="none" normalizeH="0" baseline="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rPr>
              <a:t> with default value 0.0.</a:t>
            </a:r>
          </a:p>
        </p:txBody>
      </p:sp>
    </p:spTree>
    <p:extLst>
      <p:ext uri="{BB962C8B-B14F-4D97-AF65-F5344CB8AC3E}">
        <p14:creationId xmlns:p14="http://schemas.microsoft.com/office/powerpoint/2010/main" val="259008953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652"/>
        <p:cNvGrpSpPr/>
        <p:nvPr/>
      </p:nvGrpSpPr>
      <p:grpSpPr>
        <a:xfrm>
          <a:off x="0" y="0"/>
          <a:ext cx="0" cy="0"/>
          <a:chOff x="0" y="0"/>
          <a:chExt cx="0" cy="0"/>
        </a:xfrm>
      </p:grpSpPr>
      <p:cxnSp>
        <p:nvCxnSpPr>
          <p:cNvPr id="658" name="Google Shape;658;p31"/>
          <p:cNvCxnSpPr/>
          <p:nvPr/>
        </p:nvCxnSpPr>
        <p:spPr>
          <a:xfrm>
            <a:off x="0" y="307163"/>
            <a:ext cx="4570500" cy="0"/>
          </a:xfrm>
          <a:prstGeom prst="straightConnector1">
            <a:avLst/>
          </a:prstGeom>
          <a:noFill/>
          <a:ln w="9525" cap="flat" cmpd="sng">
            <a:solidFill>
              <a:schemeClr val="dk1"/>
            </a:solidFill>
            <a:prstDash val="solid"/>
            <a:round/>
            <a:headEnd type="none" w="med" len="med"/>
            <a:tailEnd type="none" w="med" len="med"/>
          </a:ln>
        </p:spPr>
      </p:cxnSp>
      <p:grpSp>
        <p:nvGrpSpPr>
          <p:cNvPr id="688" name="Google Shape;688;p31"/>
          <p:cNvGrpSpPr/>
          <p:nvPr/>
        </p:nvGrpSpPr>
        <p:grpSpPr>
          <a:xfrm>
            <a:off x="8127066" y="1050393"/>
            <a:ext cx="838995" cy="799177"/>
            <a:chOff x="5694450" y="929325"/>
            <a:chExt cx="607000" cy="578150"/>
          </a:xfrm>
        </p:grpSpPr>
        <p:sp>
          <p:nvSpPr>
            <p:cNvPr id="689" name="Google Shape;689;p31"/>
            <p:cNvSpPr/>
            <p:nvPr/>
          </p:nvSpPr>
          <p:spPr>
            <a:xfrm>
              <a:off x="5694450" y="929325"/>
              <a:ext cx="607000" cy="354825"/>
            </a:xfrm>
            <a:custGeom>
              <a:avLst/>
              <a:gdLst/>
              <a:ahLst/>
              <a:cxnLst/>
              <a:rect l="l" t="t" r="r" b="b"/>
              <a:pathLst>
                <a:path w="24280" h="14193" extrusionOk="0">
                  <a:moveTo>
                    <a:pt x="11171" y="0"/>
                  </a:moveTo>
                  <a:cubicBezTo>
                    <a:pt x="8128" y="0"/>
                    <a:pt x="5661" y="2457"/>
                    <a:pt x="5642" y="5491"/>
                  </a:cubicBezTo>
                  <a:cubicBezTo>
                    <a:pt x="5255" y="5387"/>
                    <a:pt x="4858" y="5321"/>
                    <a:pt x="4442" y="5321"/>
                  </a:cubicBezTo>
                  <a:cubicBezTo>
                    <a:pt x="1985" y="5321"/>
                    <a:pt x="0" y="7305"/>
                    <a:pt x="0" y="9763"/>
                  </a:cubicBezTo>
                  <a:cubicBezTo>
                    <a:pt x="0" y="12210"/>
                    <a:pt x="1853" y="14053"/>
                    <a:pt x="4178" y="14185"/>
                  </a:cubicBezTo>
                  <a:cubicBezTo>
                    <a:pt x="4220" y="14190"/>
                    <a:pt x="8376" y="14193"/>
                    <a:pt x="12532" y="14193"/>
                  </a:cubicBezTo>
                  <a:cubicBezTo>
                    <a:pt x="16688" y="14193"/>
                    <a:pt x="20844" y="14190"/>
                    <a:pt x="20886" y="14185"/>
                  </a:cubicBezTo>
                  <a:lnTo>
                    <a:pt x="20990" y="14185"/>
                  </a:lnTo>
                  <a:lnTo>
                    <a:pt x="20990" y="14176"/>
                  </a:lnTo>
                  <a:cubicBezTo>
                    <a:pt x="22833" y="13996"/>
                    <a:pt x="24279" y="12437"/>
                    <a:pt x="24279" y="10547"/>
                  </a:cubicBezTo>
                  <a:cubicBezTo>
                    <a:pt x="24279" y="8865"/>
                    <a:pt x="23145" y="7457"/>
                    <a:pt x="21614" y="7031"/>
                  </a:cubicBezTo>
                  <a:cubicBezTo>
                    <a:pt x="21614" y="6994"/>
                    <a:pt x="21614" y="6965"/>
                    <a:pt x="21614" y="6937"/>
                  </a:cubicBezTo>
                  <a:cubicBezTo>
                    <a:pt x="21614" y="4924"/>
                    <a:pt x="19979" y="3289"/>
                    <a:pt x="17957" y="3289"/>
                  </a:cubicBezTo>
                  <a:cubicBezTo>
                    <a:pt x="17390" y="3289"/>
                    <a:pt x="16860" y="3421"/>
                    <a:pt x="16378" y="3648"/>
                  </a:cubicBezTo>
                  <a:cubicBezTo>
                    <a:pt x="15613" y="1522"/>
                    <a:pt x="13572" y="0"/>
                    <a:pt x="11171" y="0"/>
                  </a:cubicBezTo>
                  <a:close/>
                </a:path>
              </a:pathLst>
            </a:custGeom>
            <a:solidFill>
              <a:schemeClr val="accent2"/>
            </a:solidFill>
            <a:ln w="9525" cap="flat" cmpd="sng">
              <a:solidFill>
                <a:schemeClr val="dk1"/>
              </a:solidFill>
              <a:prstDash val="solid"/>
              <a:miter lim="945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Open Sans" panose="020B0606030504020204" pitchFamily="34" charset="0"/>
                <a:ea typeface="Open Sans" panose="020B0606030504020204" pitchFamily="34" charset="0"/>
                <a:cs typeface="Open Sans" panose="020B0606030504020204" pitchFamily="34" charset="0"/>
              </a:endParaRPr>
            </a:p>
          </p:txBody>
        </p:sp>
        <p:sp>
          <p:nvSpPr>
            <p:cNvPr id="690" name="Google Shape;690;p31"/>
            <p:cNvSpPr/>
            <p:nvPr/>
          </p:nvSpPr>
          <p:spPr>
            <a:xfrm>
              <a:off x="5862675" y="1216625"/>
              <a:ext cx="199675" cy="290850"/>
            </a:xfrm>
            <a:custGeom>
              <a:avLst/>
              <a:gdLst/>
              <a:ahLst/>
              <a:cxnLst/>
              <a:rect l="l" t="t" r="r" b="b"/>
              <a:pathLst>
                <a:path w="7987" h="11634" extrusionOk="0">
                  <a:moveTo>
                    <a:pt x="2552" y="0"/>
                  </a:moveTo>
                  <a:lnTo>
                    <a:pt x="2552" y="6398"/>
                  </a:lnTo>
                  <a:lnTo>
                    <a:pt x="0" y="6398"/>
                  </a:lnTo>
                  <a:lnTo>
                    <a:pt x="1994" y="9016"/>
                  </a:lnTo>
                  <a:lnTo>
                    <a:pt x="3998" y="11634"/>
                  </a:lnTo>
                  <a:lnTo>
                    <a:pt x="5992" y="9016"/>
                  </a:lnTo>
                  <a:lnTo>
                    <a:pt x="7986" y="6398"/>
                  </a:lnTo>
                  <a:lnTo>
                    <a:pt x="5434" y="6398"/>
                  </a:lnTo>
                  <a:lnTo>
                    <a:pt x="5434" y="0"/>
                  </a:lnTo>
                  <a:close/>
                </a:path>
              </a:pathLst>
            </a:custGeom>
            <a:solidFill>
              <a:schemeClr val="accent3"/>
            </a:solidFill>
            <a:ln w="9525" cap="flat" cmpd="sng">
              <a:solidFill>
                <a:schemeClr val="dk1"/>
              </a:solidFill>
              <a:prstDash val="solid"/>
              <a:miter lim="945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Open Sans" panose="020B0606030504020204" pitchFamily="34" charset="0"/>
                <a:ea typeface="Open Sans" panose="020B0606030504020204" pitchFamily="34" charset="0"/>
                <a:cs typeface="Open Sans" panose="020B0606030504020204" pitchFamily="34" charset="0"/>
              </a:endParaRPr>
            </a:p>
          </p:txBody>
        </p:sp>
        <p:sp>
          <p:nvSpPr>
            <p:cNvPr id="691" name="Google Shape;691;p31"/>
            <p:cNvSpPr/>
            <p:nvPr/>
          </p:nvSpPr>
          <p:spPr>
            <a:xfrm>
              <a:off x="5933325" y="1085250"/>
              <a:ext cx="199900" cy="290875"/>
            </a:xfrm>
            <a:custGeom>
              <a:avLst/>
              <a:gdLst/>
              <a:ahLst/>
              <a:cxnLst/>
              <a:rect l="l" t="t" r="r" b="b"/>
              <a:pathLst>
                <a:path w="7996" h="11635" extrusionOk="0">
                  <a:moveTo>
                    <a:pt x="3998" y="0"/>
                  </a:moveTo>
                  <a:lnTo>
                    <a:pt x="2004" y="2618"/>
                  </a:lnTo>
                  <a:lnTo>
                    <a:pt x="0" y="5236"/>
                  </a:lnTo>
                  <a:lnTo>
                    <a:pt x="2561" y="5236"/>
                  </a:lnTo>
                  <a:lnTo>
                    <a:pt x="2561" y="11634"/>
                  </a:lnTo>
                  <a:lnTo>
                    <a:pt x="5434" y="11634"/>
                  </a:lnTo>
                  <a:lnTo>
                    <a:pt x="5434" y="5236"/>
                  </a:lnTo>
                  <a:lnTo>
                    <a:pt x="7995" y="5236"/>
                  </a:lnTo>
                  <a:lnTo>
                    <a:pt x="5992" y="2618"/>
                  </a:lnTo>
                  <a:lnTo>
                    <a:pt x="3998" y="0"/>
                  </a:lnTo>
                  <a:close/>
                </a:path>
              </a:pathLst>
            </a:custGeom>
            <a:solidFill>
              <a:schemeClr val="lt2"/>
            </a:solidFill>
            <a:ln w="9525" cap="flat" cmpd="sng">
              <a:solidFill>
                <a:schemeClr val="dk1"/>
              </a:solidFill>
              <a:prstDash val="solid"/>
              <a:miter lim="945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Open Sans" panose="020B0606030504020204" pitchFamily="34" charset="0"/>
                <a:ea typeface="Open Sans" panose="020B0606030504020204" pitchFamily="34" charset="0"/>
                <a:cs typeface="Open Sans" panose="020B0606030504020204" pitchFamily="34" charset="0"/>
              </a:endParaRPr>
            </a:p>
          </p:txBody>
        </p:sp>
      </p:grpSp>
      <p:sp>
        <p:nvSpPr>
          <p:cNvPr id="3" name="Title 2">
            <a:extLst>
              <a:ext uri="{FF2B5EF4-FFF2-40B4-BE49-F238E27FC236}">
                <a16:creationId xmlns:a16="http://schemas.microsoft.com/office/drawing/2014/main" id="{998B0E51-4EE2-40B1-BBE7-17426523A8E4}"/>
              </a:ext>
            </a:extLst>
          </p:cNvPr>
          <p:cNvSpPr>
            <a:spLocks noGrp="1"/>
          </p:cNvSpPr>
          <p:nvPr>
            <p:ph type="title"/>
          </p:nvPr>
        </p:nvSpPr>
        <p:spPr/>
        <p:txBody>
          <a:bodyPr/>
          <a:lstStyle/>
          <a:p>
            <a:r>
              <a:rPr lang="en-US" sz="2200" dirty="0">
                <a:latin typeface="Open Sans" panose="020B0606030504020204" pitchFamily="34" charset="0"/>
                <a:ea typeface="Open Sans" panose="020B0606030504020204" pitchFamily="34" charset="0"/>
                <a:cs typeface="Open Sans" panose="020B0606030504020204" pitchFamily="34" charset="0"/>
              </a:rPr>
              <a:t>Methods / Operations Notation</a:t>
            </a:r>
          </a:p>
        </p:txBody>
      </p:sp>
      <p:sp>
        <p:nvSpPr>
          <p:cNvPr id="4" name="Rectangle 1">
            <a:extLst>
              <a:ext uri="{FF2B5EF4-FFF2-40B4-BE49-F238E27FC236}">
                <a16:creationId xmlns:a16="http://schemas.microsoft.com/office/drawing/2014/main" id="{8E989068-EEF0-437A-8477-18CDB9907149}"/>
              </a:ext>
            </a:extLst>
          </p:cNvPr>
          <p:cNvSpPr>
            <a:spLocks noChangeArrowheads="1"/>
          </p:cNvSpPr>
          <p:nvPr/>
        </p:nvSpPr>
        <p:spPr bwMode="auto">
          <a:xfrm>
            <a:off x="722375" y="1163976"/>
            <a:ext cx="7092725" cy="2800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i="0" u="none" strike="noStrike" cap="none" normalizeH="0" baseline="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rPr>
              <a:t>Format: visibility  name(</a:t>
            </a:r>
            <a:r>
              <a:rPr kumimoji="0" lang="en-US" altLang="en-US" sz="1600" i="0" u="none" strike="noStrike" cap="none" normalizeH="0" baseline="0" dirty="0" err="1">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rPr>
              <a:t>parameterList</a:t>
            </a:r>
            <a:r>
              <a:rPr kumimoji="0" lang="en-US" altLang="en-US" sz="1600" i="0" u="none" strike="noStrike" cap="none" normalizeH="0" baseline="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rPr>
              <a:t>): </a:t>
            </a:r>
            <a:r>
              <a:rPr kumimoji="0" lang="en-US" altLang="en-US" sz="1600" i="0" u="none" strike="noStrike" cap="none" normalizeH="0" baseline="0" dirty="0" err="1">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rPr>
              <a:t>returnType</a:t>
            </a:r>
            <a:r>
              <a:rPr kumimoji="0" lang="en-US" altLang="en-US" sz="1600" i="0" u="none" strike="noStrike" cap="none" normalizeH="0" baseline="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rPr>
              <a:t> {operation constrains}</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6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1600" dirty="0">
                <a:solidFill>
                  <a:schemeClr val="tx1"/>
                </a:solidFill>
                <a:latin typeface="Open Sans" panose="020B0606030504020204" pitchFamily="34" charset="0"/>
                <a:ea typeface="Open Sans" panose="020B0606030504020204" pitchFamily="34" charset="0"/>
                <a:cs typeface="Open Sans" panose="020B0606030504020204" pitchFamily="34" charset="0"/>
              </a:rPr>
              <a:t>-</a:t>
            </a:r>
            <a:r>
              <a:rPr lang="en-US" altLang="en-US" sz="1600" dirty="0" err="1">
                <a:solidFill>
                  <a:schemeClr val="tx1"/>
                </a:solidFill>
                <a:latin typeface="Open Sans" panose="020B0606030504020204" pitchFamily="34" charset="0"/>
                <a:ea typeface="Open Sans" panose="020B0606030504020204" pitchFamily="34" charset="0"/>
                <a:cs typeface="Open Sans" panose="020B0606030504020204" pitchFamily="34" charset="0"/>
              </a:rPr>
              <a:t>firstLetterSmallerCase</a:t>
            </a:r>
            <a:endParaRPr lang="en-US" altLang="en-US" sz="16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1600" dirty="0">
                <a:solidFill>
                  <a:schemeClr val="tx1"/>
                </a:solidFill>
                <a:latin typeface="Open Sans" panose="020B0606030504020204" pitchFamily="34" charset="0"/>
                <a:ea typeface="Open Sans" panose="020B0606030504020204" pitchFamily="34" charset="0"/>
                <a:cs typeface="Open Sans" panose="020B0606030504020204" pitchFamily="34" charset="0"/>
              </a:rPr>
              <a:t>-static functions: underlined</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1600" dirty="0">
                <a:solidFill>
                  <a:schemeClr val="tx1"/>
                </a:solidFill>
                <a:latin typeface="Open Sans" panose="020B0606030504020204" pitchFamily="34" charset="0"/>
                <a:ea typeface="Open Sans" panose="020B0606030504020204" pitchFamily="34" charset="0"/>
                <a:cs typeface="Open Sans" panose="020B0606030504020204" pitchFamily="34" charset="0"/>
              </a:rPr>
              <a:t>-functions that do not return a value could be void or an empty return type</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6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i="0" u="none" strike="noStrike" cap="none" normalizeH="0" baseline="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rPr>
              <a:t>Example: </a:t>
            </a:r>
            <a:br>
              <a:rPr kumimoji="0" lang="en-US" altLang="en-US" sz="1600" i="0" u="none" strike="noStrike" cap="none" normalizeH="0" baseline="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rPr>
            </a:br>
            <a:r>
              <a:rPr kumimoji="0" lang="en-US" altLang="en-US" sz="1600" i="0" u="none" strike="noStrike" cap="none" normalizeH="0" baseline="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rPr>
              <a:t>+</a:t>
            </a:r>
            <a:r>
              <a:rPr kumimoji="0" lang="en-US" altLang="en-US" sz="1600" i="0" u="none" strike="noStrike" cap="none" normalizeH="0" baseline="0" dirty="0" err="1">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rPr>
              <a:t>getPrice</a:t>
            </a:r>
            <a:r>
              <a:rPr kumimoji="0" lang="en-US" altLang="en-US" sz="1600" i="0" u="none" strike="noStrike" cap="none" normalizeH="0" baseline="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rPr>
              <a:t>(): double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i="0" u="none" strike="noStrike" cap="none" normalizeH="0" baseline="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rPr>
              <a:t>+</a:t>
            </a:r>
            <a:r>
              <a:rPr kumimoji="0" lang="en-US" altLang="en-US" sz="1600" i="0" u="none" strike="noStrike" cap="none" normalizeH="0" baseline="0" dirty="0" err="1">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rPr>
              <a:t>setPrice</a:t>
            </a:r>
            <a:r>
              <a:rPr kumimoji="0" lang="en-US" altLang="en-US" sz="1600" i="0" u="none" strike="noStrike" cap="none" normalizeH="0" baseline="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rPr>
              <a:t>(p: double): void</a:t>
            </a:r>
          </a:p>
        </p:txBody>
      </p:sp>
      <p:sp>
        <p:nvSpPr>
          <p:cNvPr id="11" name="Rectangle 11">
            <a:extLst>
              <a:ext uri="{FF2B5EF4-FFF2-40B4-BE49-F238E27FC236}">
                <a16:creationId xmlns:a16="http://schemas.microsoft.com/office/drawing/2014/main" id="{DCB80A2E-B337-4E3B-8372-C9890FC19F6F}"/>
              </a:ext>
            </a:extLst>
          </p:cNvPr>
          <p:cNvSpPr>
            <a:spLocks noChangeArrowheads="1"/>
          </p:cNvSpPr>
          <p:nvPr/>
        </p:nvSpPr>
        <p:spPr bwMode="auto">
          <a:xfrm>
            <a:off x="4851132" y="3021471"/>
            <a:ext cx="3744257" cy="454025"/>
          </a:xfrm>
          <a:prstGeom prst="rect">
            <a:avLst/>
          </a:prstGeom>
          <a:solidFill>
            <a:schemeClr val="bg1"/>
          </a:solidFill>
          <a:ln w="15875">
            <a:solidFill>
              <a:schemeClr val="tx1"/>
            </a:solidFill>
            <a:miter lim="800000"/>
            <a:headEnd/>
            <a:tailEnd/>
          </a:ln>
        </p:spPr>
        <p:txBody>
          <a:bodyPr/>
          <a:lstStyle/>
          <a:p>
            <a:pPr algn="ctr"/>
            <a:r>
              <a:rPr lang="en-US" b="1" dirty="0">
                <a:latin typeface="Open Sans" panose="020B0606030504020204" pitchFamily="34" charset="0"/>
                <a:ea typeface="Open Sans" panose="020B0606030504020204" pitchFamily="34" charset="0"/>
                <a:cs typeface="Open Sans" panose="020B0606030504020204" pitchFamily="34" charset="0"/>
              </a:rPr>
              <a:t>Window</a:t>
            </a:r>
          </a:p>
          <a:p>
            <a:endParaRPr lang="en-US" sz="1000" dirty="0">
              <a:latin typeface="Open Sans" panose="020B0606030504020204" pitchFamily="34" charset="0"/>
              <a:ea typeface="Open Sans" panose="020B0606030504020204" pitchFamily="34" charset="0"/>
              <a:cs typeface="Open Sans" panose="020B0606030504020204" pitchFamily="34" charset="0"/>
            </a:endParaRPr>
          </a:p>
        </p:txBody>
      </p:sp>
      <p:sp>
        <p:nvSpPr>
          <p:cNvPr id="12" name="Rectangle 12">
            <a:extLst>
              <a:ext uri="{FF2B5EF4-FFF2-40B4-BE49-F238E27FC236}">
                <a16:creationId xmlns:a16="http://schemas.microsoft.com/office/drawing/2014/main" id="{FE769F37-5474-4C88-915C-353BE17D4EC3}"/>
              </a:ext>
            </a:extLst>
          </p:cNvPr>
          <p:cNvSpPr>
            <a:spLocks noChangeArrowheads="1"/>
          </p:cNvSpPr>
          <p:nvPr/>
        </p:nvSpPr>
        <p:spPr bwMode="auto">
          <a:xfrm>
            <a:off x="4851132" y="3475496"/>
            <a:ext cx="3744258" cy="1219200"/>
          </a:xfrm>
          <a:prstGeom prst="rect">
            <a:avLst/>
          </a:prstGeom>
          <a:solidFill>
            <a:schemeClr val="bg1"/>
          </a:solidFill>
          <a:ln w="15875">
            <a:solidFill>
              <a:schemeClr val="tx1"/>
            </a:solidFill>
            <a:miter lim="800000"/>
            <a:headEnd/>
            <a:tailEnd/>
          </a:ln>
        </p:spPr>
        <p:txBody>
          <a:bodyPr/>
          <a:lstStyle/>
          <a:p>
            <a:r>
              <a:rPr lang="en-US" b="1" dirty="0">
                <a:solidFill>
                  <a:srgbClr val="CC0000"/>
                </a:solidFill>
                <a:latin typeface="Open Sans" panose="020B0606030504020204" pitchFamily="34" charset="0"/>
                <a:ea typeface="Open Sans" panose="020B0606030504020204" pitchFamily="34" charset="0"/>
                <a:cs typeface="Open Sans" panose="020B0606030504020204" pitchFamily="34" charset="0"/>
              </a:rPr>
              <a:t>+ </a:t>
            </a:r>
            <a:r>
              <a:rPr lang="en-US" b="1" dirty="0" err="1">
                <a:solidFill>
                  <a:srgbClr val="CC0000"/>
                </a:solidFill>
                <a:latin typeface="Open Sans" panose="020B0606030504020204" pitchFamily="34" charset="0"/>
                <a:ea typeface="Open Sans" panose="020B0606030504020204" pitchFamily="34" charset="0"/>
                <a:cs typeface="Open Sans" panose="020B0606030504020204" pitchFamily="34" charset="0"/>
              </a:rPr>
              <a:t>GetSize</a:t>
            </a:r>
            <a:r>
              <a:rPr lang="en-US" b="1" dirty="0">
                <a:solidFill>
                  <a:srgbClr val="CC0000"/>
                </a:solidFill>
                <a:latin typeface="Open Sans" panose="020B0606030504020204" pitchFamily="34" charset="0"/>
                <a:ea typeface="Open Sans" panose="020B0606030504020204" pitchFamily="34" charset="0"/>
                <a:cs typeface="Open Sans" panose="020B0606030504020204" pitchFamily="34" charset="0"/>
              </a:rPr>
              <a:t>() : Rectangle</a:t>
            </a:r>
          </a:p>
          <a:p>
            <a:r>
              <a:rPr lang="en-US" b="1" dirty="0">
                <a:solidFill>
                  <a:srgbClr val="CC0000"/>
                </a:solidFill>
                <a:latin typeface="Open Sans" panose="020B0606030504020204" pitchFamily="34" charset="0"/>
                <a:ea typeface="Open Sans" panose="020B0606030504020204" pitchFamily="34" charset="0"/>
                <a:cs typeface="Open Sans" panose="020B0606030504020204" pitchFamily="34" charset="0"/>
              </a:rPr>
              <a:t>+ </a:t>
            </a:r>
            <a:r>
              <a:rPr lang="en-US" b="1" dirty="0" err="1">
                <a:solidFill>
                  <a:srgbClr val="CC0000"/>
                </a:solidFill>
                <a:latin typeface="Open Sans" panose="020B0606030504020204" pitchFamily="34" charset="0"/>
                <a:ea typeface="Open Sans" panose="020B0606030504020204" pitchFamily="34" charset="0"/>
                <a:cs typeface="Open Sans" panose="020B0606030504020204" pitchFamily="34" charset="0"/>
              </a:rPr>
              <a:t>SetSize</a:t>
            </a:r>
            <a:r>
              <a:rPr lang="en-US" b="1" dirty="0">
                <a:solidFill>
                  <a:srgbClr val="CC0000"/>
                </a:solidFill>
                <a:latin typeface="Open Sans" panose="020B0606030504020204" pitchFamily="34" charset="0"/>
                <a:ea typeface="Open Sans" panose="020B0606030504020204" pitchFamily="34" charset="0"/>
                <a:cs typeface="Open Sans" panose="020B0606030504020204" pitchFamily="34" charset="0"/>
              </a:rPr>
              <a:t>(name : string) : void</a:t>
            </a:r>
          </a:p>
          <a:p>
            <a:r>
              <a:rPr lang="en-US" b="1" dirty="0">
                <a:solidFill>
                  <a:srgbClr val="CC0000"/>
                </a:solidFill>
                <a:latin typeface="Open Sans" panose="020B0606030504020204" pitchFamily="34" charset="0"/>
                <a:ea typeface="Open Sans" panose="020B0606030504020204" pitchFamily="34" charset="0"/>
                <a:cs typeface="Open Sans" panose="020B0606030504020204" pitchFamily="34" charset="0"/>
              </a:rPr>
              <a:t>+ </a:t>
            </a:r>
            <a:r>
              <a:rPr lang="en-US" b="1" dirty="0" err="1">
                <a:solidFill>
                  <a:srgbClr val="CC0000"/>
                </a:solidFill>
                <a:latin typeface="Open Sans" panose="020B0606030504020204" pitchFamily="34" charset="0"/>
                <a:ea typeface="Open Sans" panose="020B0606030504020204" pitchFamily="34" charset="0"/>
                <a:cs typeface="Open Sans" panose="020B0606030504020204" pitchFamily="34" charset="0"/>
              </a:rPr>
              <a:t>GetComponents</a:t>
            </a:r>
            <a:r>
              <a:rPr lang="en-US" b="1" dirty="0">
                <a:solidFill>
                  <a:srgbClr val="CC0000"/>
                </a:solidFill>
                <a:latin typeface="Open Sans" panose="020B0606030504020204" pitchFamily="34" charset="0"/>
                <a:ea typeface="Open Sans" panose="020B0606030504020204" pitchFamily="34" charset="0"/>
                <a:cs typeface="Open Sans" panose="020B0606030504020204" pitchFamily="34" charset="0"/>
              </a:rPr>
              <a:t>() : Component [0..*]</a:t>
            </a:r>
          </a:p>
          <a:p>
            <a:r>
              <a:rPr lang="en-US" b="1" dirty="0">
                <a:solidFill>
                  <a:srgbClr val="CC0000"/>
                </a:solidFill>
                <a:latin typeface="Open Sans" panose="020B0606030504020204" pitchFamily="34" charset="0"/>
                <a:ea typeface="Open Sans" panose="020B0606030504020204" pitchFamily="34" charset="0"/>
                <a:cs typeface="Open Sans" panose="020B0606030504020204" pitchFamily="34" charset="0"/>
              </a:rPr>
              <a:t># Paint() : void</a:t>
            </a:r>
          </a:p>
        </p:txBody>
      </p:sp>
    </p:spTree>
    <p:extLst>
      <p:ext uri="{BB962C8B-B14F-4D97-AF65-F5344CB8AC3E}">
        <p14:creationId xmlns:p14="http://schemas.microsoft.com/office/powerpoint/2010/main" val="40363493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dissolve">
                                      <p:cBhvr>
                                        <p:cTn id="7" dur="500"/>
                                        <p:tgtEl>
                                          <p:spTgt spid="12"/>
                                        </p:tgtEl>
                                      </p:cBhvr>
                                    </p:animEffect>
                                  </p:childTnLst>
                                </p:cTn>
                              </p:par>
                              <p:par>
                                <p:cTn id="8" presetID="9" presetClass="entr" presetSubtype="0"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dissolve">
                                      <p:cBhvr>
                                        <p:cTn id="10"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652"/>
        <p:cNvGrpSpPr/>
        <p:nvPr/>
      </p:nvGrpSpPr>
      <p:grpSpPr>
        <a:xfrm>
          <a:off x="0" y="0"/>
          <a:ext cx="0" cy="0"/>
          <a:chOff x="0" y="0"/>
          <a:chExt cx="0" cy="0"/>
        </a:xfrm>
      </p:grpSpPr>
      <p:cxnSp>
        <p:nvCxnSpPr>
          <p:cNvPr id="658" name="Google Shape;658;p31"/>
          <p:cNvCxnSpPr/>
          <p:nvPr/>
        </p:nvCxnSpPr>
        <p:spPr>
          <a:xfrm>
            <a:off x="0" y="307163"/>
            <a:ext cx="4570500" cy="0"/>
          </a:xfrm>
          <a:prstGeom prst="straightConnector1">
            <a:avLst/>
          </a:prstGeom>
          <a:noFill/>
          <a:ln w="9525" cap="flat" cmpd="sng">
            <a:solidFill>
              <a:schemeClr val="dk1"/>
            </a:solidFill>
            <a:prstDash val="solid"/>
            <a:round/>
            <a:headEnd type="none" w="med" len="med"/>
            <a:tailEnd type="none" w="med" len="med"/>
          </a:ln>
        </p:spPr>
      </p:cxnSp>
      <p:grpSp>
        <p:nvGrpSpPr>
          <p:cNvPr id="688" name="Google Shape;688;p31"/>
          <p:cNvGrpSpPr/>
          <p:nvPr/>
        </p:nvGrpSpPr>
        <p:grpSpPr>
          <a:xfrm>
            <a:off x="8127066" y="1050393"/>
            <a:ext cx="838995" cy="799177"/>
            <a:chOff x="5694450" y="929325"/>
            <a:chExt cx="607000" cy="578150"/>
          </a:xfrm>
        </p:grpSpPr>
        <p:sp>
          <p:nvSpPr>
            <p:cNvPr id="689" name="Google Shape;689;p31"/>
            <p:cNvSpPr/>
            <p:nvPr/>
          </p:nvSpPr>
          <p:spPr>
            <a:xfrm>
              <a:off x="5694450" y="929325"/>
              <a:ext cx="607000" cy="354825"/>
            </a:xfrm>
            <a:custGeom>
              <a:avLst/>
              <a:gdLst/>
              <a:ahLst/>
              <a:cxnLst/>
              <a:rect l="l" t="t" r="r" b="b"/>
              <a:pathLst>
                <a:path w="24280" h="14193" extrusionOk="0">
                  <a:moveTo>
                    <a:pt x="11171" y="0"/>
                  </a:moveTo>
                  <a:cubicBezTo>
                    <a:pt x="8128" y="0"/>
                    <a:pt x="5661" y="2457"/>
                    <a:pt x="5642" y="5491"/>
                  </a:cubicBezTo>
                  <a:cubicBezTo>
                    <a:pt x="5255" y="5387"/>
                    <a:pt x="4858" y="5321"/>
                    <a:pt x="4442" y="5321"/>
                  </a:cubicBezTo>
                  <a:cubicBezTo>
                    <a:pt x="1985" y="5321"/>
                    <a:pt x="0" y="7305"/>
                    <a:pt x="0" y="9763"/>
                  </a:cubicBezTo>
                  <a:cubicBezTo>
                    <a:pt x="0" y="12210"/>
                    <a:pt x="1853" y="14053"/>
                    <a:pt x="4178" y="14185"/>
                  </a:cubicBezTo>
                  <a:cubicBezTo>
                    <a:pt x="4220" y="14190"/>
                    <a:pt x="8376" y="14193"/>
                    <a:pt x="12532" y="14193"/>
                  </a:cubicBezTo>
                  <a:cubicBezTo>
                    <a:pt x="16688" y="14193"/>
                    <a:pt x="20844" y="14190"/>
                    <a:pt x="20886" y="14185"/>
                  </a:cubicBezTo>
                  <a:lnTo>
                    <a:pt x="20990" y="14185"/>
                  </a:lnTo>
                  <a:lnTo>
                    <a:pt x="20990" y="14176"/>
                  </a:lnTo>
                  <a:cubicBezTo>
                    <a:pt x="22833" y="13996"/>
                    <a:pt x="24279" y="12437"/>
                    <a:pt x="24279" y="10547"/>
                  </a:cubicBezTo>
                  <a:cubicBezTo>
                    <a:pt x="24279" y="8865"/>
                    <a:pt x="23145" y="7457"/>
                    <a:pt x="21614" y="7031"/>
                  </a:cubicBezTo>
                  <a:cubicBezTo>
                    <a:pt x="21614" y="6994"/>
                    <a:pt x="21614" y="6965"/>
                    <a:pt x="21614" y="6937"/>
                  </a:cubicBezTo>
                  <a:cubicBezTo>
                    <a:pt x="21614" y="4924"/>
                    <a:pt x="19979" y="3289"/>
                    <a:pt x="17957" y="3289"/>
                  </a:cubicBezTo>
                  <a:cubicBezTo>
                    <a:pt x="17390" y="3289"/>
                    <a:pt x="16860" y="3421"/>
                    <a:pt x="16378" y="3648"/>
                  </a:cubicBezTo>
                  <a:cubicBezTo>
                    <a:pt x="15613" y="1522"/>
                    <a:pt x="13572" y="0"/>
                    <a:pt x="11171" y="0"/>
                  </a:cubicBezTo>
                  <a:close/>
                </a:path>
              </a:pathLst>
            </a:custGeom>
            <a:solidFill>
              <a:schemeClr val="accent2"/>
            </a:solidFill>
            <a:ln w="9525" cap="flat" cmpd="sng">
              <a:solidFill>
                <a:schemeClr val="dk1"/>
              </a:solidFill>
              <a:prstDash val="solid"/>
              <a:miter lim="945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600">
                <a:latin typeface="Open Sans" panose="020B0606030504020204" pitchFamily="34" charset="0"/>
                <a:ea typeface="Open Sans" panose="020B0606030504020204" pitchFamily="34" charset="0"/>
                <a:cs typeface="Open Sans" panose="020B0606030504020204" pitchFamily="34" charset="0"/>
              </a:endParaRPr>
            </a:p>
          </p:txBody>
        </p:sp>
        <p:sp>
          <p:nvSpPr>
            <p:cNvPr id="690" name="Google Shape;690;p31"/>
            <p:cNvSpPr/>
            <p:nvPr/>
          </p:nvSpPr>
          <p:spPr>
            <a:xfrm>
              <a:off x="5862675" y="1216625"/>
              <a:ext cx="199675" cy="290850"/>
            </a:xfrm>
            <a:custGeom>
              <a:avLst/>
              <a:gdLst/>
              <a:ahLst/>
              <a:cxnLst/>
              <a:rect l="l" t="t" r="r" b="b"/>
              <a:pathLst>
                <a:path w="7987" h="11634" extrusionOk="0">
                  <a:moveTo>
                    <a:pt x="2552" y="0"/>
                  </a:moveTo>
                  <a:lnTo>
                    <a:pt x="2552" y="6398"/>
                  </a:lnTo>
                  <a:lnTo>
                    <a:pt x="0" y="6398"/>
                  </a:lnTo>
                  <a:lnTo>
                    <a:pt x="1994" y="9016"/>
                  </a:lnTo>
                  <a:lnTo>
                    <a:pt x="3998" y="11634"/>
                  </a:lnTo>
                  <a:lnTo>
                    <a:pt x="5992" y="9016"/>
                  </a:lnTo>
                  <a:lnTo>
                    <a:pt x="7986" y="6398"/>
                  </a:lnTo>
                  <a:lnTo>
                    <a:pt x="5434" y="6398"/>
                  </a:lnTo>
                  <a:lnTo>
                    <a:pt x="5434" y="0"/>
                  </a:lnTo>
                  <a:close/>
                </a:path>
              </a:pathLst>
            </a:custGeom>
            <a:solidFill>
              <a:schemeClr val="accent3"/>
            </a:solidFill>
            <a:ln w="9525" cap="flat" cmpd="sng">
              <a:solidFill>
                <a:schemeClr val="dk1"/>
              </a:solidFill>
              <a:prstDash val="solid"/>
              <a:miter lim="945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600">
                <a:latin typeface="Open Sans" panose="020B0606030504020204" pitchFamily="34" charset="0"/>
                <a:ea typeface="Open Sans" panose="020B0606030504020204" pitchFamily="34" charset="0"/>
                <a:cs typeface="Open Sans" panose="020B0606030504020204" pitchFamily="34" charset="0"/>
              </a:endParaRPr>
            </a:p>
          </p:txBody>
        </p:sp>
        <p:sp>
          <p:nvSpPr>
            <p:cNvPr id="691" name="Google Shape;691;p31"/>
            <p:cNvSpPr/>
            <p:nvPr/>
          </p:nvSpPr>
          <p:spPr>
            <a:xfrm>
              <a:off x="5933325" y="1085250"/>
              <a:ext cx="199900" cy="290875"/>
            </a:xfrm>
            <a:custGeom>
              <a:avLst/>
              <a:gdLst/>
              <a:ahLst/>
              <a:cxnLst/>
              <a:rect l="l" t="t" r="r" b="b"/>
              <a:pathLst>
                <a:path w="7996" h="11635" extrusionOk="0">
                  <a:moveTo>
                    <a:pt x="3998" y="0"/>
                  </a:moveTo>
                  <a:lnTo>
                    <a:pt x="2004" y="2618"/>
                  </a:lnTo>
                  <a:lnTo>
                    <a:pt x="0" y="5236"/>
                  </a:lnTo>
                  <a:lnTo>
                    <a:pt x="2561" y="5236"/>
                  </a:lnTo>
                  <a:lnTo>
                    <a:pt x="2561" y="11634"/>
                  </a:lnTo>
                  <a:lnTo>
                    <a:pt x="5434" y="11634"/>
                  </a:lnTo>
                  <a:lnTo>
                    <a:pt x="5434" y="5236"/>
                  </a:lnTo>
                  <a:lnTo>
                    <a:pt x="7995" y="5236"/>
                  </a:lnTo>
                  <a:lnTo>
                    <a:pt x="5992" y="2618"/>
                  </a:lnTo>
                  <a:lnTo>
                    <a:pt x="3998" y="0"/>
                  </a:lnTo>
                  <a:close/>
                </a:path>
              </a:pathLst>
            </a:custGeom>
            <a:solidFill>
              <a:schemeClr val="lt2"/>
            </a:solidFill>
            <a:ln w="9525" cap="flat" cmpd="sng">
              <a:solidFill>
                <a:schemeClr val="dk1"/>
              </a:solidFill>
              <a:prstDash val="solid"/>
              <a:miter lim="945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600">
                <a:latin typeface="Open Sans" panose="020B0606030504020204" pitchFamily="34" charset="0"/>
                <a:ea typeface="Open Sans" panose="020B0606030504020204" pitchFamily="34" charset="0"/>
                <a:cs typeface="Open Sans" panose="020B0606030504020204" pitchFamily="34" charset="0"/>
              </a:endParaRPr>
            </a:p>
          </p:txBody>
        </p:sp>
      </p:grpSp>
      <p:sp>
        <p:nvSpPr>
          <p:cNvPr id="3" name="Title 2">
            <a:extLst>
              <a:ext uri="{FF2B5EF4-FFF2-40B4-BE49-F238E27FC236}">
                <a16:creationId xmlns:a16="http://schemas.microsoft.com/office/drawing/2014/main" id="{998B0E51-4EE2-40B1-BBE7-17426523A8E4}"/>
              </a:ext>
            </a:extLst>
          </p:cNvPr>
          <p:cNvSpPr>
            <a:spLocks noGrp="1"/>
          </p:cNvSpPr>
          <p:nvPr>
            <p:ph type="title"/>
          </p:nvPr>
        </p:nvSpPr>
        <p:spPr/>
        <p:txBody>
          <a:bodyPr/>
          <a:lstStyle/>
          <a:p>
            <a:r>
              <a:rPr lang="en-US" sz="2200" dirty="0">
                <a:latin typeface="Open Sans" panose="020B0606030504020204" pitchFamily="34" charset="0"/>
                <a:ea typeface="Open Sans" panose="020B0606030504020204" pitchFamily="34" charset="0"/>
                <a:cs typeface="Open Sans" panose="020B0606030504020204" pitchFamily="34" charset="0"/>
              </a:rPr>
              <a:t>Relationships Between Classes</a:t>
            </a:r>
          </a:p>
        </p:txBody>
      </p:sp>
      <p:sp>
        <p:nvSpPr>
          <p:cNvPr id="14" name="TextBox 13">
            <a:extLst>
              <a:ext uri="{FF2B5EF4-FFF2-40B4-BE49-F238E27FC236}">
                <a16:creationId xmlns:a16="http://schemas.microsoft.com/office/drawing/2014/main" id="{642482F9-7C4A-4945-A637-ED05BEBC7A41}"/>
              </a:ext>
            </a:extLst>
          </p:cNvPr>
          <p:cNvSpPr txBox="1"/>
          <p:nvPr/>
        </p:nvSpPr>
        <p:spPr>
          <a:xfrm>
            <a:off x="741611" y="1849802"/>
            <a:ext cx="5853362" cy="1138773"/>
          </a:xfrm>
          <a:prstGeom prst="rect">
            <a:avLst/>
          </a:prstGeom>
          <a:noFill/>
        </p:spPr>
        <p:txBody>
          <a:bodyPr wrap="square">
            <a:spAutoFit/>
          </a:bodyPr>
          <a:lstStyle/>
          <a:p>
            <a:r>
              <a:rPr lang="en-US" sz="1800" b="1" dirty="0">
                <a:latin typeface="Open Sans" panose="020B0606030504020204" pitchFamily="34" charset="0"/>
                <a:ea typeface="Open Sans" panose="020B0606030504020204" pitchFamily="34" charset="0"/>
                <a:cs typeface="Open Sans" panose="020B0606030504020204" pitchFamily="34" charset="0"/>
              </a:rPr>
              <a:t>🧩 1. Association</a:t>
            </a:r>
          </a:p>
          <a:p>
            <a:endParaRPr lang="en-US" sz="1800" b="1" dirty="0">
              <a:latin typeface="Open Sans" panose="020B0606030504020204" pitchFamily="34" charset="0"/>
              <a:ea typeface="Open Sans" panose="020B0606030504020204" pitchFamily="34" charset="0"/>
              <a:cs typeface="Open Sans" panose="020B0606030504020204" pitchFamily="34" charset="0"/>
            </a:endParaRPr>
          </a:p>
          <a:p>
            <a:pPr>
              <a:buFont typeface="Arial" panose="020B0604020202020204" pitchFamily="34" charset="0"/>
              <a:buChar char="•"/>
            </a:pPr>
            <a:r>
              <a:rPr lang="en-US" sz="1600" dirty="0">
                <a:latin typeface="Open Sans" panose="020B0606030504020204" pitchFamily="34" charset="0"/>
                <a:ea typeface="Open Sans" panose="020B0606030504020204" pitchFamily="34" charset="0"/>
                <a:cs typeface="Open Sans" panose="020B0606030504020204" pitchFamily="34" charset="0"/>
              </a:rPr>
              <a:t>Represents a general connection between classes.</a:t>
            </a:r>
          </a:p>
          <a:p>
            <a:pPr>
              <a:buFont typeface="Arial" panose="020B0604020202020204" pitchFamily="34" charset="0"/>
              <a:buChar char="•"/>
            </a:pPr>
            <a:r>
              <a:rPr lang="en-US" sz="1600" dirty="0">
                <a:latin typeface="Open Sans" panose="020B0606030504020204" pitchFamily="34" charset="0"/>
                <a:ea typeface="Open Sans" panose="020B0606030504020204" pitchFamily="34" charset="0"/>
                <a:cs typeface="Open Sans" panose="020B0606030504020204" pitchFamily="34" charset="0"/>
              </a:rPr>
              <a:t>Shown as a </a:t>
            </a:r>
            <a:r>
              <a:rPr lang="en-US" sz="1600" b="1" dirty="0">
                <a:latin typeface="Open Sans" panose="020B0606030504020204" pitchFamily="34" charset="0"/>
                <a:ea typeface="Open Sans" panose="020B0606030504020204" pitchFamily="34" charset="0"/>
                <a:cs typeface="Open Sans" panose="020B0606030504020204" pitchFamily="34" charset="0"/>
              </a:rPr>
              <a:t>solid line</a:t>
            </a:r>
            <a:r>
              <a:rPr lang="en-US" sz="1600" dirty="0">
                <a:latin typeface="Open Sans" panose="020B0606030504020204" pitchFamily="34" charset="0"/>
                <a:ea typeface="Open Sans" panose="020B0606030504020204" pitchFamily="34" charset="0"/>
                <a:cs typeface="Open Sans" panose="020B0606030504020204" pitchFamily="34" charset="0"/>
              </a:rPr>
              <a:t>.</a:t>
            </a:r>
          </a:p>
        </p:txBody>
      </p:sp>
      <p:sp>
        <p:nvSpPr>
          <p:cNvPr id="10" name="TextBox 9">
            <a:extLst>
              <a:ext uri="{FF2B5EF4-FFF2-40B4-BE49-F238E27FC236}">
                <a16:creationId xmlns:a16="http://schemas.microsoft.com/office/drawing/2014/main" id="{87BCBACC-7B4D-4C34-9B3D-9B9283867987}"/>
              </a:ext>
            </a:extLst>
          </p:cNvPr>
          <p:cNvSpPr txBox="1"/>
          <p:nvPr/>
        </p:nvSpPr>
        <p:spPr>
          <a:xfrm>
            <a:off x="722375" y="1212983"/>
            <a:ext cx="7036962" cy="584775"/>
          </a:xfrm>
          <a:prstGeom prst="rect">
            <a:avLst/>
          </a:prstGeom>
          <a:noFill/>
        </p:spPr>
        <p:txBody>
          <a:bodyPr wrap="square">
            <a:spAutoFit/>
          </a:bodyPr>
          <a:lstStyle/>
          <a:p>
            <a:r>
              <a:rPr lang="en-US" sz="1600" b="0" i="0" dirty="0">
                <a:solidFill>
                  <a:srgbClr val="273239"/>
                </a:solidFill>
                <a:effectLst/>
                <a:latin typeface="Open Sans" panose="020B0606030504020204" pitchFamily="34" charset="0"/>
                <a:ea typeface="Open Sans" panose="020B0606030504020204" pitchFamily="34" charset="0"/>
                <a:cs typeface="Open Sans" panose="020B0606030504020204" pitchFamily="34" charset="0"/>
              </a:rPr>
              <a:t>In class diagrams, relationships between classes describe how classes are connected or interact with each other within a system.</a:t>
            </a:r>
            <a:endParaRPr lang="en-US" sz="1600" dirty="0">
              <a:latin typeface="Open Sans" panose="020B0606030504020204" pitchFamily="34" charset="0"/>
              <a:ea typeface="Open Sans" panose="020B0606030504020204" pitchFamily="34" charset="0"/>
              <a:cs typeface="Open Sans" panose="020B0606030504020204" pitchFamily="34" charset="0"/>
            </a:endParaRPr>
          </a:p>
        </p:txBody>
      </p:sp>
      <p:sp>
        <p:nvSpPr>
          <p:cNvPr id="5" name="Rectangle 4">
            <a:extLst>
              <a:ext uri="{FF2B5EF4-FFF2-40B4-BE49-F238E27FC236}">
                <a16:creationId xmlns:a16="http://schemas.microsoft.com/office/drawing/2014/main" id="{060396D0-8A1A-4508-935F-25FD9CD0D790}"/>
              </a:ext>
            </a:extLst>
          </p:cNvPr>
          <p:cNvSpPr>
            <a:spLocks noChangeArrowheads="1"/>
          </p:cNvSpPr>
          <p:nvPr/>
        </p:nvSpPr>
        <p:spPr bwMode="auto">
          <a:xfrm>
            <a:off x="3904948" y="4343549"/>
            <a:ext cx="4292277"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1" i="0" u="none" strike="noStrike" cap="none" normalizeH="0" baseline="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rPr>
              <a:t>Department contains list of employee </a:t>
            </a:r>
            <a:br>
              <a:rPr kumimoji="0" lang="en-US" altLang="en-US" sz="1100" b="1" i="0" u="none" strike="noStrike" cap="none" normalizeH="0" baseline="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rPr>
            </a:br>
            <a:r>
              <a:rPr kumimoji="0" lang="en-US" altLang="en-US" sz="1100" b="1" i="0" u="none" strike="noStrike" cap="none" normalizeH="0" baseline="0" dirty="0" err="1">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rPr>
              <a:t>employee</a:t>
            </a:r>
            <a:r>
              <a:rPr kumimoji="0" lang="en-US" altLang="en-US" sz="1100" b="1" i="0" u="none" strike="noStrike" cap="none" normalizeH="0" baseline="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rPr>
              <a:t> can work in any department</a:t>
            </a:r>
          </a:p>
        </p:txBody>
      </p:sp>
      <p:grpSp>
        <p:nvGrpSpPr>
          <p:cNvPr id="32" name="Group 4">
            <a:extLst>
              <a:ext uri="{FF2B5EF4-FFF2-40B4-BE49-F238E27FC236}">
                <a16:creationId xmlns:a16="http://schemas.microsoft.com/office/drawing/2014/main" id="{E78E750F-3A51-4B77-9862-481A0AE5EED7}"/>
              </a:ext>
            </a:extLst>
          </p:cNvPr>
          <p:cNvGrpSpPr>
            <a:grpSpLocks/>
          </p:cNvGrpSpPr>
          <p:nvPr/>
        </p:nvGrpSpPr>
        <p:grpSpPr bwMode="auto">
          <a:xfrm>
            <a:off x="2403565" y="3004912"/>
            <a:ext cx="2501423" cy="1177887"/>
            <a:chOff x="528" y="1248"/>
            <a:chExt cx="2103" cy="998"/>
          </a:xfrm>
        </p:grpSpPr>
        <p:sp>
          <p:nvSpPr>
            <p:cNvPr id="33" name="Text Box 5">
              <a:extLst>
                <a:ext uri="{FF2B5EF4-FFF2-40B4-BE49-F238E27FC236}">
                  <a16:creationId xmlns:a16="http://schemas.microsoft.com/office/drawing/2014/main" id="{0ABEE925-A727-4E94-BE81-72B640EF0ACB}"/>
                </a:ext>
              </a:extLst>
            </p:cNvPr>
            <p:cNvSpPr txBox="1">
              <a:spLocks noChangeArrowheads="1"/>
            </p:cNvSpPr>
            <p:nvPr/>
          </p:nvSpPr>
          <p:spPr bwMode="auto">
            <a:xfrm>
              <a:off x="528" y="1490"/>
              <a:ext cx="2085" cy="426"/>
            </a:xfrm>
            <a:prstGeom prst="rect">
              <a:avLst/>
            </a:prstGeom>
            <a:noFill/>
            <a:ln w="9525">
              <a:noFill/>
              <a:miter lim="800000"/>
              <a:headEnd/>
              <a:tailEnd/>
            </a:ln>
          </p:spPr>
          <p:txBody>
            <a:bodyPr>
              <a:spAutoFit/>
            </a:bodyPr>
            <a:lstStyle/>
            <a:p>
              <a:endParaRPr lang="en-US" sz="1200" b="1" dirty="0">
                <a:latin typeface="Open Sans" panose="020B0606030504020204" pitchFamily="34" charset="0"/>
                <a:ea typeface="Open Sans" panose="020B0606030504020204" pitchFamily="34" charset="0"/>
                <a:cs typeface="Open Sans" panose="020B0606030504020204" pitchFamily="34" charset="0"/>
              </a:endParaRPr>
            </a:p>
            <a:p>
              <a:r>
                <a:rPr lang="en-US" sz="1200" b="1" dirty="0">
                  <a:latin typeface="Open Sans" panose="020B0606030504020204" pitchFamily="34" charset="0"/>
                  <a:ea typeface="Open Sans" panose="020B0606030504020204" pitchFamily="34" charset="0"/>
                  <a:cs typeface="Open Sans" panose="020B0606030504020204" pitchFamily="34" charset="0"/>
                </a:rPr>
                <a:t>Enumeration </a:t>
              </a:r>
              <a:r>
                <a:rPr lang="en-US" sz="1200" b="1" dirty="0" err="1">
                  <a:latin typeface="Open Sans" panose="020B0606030504020204" pitchFamily="34" charset="0"/>
                  <a:ea typeface="Open Sans" panose="020B0606030504020204" pitchFamily="34" charset="0"/>
                  <a:cs typeface="Open Sans" panose="020B0606030504020204" pitchFamily="34" charset="0"/>
                </a:rPr>
                <a:t>getEmployees</a:t>
              </a:r>
              <a:r>
                <a:rPr lang="en-US" sz="1200" b="1" dirty="0">
                  <a:latin typeface="Open Sans" panose="020B0606030504020204" pitchFamily="34" charset="0"/>
                  <a:ea typeface="Open Sans" panose="020B0606030504020204" pitchFamily="34" charset="0"/>
                  <a:cs typeface="Open Sans" panose="020B0606030504020204" pitchFamily="34" charset="0"/>
                </a:rPr>
                <a:t>()</a:t>
              </a:r>
            </a:p>
            <a:p>
              <a:r>
                <a:rPr lang="en-US" sz="1200" b="1" dirty="0">
                  <a:latin typeface="Open Sans" panose="020B0606030504020204" pitchFamily="34" charset="0"/>
                  <a:ea typeface="Open Sans" panose="020B0606030504020204" pitchFamily="34" charset="0"/>
                  <a:cs typeface="Open Sans" panose="020B0606030504020204" pitchFamily="34" charset="0"/>
                </a:rPr>
                <a:t>float </a:t>
              </a:r>
              <a:r>
                <a:rPr lang="en-US" sz="1200" b="1" dirty="0" err="1">
                  <a:latin typeface="Open Sans" panose="020B0606030504020204" pitchFamily="34" charset="0"/>
                  <a:ea typeface="Open Sans" panose="020B0606030504020204" pitchFamily="34" charset="0"/>
                  <a:cs typeface="Open Sans" panose="020B0606030504020204" pitchFamily="34" charset="0"/>
                </a:rPr>
                <a:t>getSalary</a:t>
              </a:r>
              <a:r>
                <a:rPr lang="en-US" sz="1200" b="1" dirty="0">
                  <a:latin typeface="Open Sans" panose="020B0606030504020204" pitchFamily="34" charset="0"/>
                  <a:ea typeface="Open Sans" panose="020B0606030504020204" pitchFamily="34" charset="0"/>
                  <a:cs typeface="Open Sans" panose="020B0606030504020204" pitchFamily="34" charset="0"/>
                </a:rPr>
                <a:t>(</a:t>
              </a:r>
              <a:r>
                <a:rPr lang="en-US" sz="1200" b="1" dirty="0" err="1">
                  <a:latin typeface="Open Sans" panose="020B0606030504020204" pitchFamily="34" charset="0"/>
                  <a:ea typeface="Open Sans" panose="020B0606030504020204" pitchFamily="34" charset="0"/>
                  <a:cs typeface="Open Sans" panose="020B0606030504020204" pitchFamily="34" charset="0"/>
                </a:rPr>
                <a:t>emp</a:t>
              </a:r>
              <a:r>
                <a:rPr lang="en-US" sz="1200" b="1" dirty="0">
                  <a:latin typeface="Open Sans" panose="020B0606030504020204" pitchFamily="34" charset="0"/>
                  <a:ea typeface="Open Sans" panose="020B0606030504020204" pitchFamily="34" charset="0"/>
                  <a:cs typeface="Open Sans" panose="020B0606030504020204" pitchFamily="34" charset="0"/>
                </a:rPr>
                <a:t>)</a:t>
              </a:r>
            </a:p>
          </p:txBody>
        </p:sp>
        <p:grpSp>
          <p:nvGrpSpPr>
            <p:cNvPr id="34" name="Group 6">
              <a:extLst>
                <a:ext uri="{FF2B5EF4-FFF2-40B4-BE49-F238E27FC236}">
                  <a16:creationId xmlns:a16="http://schemas.microsoft.com/office/drawing/2014/main" id="{5D396A31-CE75-45CC-A769-4F74FB3D6D78}"/>
                </a:ext>
              </a:extLst>
            </p:cNvPr>
            <p:cNvGrpSpPr>
              <a:grpSpLocks/>
            </p:cNvGrpSpPr>
            <p:nvPr/>
          </p:nvGrpSpPr>
          <p:grpSpPr bwMode="auto">
            <a:xfrm>
              <a:off x="528" y="1248"/>
              <a:ext cx="2102" cy="282"/>
              <a:chOff x="554" y="1413"/>
              <a:chExt cx="1390" cy="282"/>
            </a:xfrm>
          </p:grpSpPr>
          <p:sp>
            <p:nvSpPr>
              <p:cNvPr id="37" name="Rectangle 7">
                <a:extLst>
                  <a:ext uri="{FF2B5EF4-FFF2-40B4-BE49-F238E27FC236}">
                    <a16:creationId xmlns:a16="http://schemas.microsoft.com/office/drawing/2014/main" id="{C10E7AC1-BD28-4219-94A9-ED1B4A7CB32C}"/>
                  </a:ext>
                </a:extLst>
              </p:cNvPr>
              <p:cNvSpPr>
                <a:spLocks noChangeArrowheads="1"/>
              </p:cNvSpPr>
              <p:nvPr/>
            </p:nvSpPr>
            <p:spPr bwMode="auto">
              <a:xfrm>
                <a:off x="554" y="1413"/>
                <a:ext cx="1390" cy="282"/>
              </a:xfrm>
              <a:prstGeom prst="rect">
                <a:avLst/>
              </a:prstGeom>
              <a:noFill/>
              <a:ln w="15875">
                <a:solidFill>
                  <a:schemeClr val="tx1"/>
                </a:solidFill>
                <a:miter lim="800000"/>
                <a:headEnd/>
                <a:tailEnd/>
              </a:ln>
            </p:spPr>
            <p:txBody>
              <a:bodyPr/>
              <a:lstStyle/>
              <a:p>
                <a:endParaRPr lang="en-US" sz="1200">
                  <a:latin typeface="Open Sans" panose="020B0606030504020204" pitchFamily="34" charset="0"/>
                  <a:ea typeface="Open Sans" panose="020B0606030504020204" pitchFamily="34" charset="0"/>
                  <a:cs typeface="Open Sans" panose="020B0606030504020204" pitchFamily="34" charset="0"/>
                </a:endParaRPr>
              </a:p>
            </p:txBody>
          </p:sp>
          <p:sp>
            <p:nvSpPr>
              <p:cNvPr id="38" name="Rectangle 8">
                <a:extLst>
                  <a:ext uri="{FF2B5EF4-FFF2-40B4-BE49-F238E27FC236}">
                    <a16:creationId xmlns:a16="http://schemas.microsoft.com/office/drawing/2014/main" id="{BCA19CC2-75DF-4BEC-85C3-9F23B645E40A}"/>
                  </a:ext>
                </a:extLst>
              </p:cNvPr>
              <p:cNvSpPr>
                <a:spLocks noChangeArrowheads="1"/>
              </p:cNvSpPr>
              <p:nvPr/>
            </p:nvSpPr>
            <p:spPr bwMode="auto">
              <a:xfrm>
                <a:off x="1049" y="1507"/>
                <a:ext cx="399" cy="122"/>
              </a:xfrm>
              <a:prstGeom prst="rect">
                <a:avLst/>
              </a:prstGeom>
              <a:noFill/>
              <a:ln w="9525">
                <a:noFill/>
                <a:miter lim="800000"/>
                <a:headEnd/>
                <a:tailEnd/>
              </a:ln>
            </p:spPr>
            <p:txBody>
              <a:bodyPr wrap="none" lIns="0" tIns="0" rIns="0" bIns="0">
                <a:spAutoFit/>
              </a:bodyPr>
              <a:lstStyle/>
              <a:p>
                <a:pPr algn="ctr"/>
                <a:r>
                  <a:rPr lang="en-US" sz="1200" b="1" dirty="0">
                    <a:latin typeface="Open Sans" panose="020B0606030504020204" pitchFamily="34" charset="0"/>
                    <a:ea typeface="Open Sans" panose="020B0606030504020204" pitchFamily="34" charset="0"/>
                    <a:cs typeface="Open Sans" panose="020B0606030504020204" pitchFamily="34" charset="0"/>
                  </a:rPr>
                  <a:t>Department</a:t>
                </a:r>
              </a:p>
            </p:txBody>
          </p:sp>
        </p:grpSp>
        <p:sp>
          <p:nvSpPr>
            <p:cNvPr id="35" name="Rectangle 9">
              <a:extLst>
                <a:ext uri="{FF2B5EF4-FFF2-40B4-BE49-F238E27FC236}">
                  <a16:creationId xmlns:a16="http://schemas.microsoft.com/office/drawing/2014/main" id="{A62817BC-F916-429C-AD10-3D21A81A9BDB}"/>
                </a:ext>
              </a:extLst>
            </p:cNvPr>
            <p:cNvSpPr>
              <a:spLocks noChangeArrowheads="1"/>
            </p:cNvSpPr>
            <p:nvPr/>
          </p:nvSpPr>
          <p:spPr bwMode="auto">
            <a:xfrm>
              <a:off x="528" y="1533"/>
              <a:ext cx="2103" cy="162"/>
            </a:xfrm>
            <a:prstGeom prst="rect">
              <a:avLst/>
            </a:prstGeom>
            <a:noFill/>
            <a:ln w="15875">
              <a:solidFill>
                <a:schemeClr val="tx1"/>
              </a:solidFill>
              <a:miter lim="800000"/>
              <a:headEnd/>
              <a:tailEnd/>
            </a:ln>
          </p:spPr>
          <p:txBody>
            <a:bodyPr/>
            <a:lstStyle/>
            <a:p>
              <a:endParaRPr lang="en-US" sz="1200">
                <a:latin typeface="Open Sans" panose="020B0606030504020204" pitchFamily="34" charset="0"/>
                <a:ea typeface="Open Sans" panose="020B0606030504020204" pitchFamily="34" charset="0"/>
                <a:cs typeface="Open Sans" panose="020B0606030504020204" pitchFamily="34" charset="0"/>
              </a:endParaRPr>
            </a:p>
          </p:txBody>
        </p:sp>
        <p:sp>
          <p:nvSpPr>
            <p:cNvPr id="36" name="Rectangle 10">
              <a:extLst>
                <a:ext uri="{FF2B5EF4-FFF2-40B4-BE49-F238E27FC236}">
                  <a16:creationId xmlns:a16="http://schemas.microsoft.com/office/drawing/2014/main" id="{8DC00326-8277-483E-916F-799AF1CBCEE0}"/>
                </a:ext>
              </a:extLst>
            </p:cNvPr>
            <p:cNvSpPr>
              <a:spLocks noChangeArrowheads="1"/>
            </p:cNvSpPr>
            <p:nvPr/>
          </p:nvSpPr>
          <p:spPr bwMode="auto">
            <a:xfrm>
              <a:off x="528" y="1698"/>
              <a:ext cx="2101" cy="548"/>
            </a:xfrm>
            <a:prstGeom prst="rect">
              <a:avLst/>
            </a:prstGeom>
            <a:noFill/>
            <a:ln w="15875">
              <a:solidFill>
                <a:schemeClr val="tx1"/>
              </a:solidFill>
              <a:miter lim="800000"/>
              <a:headEnd/>
              <a:tailEnd/>
            </a:ln>
          </p:spPr>
          <p:txBody>
            <a:bodyPr/>
            <a:lstStyle/>
            <a:p>
              <a:endParaRPr lang="en-US" sz="1200">
                <a:latin typeface="Open Sans" panose="020B0606030504020204" pitchFamily="34" charset="0"/>
                <a:ea typeface="Open Sans" panose="020B0606030504020204" pitchFamily="34" charset="0"/>
                <a:cs typeface="Open Sans" panose="020B0606030504020204" pitchFamily="34" charset="0"/>
              </a:endParaRPr>
            </a:p>
          </p:txBody>
        </p:sp>
      </p:grpSp>
      <p:sp>
        <p:nvSpPr>
          <p:cNvPr id="39" name="Line 11">
            <a:extLst>
              <a:ext uri="{FF2B5EF4-FFF2-40B4-BE49-F238E27FC236}">
                <a16:creationId xmlns:a16="http://schemas.microsoft.com/office/drawing/2014/main" id="{6FD2A778-7D9C-4DF6-AFBD-C36DB165119A}"/>
              </a:ext>
            </a:extLst>
          </p:cNvPr>
          <p:cNvSpPr>
            <a:spLocks noChangeShapeType="1"/>
          </p:cNvSpPr>
          <p:nvPr/>
        </p:nvSpPr>
        <p:spPr bwMode="auto">
          <a:xfrm>
            <a:off x="4924779" y="3683402"/>
            <a:ext cx="1492741" cy="11020"/>
          </a:xfrm>
          <a:prstGeom prst="line">
            <a:avLst/>
          </a:prstGeom>
          <a:noFill/>
          <a:ln w="19050">
            <a:solidFill>
              <a:schemeClr val="tx1"/>
            </a:solidFill>
            <a:round/>
            <a:headEnd/>
            <a:tailEnd/>
          </a:ln>
        </p:spPr>
        <p:txBody>
          <a:bodyPr wrap="none" anchor="ctr"/>
          <a:lstStyle/>
          <a:p>
            <a:endParaRPr lang="en-US" sz="1200">
              <a:latin typeface="Open Sans" panose="020B0606030504020204" pitchFamily="34" charset="0"/>
              <a:ea typeface="Open Sans" panose="020B0606030504020204" pitchFamily="34" charset="0"/>
              <a:cs typeface="Open Sans" panose="020B0606030504020204" pitchFamily="34" charset="0"/>
            </a:endParaRPr>
          </a:p>
        </p:txBody>
      </p:sp>
      <p:sp>
        <p:nvSpPr>
          <p:cNvPr id="40" name="Text Box 12">
            <a:extLst>
              <a:ext uri="{FF2B5EF4-FFF2-40B4-BE49-F238E27FC236}">
                <a16:creationId xmlns:a16="http://schemas.microsoft.com/office/drawing/2014/main" id="{E7D64B0E-AF56-4995-9EC3-F84B18B6EF56}"/>
              </a:ext>
            </a:extLst>
          </p:cNvPr>
          <p:cNvSpPr txBox="1">
            <a:spLocks noChangeArrowheads="1"/>
          </p:cNvSpPr>
          <p:nvPr/>
        </p:nvSpPr>
        <p:spPr bwMode="auto">
          <a:xfrm>
            <a:off x="4888214" y="3491976"/>
            <a:ext cx="266212" cy="276999"/>
          </a:xfrm>
          <a:prstGeom prst="rect">
            <a:avLst/>
          </a:prstGeom>
          <a:noFill/>
          <a:ln w="9525">
            <a:noFill/>
            <a:miter lim="800000"/>
            <a:headEnd/>
            <a:tailEnd/>
          </a:ln>
        </p:spPr>
        <p:txBody>
          <a:bodyPr wrap="square" anchor="ctr">
            <a:spAutoFit/>
          </a:bodyPr>
          <a:lstStyle/>
          <a:p>
            <a:pPr algn="ctr"/>
            <a:r>
              <a:rPr lang="en-US" sz="1200" dirty="0">
                <a:latin typeface="Open Sans" panose="020B0606030504020204" pitchFamily="34" charset="0"/>
                <a:ea typeface="Open Sans" panose="020B0606030504020204" pitchFamily="34" charset="0"/>
                <a:cs typeface="Open Sans" panose="020B0606030504020204" pitchFamily="34" charset="0"/>
              </a:rPr>
              <a:t>*</a:t>
            </a:r>
            <a:endParaRPr lang="en-US" sz="1200" dirty="0">
              <a:solidFill>
                <a:srgbClr val="FF0000"/>
              </a:solidFill>
              <a:latin typeface="Open Sans" panose="020B0606030504020204" pitchFamily="34" charset="0"/>
              <a:ea typeface="Open Sans" panose="020B0606030504020204" pitchFamily="34" charset="0"/>
              <a:cs typeface="Open Sans" panose="020B0606030504020204" pitchFamily="34" charset="0"/>
            </a:endParaRPr>
          </a:p>
        </p:txBody>
      </p:sp>
      <p:sp>
        <p:nvSpPr>
          <p:cNvPr id="41" name="Text Box 13">
            <a:extLst>
              <a:ext uri="{FF2B5EF4-FFF2-40B4-BE49-F238E27FC236}">
                <a16:creationId xmlns:a16="http://schemas.microsoft.com/office/drawing/2014/main" id="{94D5CD81-DBCE-431A-B8A2-82F82E385812}"/>
              </a:ext>
            </a:extLst>
          </p:cNvPr>
          <p:cNvSpPr txBox="1">
            <a:spLocks noChangeArrowheads="1"/>
          </p:cNvSpPr>
          <p:nvPr/>
        </p:nvSpPr>
        <p:spPr bwMode="auto">
          <a:xfrm>
            <a:off x="6144146" y="3484199"/>
            <a:ext cx="266212" cy="276999"/>
          </a:xfrm>
          <a:prstGeom prst="rect">
            <a:avLst/>
          </a:prstGeom>
          <a:noFill/>
          <a:ln w="9525">
            <a:noFill/>
            <a:miter lim="800000"/>
            <a:headEnd/>
            <a:tailEnd/>
          </a:ln>
        </p:spPr>
        <p:txBody>
          <a:bodyPr wrap="square" anchor="ctr">
            <a:spAutoFit/>
          </a:bodyPr>
          <a:lstStyle/>
          <a:p>
            <a:pPr algn="ctr"/>
            <a:r>
              <a:rPr lang="en-US" sz="1200" dirty="0">
                <a:latin typeface="Open Sans" panose="020B0606030504020204" pitchFamily="34" charset="0"/>
                <a:ea typeface="Open Sans" panose="020B0606030504020204" pitchFamily="34" charset="0"/>
                <a:cs typeface="Open Sans" panose="020B0606030504020204" pitchFamily="34" charset="0"/>
              </a:rPr>
              <a:t>*</a:t>
            </a:r>
            <a:endParaRPr lang="en-US" sz="1200" dirty="0">
              <a:solidFill>
                <a:srgbClr val="FF0000"/>
              </a:solidFill>
              <a:latin typeface="Open Sans" panose="020B0606030504020204" pitchFamily="34" charset="0"/>
              <a:ea typeface="Open Sans" panose="020B0606030504020204" pitchFamily="34" charset="0"/>
              <a:cs typeface="Open Sans" panose="020B0606030504020204" pitchFamily="34" charset="0"/>
            </a:endParaRPr>
          </a:p>
        </p:txBody>
      </p:sp>
      <p:grpSp>
        <p:nvGrpSpPr>
          <p:cNvPr id="42" name="Group 14">
            <a:extLst>
              <a:ext uri="{FF2B5EF4-FFF2-40B4-BE49-F238E27FC236}">
                <a16:creationId xmlns:a16="http://schemas.microsoft.com/office/drawing/2014/main" id="{136119BC-B129-4277-8C96-38CE81F76B81}"/>
              </a:ext>
            </a:extLst>
          </p:cNvPr>
          <p:cNvGrpSpPr>
            <a:grpSpLocks/>
          </p:cNvGrpSpPr>
          <p:nvPr/>
        </p:nvGrpSpPr>
        <p:grpSpPr bwMode="auto">
          <a:xfrm>
            <a:off x="6417366" y="2985097"/>
            <a:ext cx="1641659" cy="464582"/>
            <a:chOff x="554" y="1413"/>
            <a:chExt cx="1390" cy="282"/>
          </a:xfrm>
        </p:grpSpPr>
        <p:sp>
          <p:nvSpPr>
            <p:cNvPr id="43" name="Rectangle 15">
              <a:extLst>
                <a:ext uri="{FF2B5EF4-FFF2-40B4-BE49-F238E27FC236}">
                  <a16:creationId xmlns:a16="http://schemas.microsoft.com/office/drawing/2014/main" id="{C9C6C246-59CD-4EB0-A282-FDDCC274A378}"/>
                </a:ext>
              </a:extLst>
            </p:cNvPr>
            <p:cNvSpPr>
              <a:spLocks noChangeArrowheads="1"/>
            </p:cNvSpPr>
            <p:nvPr/>
          </p:nvSpPr>
          <p:spPr bwMode="auto">
            <a:xfrm>
              <a:off x="554" y="1413"/>
              <a:ext cx="1390" cy="282"/>
            </a:xfrm>
            <a:prstGeom prst="rect">
              <a:avLst/>
            </a:prstGeom>
            <a:noFill/>
            <a:ln w="15875">
              <a:solidFill>
                <a:schemeClr val="tx1"/>
              </a:solidFill>
              <a:miter lim="800000"/>
              <a:headEnd/>
              <a:tailEnd/>
            </a:ln>
          </p:spPr>
          <p:txBody>
            <a:bodyPr/>
            <a:lstStyle/>
            <a:p>
              <a:endParaRPr lang="en-US" sz="1200">
                <a:latin typeface="Open Sans" panose="020B0606030504020204" pitchFamily="34" charset="0"/>
                <a:ea typeface="Open Sans" panose="020B0606030504020204" pitchFamily="34" charset="0"/>
                <a:cs typeface="Open Sans" panose="020B0606030504020204" pitchFamily="34" charset="0"/>
              </a:endParaRPr>
            </a:p>
          </p:txBody>
        </p:sp>
        <p:sp>
          <p:nvSpPr>
            <p:cNvPr id="44" name="Rectangle 16">
              <a:extLst>
                <a:ext uri="{FF2B5EF4-FFF2-40B4-BE49-F238E27FC236}">
                  <a16:creationId xmlns:a16="http://schemas.microsoft.com/office/drawing/2014/main" id="{34D77E6A-F1CB-4C5A-B50B-51A213CC20FA}"/>
                </a:ext>
              </a:extLst>
            </p:cNvPr>
            <p:cNvSpPr>
              <a:spLocks noChangeArrowheads="1"/>
            </p:cNvSpPr>
            <p:nvPr/>
          </p:nvSpPr>
          <p:spPr bwMode="auto">
            <a:xfrm>
              <a:off x="1024" y="1507"/>
              <a:ext cx="446" cy="112"/>
            </a:xfrm>
            <a:prstGeom prst="rect">
              <a:avLst/>
            </a:prstGeom>
            <a:noFill/>
            <a:ln w="9525">
              <a:noFill/>
              <a:miter lim="800000"/>
              <a:headEnd/>
              <a:tailEnd/>
            </a:ln>
          </p:spPr>
          <p:txBody>
            <a:bodyPr wrap="none" lIns="0" tIns="0" rIns="0" bIns="0">
              <a:spAutoFit/>
            </a:bodyPr>
            <a:lstStyle/>
            <a:p>
              <a:pPr algn="ctr"/>
              <a:r>
                <a:rPr lang="en-US" sz="1200" b="1" dirty="0">
                  <a:latin typeface="Open Sans" panose="020B0606030504020204" pitchFamily="34" charset="0"/>
                  <a:ea typeface="Open Sans" panose="020B0606030504020204" pitchFamily="34" charset="0"/>
                  <a:cs typeface="Open Sans" panose="020B0606030504020204" pitchFamily="34" charset="0"/>
                </a:rPr>
                <a:t>Employee</a:t>
              </a:r>
            </a:p>
          </p:txBody>
        </p:sp>
      </p:grpSp>
      <p:sp>
        <p:nvSpPr>
          <p:cNvPr id="45" name="Rectangle 17">
            <a:extLst>
              <a:ext uri="{FF2B5EF4-FFF2-40B4-BE49-F238E27FC236}">
                <a16:creationId xmlns:a16="http://schemas.microsoft.com/office/drawing/2014/main" id="{5336EEAE-B003-4454-8A61-4661017AD23B}"/>
              </a:ext>
            </a:extLst>
          </p:cNvPr>
          <p:cNvSpPr>
            <a:spLocks noChangeArrowheads="1"/>
          </p:cNvSpPr>
          <p:nvPr/>
        </p:nvSpPr>
        <p:spPr bwMode="auto">
          <a:xfrm>
            <a:off x="6417828" y="3437533"/>
            <a:ext cx="1641197" cy="596379"/>
          </a:xfrm>
          <a:prstGeom prst="rect">
            <a:avLst/>
          </a:prstGeom>
          <a:noFill/>
          <a:ln w="15875">
            <a:solidFill>
              <a:schemeClr val="tx1"/>
            </a:solidFill>
            <a:miter lim="800000"/>
            <a:headEnd/>
            <a:tailEnd/>
          </a:ln>
        </p:spPr>
        <p:txBody>
          <a:bodyPr/>
          <a:lstStyle/>
          <a:p>
            <a:endParaRPr lang="en-US" sz="1200">
              <a:latin typeface="Open Sans" panose="020B0606030504020204" pitchFamily="34" charset="0"/>
              <a:ea typeface="Open Sans" panose="020B0606030504020204" pitchFamily="34" charset="0"/>
              <a:cs typeface="Open Sans" panose="020B0606030504020204" pitchFamily="34" charset="0"/>
            </a:endParaRPr>
          </a:p>
        </p:txBody>
      </p:sp>
      <p:sp>
        <p:nvSpPr>
          <p:cNvPr id="46" name="Rectangle 18">
            <a:extLst>
              <a:ext uri="{FF2B5EF4-FFF2-40B4-BE49-F238E27FC236}">
                <a16:creationId xmlns:a16="http://schemas.microsoft.com/office/drawing/2014/main" id="{2F957EEA-7E18-4256-85D5-EE0B2A403261}"/>
              </a:ext>
            </a:extLst>
          </p:cNvPr>
          <p:cNvSpPr>
            <a:spLocks noChangeArrowheads="1"/>
          </p:cNvSpPr>
          <p:nvPr/>
        </p:nvSpPr>
        <p:spPr bwMode="auto">
          <a:xfrm>
            <a:off x="6417520" y="4021733"/>
            <a:ext cx="1641505" cy="306427"/>
          </a:xfrm>
          <a:prstGeom prst="rect">
            <a:avLst/>
          </a:prstGeom>
          <a:noFill/>
          <a:ln w="15875">
            <a:solidFill>
              <a:schemeClr val="tx1"/>
            </a:solidFill>
            <a:miter lim="800000"/>
            <a:headEnd/>
            <a:tailEnd/>
          </a:ln>
        </p:spPr>
        <p:txBody>
          <a:bodyPr/>
          <a:lstStyle/>
          <a:p>
            <a:endParaRPr lang="en-US" sz="1200">
              <a:latin typeface="Open Sans" panose="020B0606030504020204" pitchFamily="34" charset="0"/>
              <a:ea typeface="Open Sans" panose="020B0606030504020204" pitchFamily="34" charset="0"/>
              <a:cs typeface="Open Sans" panose="020B0606030504020204" pitchFamily="34" charset="0"/>
            </a:endParaRPr>
          </a:p>
        </p:txBody>
      </p:sp>
      <p:sp>
        <p:nvSpPr>
          <p:cNvPr id="47" name="Rectangle 19">
            <a:extLst>
              <a:ext uri="{FF2B5EF4-FFF2-40B4-BE49-F238E27FC236}">
                <a16:creationId xmlns:a16="http://schemas.microsoft.com/office/drawing/2014/main" id="{5146953D-2090-4138-B4A6-0F9BB505E745}"/>
              </a:ext>
            </a:extLst>
          </p:cNvPr>
          <p:cNvSpPr>
            <a:spLocks noChangeArrowheads="1"/>
          </p:cNvSpPr>
          <p:nvPr/>
        </p:nvSpPr>
        <p:spPr bwMode="auto">
          <a:xfrm>
            <a:off x="6540626" y="3408958"/>
            <a:ext cx="991977" cy="332787"/>
          </a:xfrm>
          <a:prstGeom prst="rect">
            <a:avLst/>
          </a:prstGeom>
          <a:noFill/>
          <a:ln w="15875">
            <a:noFill/>
            <a:miter lim="800000"/>
            <a:headEnd/>
            <a:tailEnd/>
          </a:ln>
        </p:spPr>
        <p:txBody>
          <a:bodyPr/>
          <a:lstStyle/>
          <a:p>
            <a:endParaRPr lang="en-US" sz="1200">
              <a:latin typeface="Open Sans" panose="020B0606030504020204" pitchFamily="34" charset="0"/>
              <a:ea typeface="Open Sans" panose="020B0606030504020204" pitchFamily="34" charset="0"/>
              <a:cs typeface="Open Sans" panose="020B0606030504020204" pitchFamily="34" charset="0"/>
            </a:endParaRPr>
          </a:p>
        </p:txBody>
      </p:sp>
      <p:sp>
        <p:nvSpPr>
          <p:cNvPr id="48" name="Rectangle 20">
            <a:extLst>
              <a:ext uri="{FF2B5EF4-FFF2-40B4-BE49-F238E27FC236}">
                <a16:creationId xmlns:a16="http://schemas.microsoft.com/office/drawing/2014/main" id="{57DF4E51-EC2A-4EA4-9107-3250986CD045}"/>
              </a:ext>
            </a:extLst>
          </p:cNvPr>
          <p:cNvSpPr>
            <a:spLocks noChangeArrowheads="1"/>
          </p:cNvSpPr>
          <p:nvPr/>
        </p:nvSpPr>
        <p:spPr bwMode="auto">
          <a:xfrm>
            <a:off x="6555567" y="3583685"/>
            <a:ext cx="1641658" cy="184014"/>
          </a:xfrm>
          <a:prstGeom prst="rect">
            <a:avLst/>
          </a:prstGeom>
          <a:noFill/>
          <a:ln w="9525">
            <a:noFill/>
            <a:miter lim="800000"/>
            <a:headEnd/>
            <a:tailEnd/>
          </a:ln>
        </p:spPr>
        <p:txBody>
          <a:bodyPr wrap="square" lIns="0" tIns="0" rIns="0" bIns="0">
            <a:spAutoFit/>
          </a:bodyPr>
          <a:lstStyle/>
          <a:p>
            <a:r>
              <a:rPr lang="en-US" sz="1200" b="1" dirty="0">
                <a:latin typeface="Open Sans" panose="020B0606030504020204" pitchFamily="34" charset="0"/>
                <a:ea typeface="Open Sans" panose="020B0606030504020204" pitchFamily="34" charset="0"/>
                <a:cs typeface="Open Sans" panose="020B0606030504020204" pitchFamily="34" charset="0"/>
              </a:rPr>
              <a:t> + </a:t>
            </a:r>
            <a:r>
              <a:rPr lang="en-US" sz="1200" b="1" dirty="0" err="1">
                <a:latin typeface="Open Sans" panose="020B0606030504020204" pitchFamily="34" charset="0"/>
                <a:ea typeface="Open Sans" panose="020B0606030504020204" pitchFamily="34" charset="0"/>
                <a:cs typeface="Open Sans" panose="020B0606030504020204" pitchFamily="34" charset="0"/>
              </a:rPr>
              <a:t>salary:float</a:t>
            </a:r>
            <a:endParaRPr lang="en-US" sz="1200" b="1" dirty="0">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12761939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652"/>
        <p:cNvGrpSpPr/>
        <p:nvPr/>
      </p:nvGrpSpPr>
      <p:grpSpPr>
        <a:xfrm>
          <a:off x="0" y="0"/>
          <a:ext cx="0" cy="0"/>
          <a:chOff x="0" y="0"/>
          <a:chExt cx="0" cy="0"/>
        </a:xfrm>
      </p:grpSpPr>
      <p:cxnSp>
        <p:nvCxnSpPr>
          <p:cNvPr id="658" name="Google Shape;658;p31"/>
          <p:cNvCxnSpPr/>
          <p:nvPr/>
        </p:nvCxnSpPr>
        <p:spPr>
          <a:xfrm>
            <a:off x="0" y="307163"/>
            <a:ext cx="4570500" cy="0"/>
          </a:xfrm>
          <a:prstGeom prst="straightConnector1">
            <a:avLst/>
          </a:prstGeom>
          <a:noFill/>
          <a:ln w="9525" cap="flat" cmpd="sng">
            <a:solidFill>
              <a:schemeClr val="dk1"/>
            </a:solidFill>
            <a:prstDash val="solid"/>
            <a:round/>
            <a:headEnd type="none" w="med" len="med"/>
            <a:tailEnd type="none" w="med" len="med"/>
          </a:ln>
        </p:spPr>
      </p:cxnSp>
      <p:grpSp>
        <p:nvGrpSpPr>
          <p:cNvPr id="688" name="Google Shape;688;p31"/>
          <p:cNvGrpSpPr/>
          <p:nvPr/>
        </p:nvGrpSpPr>
        <p:grpSpPr>
          <a:xfrm>
            <a:off x="8127066" y="1050393"/>
            <a:ext cx="838995" cy="799177"/>
            <a:chOff x="5694450" y="929325"/>
            <a:chExt cx="607000" cy="578150"/>
          </a:xfrm>
        </p:grpSpPr>
        <p:sp>
          <p:nvSpPr>
            <p:cNvPr id="689" name="Google Shape;689;p31"/>
            <p:cNvSpPr/>
            <p:nvPr/>
          </p:nvSpPr>
          <p:spPr>
            <a:xfrm>
              <a:off x="5694450" y="929325"/>
              <a:ext cx="607000" cy="354825"/>
            </a:xfrm>
            <a:custGeom>
              <a:avLst/>
              <a:gdLst/>
              <a:ahLst/>
              <a:cxnLst/>
              <a:rect l="l" t="t" r="r" b="b"/>
              <a:pathLst>
                <a:path w="24280" h="14193" extrusionOk="0">
                  <a:moveTo>
                    <a:pt x="11171" y="0"/>
                  </a:moveTo>
                  <a:cubicBezTo>
                    <a:pt x="8128" y="0"/>
                    <a:pt x="5661" y="2457"/>
                    <a:pt x="5642" y="5491"/>
                  </a:cubicBezTo>
                  <a:cubicBezTo>
                    <a:pt x="5255" y="5387"/>
                    <a:pt x="4858" y="5321"/>
                    <a:pt x="4442" y="5321"/>
                  </a:cubicBezTo>
                  <a:cubicBezTo>
                    <a:pt x="1985" y="5321"/>
                    <a:pt x="0" y="7305"/>
                    <a:pt x="0" y="9763"/>
                  </a:cubicBezTo>
                  <a:cubicBezTo>
                    <a:pt x="0" y="12210"/>
                    <a:pt x="1853" y="14053"/>
                    <a:pt x="4178" y="14185"/>
                  </a:cubicBezTo>
                  <a:cubicBezTo>
                    <a:pt x="4220" y="14190"/>
                    <a:pt x="8376" y="14193"/>
                    <a:pt x="12532" y="14193"/>
                  </a:cubicBezTo>
                  <a:cubicBezTo>
                    <a:pt x="16688" y="14193"/>
                    <a:pt x="20844" y="14190"/>
                    <a:pt x="20886" y="14185"/>
                  </a:cubicBezTo>
                  <a:lnTo>
                    <a:pt x="20990" y="14185"/>
                  </a:lnTo>
                  <a:lnTo>
                    <a:pt x="20990" y="14176"/>
                  </a:lnTo>
                  <a:cubicBezTo>
                    <a:pt x="22833" y="13996"/>
                    <a:pt x="24279" y="12437"/>
                    <a:pt x="24279" y="10547"/>
                  </a:cubicBezTo>
                  <a:cubicBezTo>
                    <a:pt x="24279" y="8865"/>
                    <a:pt x="23145" y="7457"/>
                    <a:pt x="21614" y="7031"/>
                  </a:cubicBezTo>
                  <a:cubicBezTo>
                    <a:pt x="21614" y="6994"/>
                    <a:pt x="21614" y="6965"/>
                    <a:pt x="21614" y="6937"/>
                  </a:cubicBezTo>
                  <a:cubicBezTo>
                    <a:pt x="21614" y="4924"/>
                    <a:pt x="19979" y="3289"/>
                    <a:pt x="17957" y="3289"/>
                  </a:cubicBezTo>
                  <a:cubicBezTo>
                    <a:pt x="17390" y="3289"/>
                    <a:pt x="16860" y="3421"/>
                    <a:pt x="16378" y="3648"/>
                  </a:cubicBezTo>
                  <a:cubicBezTo>
                    <a:pt x="15613" y="1522"/>
                    <a:pt x="13572" y="0"/>
                    <a:pt x="11171" y="0"/>
                  </a:cubicBezTo>
                  <a:close/>
                </a:path>
              </a:pathLst>
            </a:custGeom>
            <a:solidFill>
              <a:schemeClr val="accent2"/>
            </a:solidFill>
            <a:ln w="9525" cap="flat" cmpd="sng">
              <a:solidFill>
                <a:schemeClr val="dk1"/>
              </a:solidFill>
              <a:prstDash val="solid"/>
              <a:miter lim="945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600">
                <a:latin typeface="Open Sans" panose="020B0606030504020204" pitchFamily="34" charset="0"/>
                <a:ea typeface="Open Sans" panose="020B0606030504020204" pitchFamily="34" charset="0"/>
                <a:cs typeface="Open Sans" panose="020B0606030504020204" pitchFamily="34" charset="0"/>
              </a:endParaRPr>
            </a:p>
          </p:txBody>
        </p:sp>
        <p:sp>
          <p:nvSpPr>
            <p:cNvPr id="690" name="Google Shape;690;p31"/>
            <p:cNvSpPr/>
            <p:nvPr/>
          </p:nvSpPr>
          <p:spPr>
            <a:xfrm>
              <a:off x="5862675" y="1216625"/>
              <a:ext cx="199675" cy="290850"/>
            </a:xfrm>
            <a:custGeom>
              <a:avLst/>
              <a:gdLst/>
              <a:ahLst/>
              <a:cxnLst/>
              <a:rect l="l" t="t" r="r" b="b"/>
              <a:pathLst>
                <a:path w="7987" h="11634" extrusionOk="0">
                  <a:moveTo>
                    <a:pt x="2552" y="0"/>
                  </a:moveTo>
                  <a:lnTo>
                    <a:pt x="2552" y="6398"/>
                  </a:lnTo>
                  <a:lnTo>
                    <a:pt x="0" y="6398"/>
                  </a:lnTo>
                  <a:lnTo>
                    <a:pt x="1994" y="9016"/>
                  </a:lnTo>
                  <a:lnTo>
                    <a:pt x="3998" y="11634"/>
                  </a:lnTo>
                  <a:lnTo>
                    <a:pt x="5992" y="9016"/>
                  </a:lnTo>
                  <a:lnTo>
                    <a:pt x="7986" y="6398"/>
                  </a:lnTo>
                  <a:lnTo>
                    <a:pt x="5434" y="6398"/>
                  </a:lnTo>
                  <a:lnTo>
                    <a:pt x="5434" y="0"/>
                  </a:lnTo>
                  <a:close/>
                </a:path>
              </a:pathLst>
            </a:custGeom>
            <a:solidFill>
              <a:schemeClr val="accent3"/>
            </a:solidFill>
            <a:ln w="9525" cap="flat" cmpd="sng">
              <a:solidFill>
                <a:schemeClr val="dk1"/>
              </a:solidFill>
              <a:prstDash val="solid"/>
              <a:miter lim="945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600">
                <a:latin typeface="Open Sans" panose="020B0606030504020204" pitchFamily="34" charset="0"/>
                <a:ea typeface="Open Sans" panose="020B0606030504020204" pitchFamily="34" charset="0"/>
                <a:cs typeface="Open Sans" panose="020B0606030504020204" pitchFamily="34" charset="0"/>
              </a:endParaRPr>
            </a:p>
          </p:txBody>
        </p:sp>
        <p:sp>
          <p:nvSpPr>
            <p:cNvPr id="691" name="Google Shape;691;p31"/>
            <p:cNvSpPr/>
            <p:nvPr/>
          </p:nvSpPr>
          <p:spPr>
            <a:xfrm>
              <a:off x="5933325" y="1085250"/>
              <a:ext cx="199900" cy="290875"/>
            </a:xfrm>
            <a:custGeom>
              <a:avLst/>
              <a:gdLst/>
              <a:ahLst/>
              <a:cxnLst/>
              <a:rect l="l" t="t" r="r" b="b"/>
              <a:pathLst>
                <a:path w="7996" h="11635" extrusionOk="0">
                  <a:moveTo>
                    <a:pt x="3998" y="0"/>
                  </a:moveTo>
                  <a:lnTo>
                    <a:pt x="2004" y="2618"/>
                  </a:lnTo>
                  <a:lnTo>
                    <a:pt x="0" y="5236"/>
                  </a:lnTo>
                  <a:lnTo>
                    <a:pt x="2561" y="5236"/>
                  </a:lnTo>
                  <a:lnTo>
                    <a:pt x="2561" y="11634"/>
                  </a:lnTo>
                  <a:lnTo>
                    <a:pt x="5434" y="11634"/>
                  </a:lnTo>
                  <a:lnTo>
                    <a:pt x="5434" y="5236"/>
                  </a:lnTo>
                  <a:lnTo>
                    <a:pt x="7995" y="5236"/>
                  </a:lnTo>
                  <a:lnTo>
                    <a:pt x="5992" y="2618"/>
                  </a:lnTo>
                  <a:lnTo>
                    <a:pt x="3998" y="0"/>
                  </a:lnTo>
                  <a:close/>
                </a:path>
              </a:pathLst>
            </a:custGeom>
            <a:solidFill>
              <a:schemeClr val="lt2"/>
            </a:solidFill>
            <a:ln w="9525" cap="flat" cmpd="sng">
              <a:solidFill>
                <a:schemeClr val="dk1"/>
              </a:solidFill>
              <a:prstDash val="solid"/>
              <a:miter lim="945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600">
                <a:latin typeface="Open Sans" panose="020B0606030504020204" pitchFamily="34" charset="0"/>
                <a:ea typeface="Open Sans" panose="020B0606030504020204" pitchFamily="34" charset="0"/>
                <a:cs typeface="Open Sans" panose="020B0606030504020204" pitchFamily="34" charset="0"/>
              </a:endParaRPr>
            </a:p>
          </p:txBody>
        </p:sp>
      </p:grpSp>
      <p:sp>
        <p:nvSpPr>
          <p:cNvPr id="3" name="Title 2">
            <a:extLst>
              <a:ext uri="{FF2B5EF4-FFF2-40B4-BE49-F238E27FC236}">
                <a16:creationId xmlns:a16="http://schemas.microsoft.com/office/drawing/2014/main" id="{998B0E51-4EE2-40B1-BBE7-17426523A8E4}"/>
              </a:ext>
            </a:extLst>
          </p:cNvPr>
          <p:cNvSpPr>
            <a:spLocks noGrp="1"/>
          </p:cNvSpPr>
          <p:nvPr>
            <p:ph type="title"/>
          </p:nvPr>
        </p:nvSpPr>
        <p:spPr/>
        <p:txBody>
          <a:bodyPr/>
          <a:lstStyle/>
          <a:p>
            <a:r>
              <a:rPr lang="en-US" sz="2200" dirty="0">
                <a:latin typeface="Open Sans" panose="020B0606030504020204" pitchFamily="34" charset="0"/>
                <a:ea typeface="Open Sans" panose="020B0606030504020204" pitchFamily="34" charset="0"/>
                <a:cs typeface="Open Sans" panose="020B0606030504020204" pitchFamily="34" charset="0"/>
              </a:rPr>
              <a:t>Relationships Between Classes</a:t>
            </a:r>
          </a:p>
        </p:txBody>
      </p:sp>
      <p:sp>
        <p:nvSpPr>
          <p:cNvPr id="14" name="TextBox 13">
            <a:extLst>
              <a:ext uri="{FF2B5EF4-FFF2-40B4-BE49-F238E27FC236}">
                <a16:creationId xmlns:a16="http://schemas.microsoft.com/office/drawing/2014/main" id="{642482F9-7C4A-4945-A637-ED05BEBC7A41}"/>
              </a:ext>
            </a:extLst>
          </p:cNvPr>
          <p:cNvSpPr txBox="1"/>
          <p:nvPr/>
        </p:nvSpPr>
        <p:spPr>
          <a:xfrm>
            <a:off x="722313" y="1344536"/>
            <a:ext cx="5853362" cy="338554"/>
          </a:xfrm>
          <a:prstGeom prst="rect">
            <a:avLst/>
          </a:prstGeom>
          <a:noFill/>
        </p:spPr>
        <p:txBody>
          <a:bodyPr wrap="square">
            <a:spAutoFit/>
          </a:bodyPr>
          <a:lstStyle/>
          <a:p>
            <a:r>
              <a:rPr lang="en-US" sz="1600" b="1" dirty="0">
                <a:latin typeface="Open Sans" panose="020B0606030504020204" pitchFamily="34" charset="0"/>
                <a:ea typeface="Open Sans" panose="020B0606030504020204" pitchFamily="34" charset="0"/>
                <a:cs typeface="Open Sans" panose="020B0606030504020204" pitchFamily="34" charset="0"/>
              </a:rPr>
              <a:t>Multiplicity (Cardinality)</a:t>
            </a:r>
          </a:p>
        </p:txBody>
      </p:sp>
      <p:graphicFrame>
        <p:nvGraphicFramePr>
          <p:cNvPr id="2" name="Table 1">
            <a:extLst>
              <a:ext uri="{FF2B5EF4-FFF2-40B4-BE49-F238E27FC236}">
                <a16:creationId xmlns:a16="http://schemas.microsoft.com/office/drawing/2014/main" id="{968A0BCD-1859-4B21-935B-599877481E1E}"/>
              </a:ext>
            </a:extLst>
          </p:cNvPr>
          <p:cNvGraphicFramePr>
            <a:graphicFrameLocks noGrp="1"/>
          </p:cNvGraphicFramePr>
          <p:nvPr>
            <p:extLst>
              <p:ext uri="{D42A27DB-BD31-4B8C-83A1-F6EECF244321}">
                <p14:modId xmlns:p14="http://schemas.microsoft.com/office/powerpoint/2010/main" val="927461089"/>
              </p:ext>
            </p:extLst>
          </p:nvPr>
        </p:nvGraphicFramePr>
        <p:xfrm>
          <a:off x="722313" y="1809750"/>
          <a:ext cx="4703128" cy="1524000"/>
        </p:xfrm>
        <a:graphic>
          <a:graphicData uri="http://schemas.openxmlformats.org/drawingml/2006/table">
            <a:tbl>
              <a:tblPr/>
              <a:tblGrid>
                <a:gridCol w="2351564">
                  <a:extLst>
                    <a:ext uri="{9D8B030D-6E8A-4147-A177-3AD203B41FA5}">
                      <a16:colId xmlns:a16="http://schemas.microsoft.com/office/drawing/2014/main" val="2163020778"/>
                    </a:ext>
                  </a:extLst>
                </a:gridCol>
                <a:gridCol w="2351564">
                  <a:extLst>
                    <a:ext uri="{9D8B030D-6E8A-4147-A177-3AD203B41FA5}">
                      <a16:colId xmlns:a16="http://schemas.microsoft.com/office/drawing/2014/main" val="3102605195"/>
                    </a:ext>
                  </a:extLst>
                </a:gridCol>
              </a:tblGrid>
              <a:tr h="304800">
                <a:tc>
                  <a:txBody>
                    <a:bodyPr/>
                    <a:lstStyle/>
                    <a:p>
                      <a:r>
                        <a:rPr lang="en-US" sz="1400" dirty="0"/>
                        <a:t>Symbol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a:t>Meaning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78578242"/>
                  </a:ext>
                </a:extLst>
              </a:tr>
              <a:tr h="304800">
                <a:tc>
                  <a:txBody>
                    <a:bodyPr/>
                    <a:lstStyle/>
                    <a:p>
                      <a:r>
                        <a:rPr lang="en-US" sz="1400" dirty="0"/>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a:t>Exactly one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66766770"/>
                  </a:ext>
                </a:extLst>
              </a:tr>
              <a:tr h="304800">
                <a:tc>
                  <a:txBody>
                    <a:bodyPr/>
                    <a:lstStyle/>
                    <a:p>
                      <a:r>
                        <a:rPr lang="en-US" sz="1400" dirty="0"/>
                        <a:t>0..1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a:t>Zero or one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86159136"/>
                  </a:ext>
                </a:extLst>
              </a:tr>
              <a:tr h="304800">
                <a:tc>
                  <a:txBody>
                    <a:bodyPr/>
                    <a:lstStyle/>
                    <a:p>
                      <a:r>
                        <a:rPr lang="en-US" sz="1400" dirty="0"/>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dirty="0"/>
                        <a:t>Zero or many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19525820"/>
                  </a:ext>
                </a:extLst>
              </a:tr>
              <a:tr h="304800">
                <a:tc>
                  <a:txBody>
                    <a:bodyPr/>
                    <a:lstStyle/>
                    <a:p>
                      <a:r>
                        <a:rPr lang="en-US" sz="1400" dirty="0"/>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dirty="0"/>
                        <a:t>One or many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55938212"/>
                  </a:ext>
                </a:extLst>
              </a:tr>
            </a:tbl>
          </a:graphicData>
        </a:graphic>
      </p:graphicFrame>
    </p:spTree>
    <p:extLst>
      <p:ext uri="{BB962C8B-B14F-4D97-AF65-F5344CB8AC3E}">
        <p14:creationId xmlns:p14="http://schemas.microsoft.com/office/powerpoint/2010/main" val="405386534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652"/>
        <p:cNvGrpSpPr/>
        <p:nvPr/>
      </p:nvGrpSpPr>
      <p:grpSpPr>
        <a:xfrm>
          <a:off x="0" y="0"/>
          <a:ext cx="0" cy="0"/>
          <a:chOff x="0" y="0"/>
          <a:chExt cx="0" cy="0"/>
        </a:xfrm>
      </p:grpSpPr>
      <p:cxnSp>
        <p:nvCxnSpPr>
          <p:cNvPr id="658" name="Google Shape;658;p31"/>
          <p:cNvCxnSpPr/>
          <p:nvPr/>
        </p:nvCxnSpPr>
        <p:spPr>
          <a:xfrm>
            <a:off x="0" y="307163"/>
            <a:ext cx="4570500" cy="0"/>
          </a:xfrm>
          <a:prstGeom prst="straightConnector1">
            <a:avLst/>
          </a:prstGeom>
          <a:noFill/>
          <a:ln w="9525" cap="flat" cmpd="sng">
            <a:solidFill>
              <a:schemeClr val="dk1"/>
            </a:solidFill>
            <a:prstDash val="solid"/>
            <a:round/>
            <a:headEnd type="none" w="med" len="med"/>
            <a:tailEnd type="none" w="med" len="med"/>
          </a:ln>
        </p:spPr>
      </p:cxnSp>
      <p:grpSp>
        <p:nvGrpSpPr>
          <p:cNvPr id="688" name="Google Shape;688;p31"/>
          <p:cNvGrpSpPr/>
          <p:nvPr/>
        </p:nvGrpSpPr>
        <p:grpSpPr>
          <a:xfrm>
            <a:off x="8127066" y="1050393"/>
            <a:ext cx="838995" cy="799177"/>
            <a:chOff x="5694450" y="929325"/>
            <a:chExt cx="607000" cy="578150"/>
          </a:xfrm>
        </p:grpSpPr>
        <p:sp>
          <p:nvSpPr>
            <p:cNvPr id="689" name="Google Shape;689;p31"/>
            <p:cNvSpPr/>
            <p:nvPr/>
          </p:nvSpPr>
          <p:spPr>
            <a:xfrm>
              <a:off x="5694450" y="929325"/>
              <a:ext cx="607000" cy="354825"/>
            </a:xfrm>
            <a:custGeom>
              <a:avLst/>
              <a:gdLst/>
              <a:ahLst/>
              <a:cxnLst/>
              <a:rect l="l" t="t" r="r" b="b"/>
              <a:pathLst>
                <a:path w="24280" h="14193" extrusionOk="0">
                  <a:moveTo>
                    <a:pt x="11171" y="0"/>
                  </a:moveTo>
                  <a:cubicBezTo>
                    <a:pt x="8128" y="0"/>
                    <a:pt x="5661" y="2457"/>
                    <a:pt x="5642" y="5491"/>
                  </a:cubicBezTo>
                  <a:cubicBezTo>
                    <a:pt x="5255" y="5387"/>
                    <a:pt x="4858" y="5321"/>
                    <a:pt x="4442" y="5321"/>
                  </a:cubicBezTo>
                  <a:cubicBezTo>
                    <a:pt x="1985" y="5321"/>
                    <a:pt x="0" y="7305"/>
                    <a:pt x="0" y="9763"/>
                  </a:cubicBezTo>
                  <a:cubicBezTo>
                    <a:pt x="0" y="12210"/>
                    <a:pt x="1853" y="14053"/>
                    <a:pt x="4178" y="14185"/>
                  </a:cubicBezTo>
                  <a:cubicBezTo>
                    <a:pt x="4220" y="14190"/>
                    <a:pt x="8376" y="14193"/>
                    <a:pt x="12532" y="14193"/>
                  </a:cubicBezTo>
                  <a:cubicBezTo>
                    <a:pt x="16688" y="14193"/>
                    <a:pt x="20844" y="14190"/>
                    <a:pt x="20886" y="14185"/>
                  </a:cubicBezTo>
                  <a:lnTo>
                    <a:pt x="20990" y="14185"/>
                  </a:lnTo>
                  <a:lnTo>
                    <a:pt x="20990" y="14176"/>
                  </a:lnTo>
                  <a:cubicBezTo>
                    <a:pt x="22833" y="13996"/>
                    <a:pt x="24279" y="12437"/>
                    <a:pt x="24279" y="10547"/>
                  </a:cubicBezTo>
                  <a:cubicBezTo>
                    <a:pt x="24279" y="8865"/>
                    <a:pt x="23145" y="7457"/>
                    <a:pt x="21614" y="7031"/>
                  </a:cubicBezTo>
                  <a:cubicBezTo>
                    <a:pt x="21614" y="6994"/>
                    <a:pt x="21614" y="6965"/>
                    <a:pt x="21614" y="6937"/>
                  </a:cubicBezTo>
                  <a:cubicBezTo>
                    <a:pt x="21614" y="4924"/>
                    <a:pt x="19979" y="3289"/>
                    <a:pt x="17957" y="3289"/>
                  </a:cubicBezTo>
                  <a:cubicBezTo>
                    <a:pt x="17390" y="3289"/>
                    <a:pt x="16860" y="3421"/>
                    <a:pt x="16378" y="3648"/>
                  </a:cubicBezTo>
                  <a:cubicBezTo>
                    <a:pt x="15613" y="1522"/>
                    <a:pt x="13572" y="0"/>
                    <a:pt x="11171" y="0"/>
                  </a:cubicBezTo>
                  <a:close/>
                </a:path>
              </a:pathLst>
            </a:custGeom>
            <a:solidFill>
              <a:schemeClr val="accent2"/>
            </a:solidFill>
            <a:ln w="9525" cap="flat" cmpd="sng">
              <a:solidFill>
                <a:schemeClr val="dk1"/>
              </a:solidFill>
              <a:prstDash val="solid"/>
              <a:miter lim="945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600">
                <a:latin typeface="Open Sans" panose="020B0606030504020204" pitchFamily="34" charset="0"/>
                <a:ea typeface="Open Sans" panose="020B0606030504020204" pitchFamily="34" charset="0"/>
                <a:cs typeface="Open Sans" panose="020B0606030504020204" pitchFamily="34" charset="0"/>
              </a:endParaRPr>
            </a:p>
          </p:txBody>
        </p:sp>
        <p:sp>
          <p:nvSpPr>
            <p:cNvPr id="690" name="Google Shape;690;p31"/>
            <p:cNvSpPr/>
            <p:nvPr/>
          </p:nvSpPr>
          <p:spPr>
            <a:xfrm>
              <a:off x="5862675" y="1216625"/>
              <a:ext cx="199675" cy="290850"/>
            </a:xfrm>
            <a:custGeom>
              <a:avLst/>
              <a:gdLst/>
              <a:ahLst/>
              <a:cxnLst/>
              <a:rect l="l" t="t" r="r" b="b"/>
              <a:pathLst>
                <a:path w="7987" h="11634" extrusionOk="0">
                  <a:moveTo>
                    <a:pt x="2552" y="0"/>
                  </a:moveTo>
                  <a:lnTo>
                    <a:pt x="2552" y="6398"/>
                  </a:lnTo>
                  <a:lnTo>
                    <a:pt x="0" y="6398"/>
                  </a:lnTo>
                  <a:lnTo>
                    <a:pt x="1994" y="9016"/>
                  </a:lnTo>
                  <a:lnTo>
                    <a:pt x="3998" y="11634"/>
                  </a:lnTo>
                  <a:lnTo>
                    <a:pt x="5992" y="9016"/>
                  </a:lnTo>
                  <a:lnTo>
                    <a:pt x="7986" y="6398"/>
                  </a:lnTo>
                  <a:lnTo>
                    <a:pt x="5434" y="6398"/>
                  </a:lnTo>
                  <a:lnTo>
                    <a:pt x="5434" y="0"/>
                  </a:lnTo>
                  <a:close/>
                </a:path>
              </a:pathLst>
            </a:custGeom>
            <a:solidFill>
              <a:schemeClr val="accent3"/>
            </a:solidFill>
            <a:ln w="9525" cap="flat" cmpd="sng">
              <a:solidFill>
                <a:schemeClr val="dk1"/>
              </a:solidFill>
              <a:prstDash val="solid"/>
              <a:miter lim="945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600">
                <a:latin typeface="Open Sans" panose="020B0606030504020204" pitchFamily="34" charset="0"/>
                <a:ea typeface="Open Sans" panose="020B0606030504020204" pitchFamily="34" charset="0"/>
                <a:cs typeface="Open Sans" panose="020B0606030504020204" pitchFamily="34" charset="0"/>
              </a:endParaRPr>
            </a:p>
          </p:txBody>
        </p:sp>
        <p:sp>
          <p:nvSpPr>
            <p:cNvPr id="691" name="Google Shape;691;p31"/>
            <p:cNvSpPr/>
            <p:nvPr/>
          </p:nvSpPr>
          <p:spPr>
            <a:xfrm>
              <a:off x="5933325" y="1085250"/>
              <a:ext cx="199900" cy="290875"/>
            </a:xfrm>
            <a:custGeom>
              <a:avLst/>
              <a:gdLst/>
              <a:ahLst/>
              <a:cxnLst/>
              <a:rect l="l" t="t" r="r" b="b"/>
              <a:pathLst>
                <a:path w="7996" h="11635" extrusionOk="0">
                  <a:moveTo>
                    <a:pt x="3998" y="0"/>
                  </a:moveTo>
                  <a:lnTo>
                    <a:pt x="2004" y="2618"/>
                  </a:lnTo>
                  <a:lnTo>
                    <a:pt x="0" y="5236"/>
                  </a:lnTo>
                  <a:lnTo>
                    <a:pt x="2561" y="5236"/>
                  </a:lnTo>
                  <a:lnTo>
                    <a:pt x="2561" y="11634"/>
                  </a:lnTo>
                  <a:lnTo>
                    <a:pt x="5434" y="11634"/>
                  </a:lnTo>
                  <a:lnTo>
                    <a:pt x="5434" y="5236"/>
                  </a:lnTo>
                  <a:lnTo>
                    <a:pt x="7995" y="5236"/>
                  </a:lnTo>
                  <a:lnTo>
                    <a:pt x="5992" y="2618"/>
                  </a:lnTo>
                  <a:lnTo>
                    <a:pt x="3998" y="0"/>
                  </a:lnTo>
                  <a:close/>
                </a:path>
              </a:pathLst>
            </a:custGeom>
            <a:solidFill>
              <a:schemeClr val="lt2"/>
            </a:solidFill>
            <a:ln w="9525" cap="flat" cmpd="sng">
              <a:solidFill>
                <a:schemeClr val="dk1"/>
              </a:solidFill>
              <a:prstDash val="solid"/>
              <a:miter lim="945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600">
                <a:latin typeface="Open Sans" panose="020B0606030504020204" pitchFamily="34" charset="0"/>
                <a:ea typeface="Open Sans" panose="020B0606030504020204" pitchFamily="34" charset="0"/>
                <a:cs typeface="Open Sans" panose="020B0606030504020204" pitchFamily="34" charset="0"/>
              </a:endParaRPr>
            </a:p>
          </p:txBody>
        </p:sp>
      </p:grpSp>
      <p:sp>
        <p:nvSpPr>
          <p:cNvPr id="3" name="Title 2">
            <a:extLst>
              <a:ext uri="{FF2B5EF4-FFF2-40B4-BE49-F238E27FC236}">
                <a16:creationId xmlns:a16="http://schemas.microsoft.com/office/drawing/2014/main" id="{998B0E51-4EE2-40B1-BBE7-17426523A8E4}"/>
              </a:ext>
            </a:extLst>
          </p:cNvPr>
          <p:cNvSpPr>
            <a:spLocks noGrp="1"/>
          </p:cNvSpPr>
          <p:nvPr>
            <p:ph type="title"/>
          </p:nvPr>
        </p:nvSpPr>
        <p:spPr/>
        <p:txBody>
          <a:bodyPr/>
          <a:lstStyle/>
          <a:p>
            <a:r>
              <a:rPr lang="en-US" sz="2200" dirty="0">
                <a:latin typeface="Open Sans" panose="020B0606030504020204" pitchFamily="34" charset="0"/>
                <a:ea typeface="Open Sans" panose="020B0606030504020204" pitchFamily="34" charset="0"/>
                <a:cs typeface="Open Sans" panose="020B0606030504020204" pitchFamily="34" charset="0"/>
              </a:rPr>
              <a:t>Relationships Between Classes</a:t>
            </a:r>
          </a:p>
        </p:txBody>
      </p:sp>
      <p:sp>
        <p:nvSpPr>
          <p:cNvPr id="14" name="TextBox 13">
            <a:extLst>
              <a:ext uri="{FF2B5EF4-FFF2-40B4-BE49-F238E27FC236}">
                <a16:creationId xmlns:a16="http://schemas.microsoft.com/office/drawing/2014/main" id="{642482F9-7C4A-4945-A637-ED05BEBC7A41}"/>
              </a:ext>
            </a:extLst>
          </p:cNvPr>
          <p:cNvSpPr txBox="1"/>
          <p:nvPr/>
        </p:nvSpPr>
        <p:spPr>
          <a:xfrm>
            <a:off x="722375" y="1252506"/>
            <a:ext cx="5853362" cy="1107996"/>
          </a:xfrm>
          <a:prstGeom prst="rect">
            <a:avLst/>
          </a:prstGeom>
          <a:noFill/>
        </p:spPr>
        <p:txBody>
          <a:bodyPr wrap="square">
            <a:spAutoFit/>
          </a:bodyPr>
          <a:lstStyle/>
          <a:p>
            <a:r>
              <a:rPr lang="en-US" sz="1800" dirty="0">
                <a:latin typeface="Open Sans" panose="020B0606030504020204" pitchFamily="34" charset="0"/>
                <a:ea typeface="Open Sans" panose="020B0606030504020204" pitchFamily="34" charset="0"/>
                <a:cs typeface="Open Sans" panose="020B0606030504020204" pitchFamily="34" charset="0"/>
              </a:rPr>
              <a:t>🧩 </a:t>
            </a:r>
            <a:r>
              <a:rPr lang="en-US" sz="1800" b="1" dirty="0">
                <a:latin typeface="Open Sans" panose="020B0606030504020204" pitchFamily="34" charset="0"/>
                <a:ea typeface="Open Sans" panose="020B0606030504020204" pitchFamily="34" charset="0"/>
                <a:cs typeface="Open Sans" panose="020B0606030504020204" pitchFamily="34" charset="0"/>
              </a:rPr>
              <a:t>2. Aggregation (Has-a Relationship)</a:t>
            </a:r>
          </a:p>
          <a:p>
            <a:endParaRPr lang="en-US" sz="1600" b="1" dirty="0">
              <a:latin typeface="Open Sans" panose="020B0606030504020204" pitchFamily="34" charset="0"/>
              <a:ea typeface="Open Sans" panose="020B0606030504020204" pitchFamily="34" charset="0"/>
              <a:cs typeface="Open Sans" panose="020B0606030504020204" pitchFamily="34" charset="0"/>
            </a:endParaRPr>
          </a:p>
          <a:p>
            <a:r>
              <a:rPr lang="en-US" sz="1600" dirty="0">
                <a:latin typeface="Open Sans" panose="020B0606030504020204" pitchFamily="34" charset="0"/>
                <a:ea typeface="Open Sans" panose="020B0606030504020204" pitchFamily="34" charset="0"/>
                <a:cs typeface="Open Sans" panose="020B0606030504020204" pitchFamily="34" charset="0"/>
              </a:rPr>
              <a:t>Represented by an empty diamond (◇) at the whole side.</a:t>
            </a:r>
          </a:p>
          <a:p>
            <a:r>
              <a:rPr lang="en-US" sz="1600" dirty="0">
                <a:latin typeface="Open Sans" panose="020B0606030504020204" pitchFamily="34" charset="0"/>
                <a:ea typeface="Open Sans" panose="020B0606030504020204" pitchFamily="34" charset="0"/>
                <a:cs typeface="Open Sans" panose="020B0606030504020204" pitchFamily="34" charset="0"/>
              </a:rPr>
              <a:t>The part can exist independently.</a:t>
            </a:r>
          </a:p>
        </p:txBody>
      </p:sp>
      <p:pic>
        <p:nvPicPr>
          <p:cNvPr id="3075" name="Picture 3" descr="Aggregation">
            <a:extLst>
              <a:ext uri="{FF2B5EF4-FFF2-40B4-BE49-F238E27FC236}">
                <a16:creationId xmlns:a16="http://schemas.microsoft.com/office/drawing/2014/main" id="{991F5088-E455-404D-BE37-4A6D9920DFE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80483" y="2500808"/>
            <a:ext cx="2823222" cy="490475"/>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a:extLst>
              <a:ext uri="{FF2B5EF4-FFF2-40B4-BE49-F238E27FC236}">
                <a16:creationId xmlns:a16="http://schemas.microsoft.com/office/drawing/2014/main" id="{41D7C4E4-B7EC-488A-B1DF-837453497EF8}"/>
              </a:ext>
            </a:extLst>
          </p:cNvPr>
          <p:cNvSpPr txBox="1"/>
          <p:nvPr/>
        </p:nvSpPr>
        <p:spPr>
          <a:xfrm>
            <a:off x="722375" y="2571750"/>
            <a:ext cx="5495545" cy="1323439"/>
          </a:xfrm>
          <a:prstGeom prst="rect">
            <a:avLst/>
          </a:prstGeom>
          <a:noFill/>
        </p:spPr>
        <p:txBody>
          <a:bodyPr wrap="square">
            <a:spAutoFit/>
          </a:bodyPr>
          <a:lstStyle/>
          <a:p>
            <a:r>
              <a:rPr lang="en-US" sz="1600" dirty="0">
                <a:latin typeface="Open Sans" panose="020B0606030504020204" pitchFamily="34" charset="0"/>
                <a:ea typeface="Open Sans" panose="020B0606030504020204" pitchFamily="34" charset="0"/>
                <a:cs typeface="Open Sans" panose="020B0606030504020204" pitchFamily="34" charset="0"/>
              </a:rPr>
              <a:t>Department ◇--- Employee</a:t>
            </a:r>
          </a:p>
          <a:p>
            <a:endParaRPr lang="en-US" sz="1600" dirty="0">
              <a:latin typeface="Open Sans" panose="020B0606030504020204" pitchFamily="34" charset="0"/>
              <a:ea typeface="Open Sans" panose="020B0606030504020204" pitchFamily="34" charset="0"/>
              <a:cs typeface="Open Sans" panose="020B0606030504020204" pitchFamily="34" charset="0"/>
            </a:endParaRPr>
          </a:p>
          <a:p>
            <a:r>
              <a:rPr lang="en-US" sz="1600" dirty="0">
                <a:latin typeface="Open Sans" panose="020B0606030504020204" pitchFamily="34" charset="0"/>
                <a:ea typeface="Open Sans" panose="020B0606030504020204" pitchFamily="34" charset="0"/>
                <a:cs typeface="Open Sans" panose="020B0606030504020204" pitchFamily="34" charset="0"/>
              </a:rPr>
              <a:t>Meaning:</a:t>
            </a:r>
          </a:p>
          <a:p>
            <a:r>
              <a:rPr lang="en-US" sz="1600" dirty="0">
                <a:latin typeface="Open Sans" panose="020B0606030504020204" pitchFamily="34" charset="0"/>
                <a:ea typeface="Open Sans" panose="020B0606030504020204" pitchFamily="34" charset="0"/>
                <a:cs typeface="Open Sans" panose="020B0606030504020204" pitchFamily="34" charset="0"/>
              </a:rPr>
              <a:t>A department has employees, but employees can exist without the department.</a:t>
            </a:r>
          </a:p>
        </p:txBody>
      </p:sp>
    </p:spTree>
    <p:extLst>
      <p:ext uri="{BB962C8B-B14F-4D97-AF65-F5344CB8AC3E}">
        <p14:creationId xmlns:p14="http://schemas.microsoft.com/office/powerpoint/2010/main" val="249221738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652"/>
        <p:cNvGrpSpPr/>
        <p:nvPr/>
      </p:nvGrpSpPr>
      <p:grpSpPr>
        <a:xfrm>
          <a:off x="0" y="0"/>
          <a:ext cx="0" cy="0"/>
          <a:chOff x="0" y="0"/>
          <a:chExt cx="0" cy="0"/>
        </a:xfrm>
      </p:grpSpPr>
      <p:cxnSp>
        <p:nvCxnSpPr>
          <p:cNvPr id="658" name="Google Shape;658;p31"/>
          <p:cNvCxnSpPr/>
          <p:nvPr/>
        </p:nvCxnSpPr>
        <p:spPr>
          <a:xfrm>
            <a:off x="0" y="307163"/>
            <a:ext cx="4570500" cy="0"/>
          </a:xfrm>
          <a:prstGeom prst="straightConnector1">
            <a:avLst/>
          </a:prstGeom>
          <a:noFill/>
          <a:ln w="9525" cap="flat" cmpd="sng">
            <a:solidFill>
              <a:schemeClr val="dk1"/>
            </a:solidFill>
            <a:prstDash val="solid"/>
            <a:round/>
            <a:headEnd type="none" w="med" len="med"/>
            <a:tailEnd type="none" w="med" len="med"/>
          </a:ln>
        </p:spPr>
      </p:cxnSp>
      <p:grpSp>
        <p:nvGrpSpPr>
          <p:cNvPr id="688" name="Google Shape;688;p31"/>
          <p:cNvGrpSpPr/>
          <p:nvPr/>
        </p:nvGrpSpPr>
        <p:grpSpPr>
          <a:xfrm>
            <a:off x="8127066" y="1050393"/>
            <a:ext cx="838995" cy="799177"/>
            <a:chOff x="5694450" y="929325"/>
            <a:chExt cx="607000" cy="578150"/>
          </a:xfrm>
        </p:grpSpPr>
        <p:sp>
          <p:nvSpPr>
            <p:cNvPr id="689" name="Google Shape;689;p31"/>
            <p:cNvSpPr/>
            <p:nvPr/>
          </p:nvSpPr>
          <p:spPr>
            <a:xfrm>
              <a:off x="5694450" y="929325"/>
              <a:ext cx="607000" cy="354825"/>
            </a:xfrm>
            <a:custGeom>
              <a:avLst/>
              <a:gdLst/>
              <a:ahLst/>
              <a:cxnLst/>
              <a:rect l="l" t="t" r="r" b="b"/>
              <a:pathLst>
                <a:path w="24280" h="14193" extrusionOk="0">
                  <a:moveTo>
                    <a:pt x="11171" y="0"/>
                  </a:moveTo>
                  <a:cubicBezTo>
                    <a:pt x="8128" y="0"/>
                    <a:pt x="5661" y="2457"/>
                    <a:pt x="5642" y="5491"/>
                  </a:cubicBezTo>
                  <a:cubicBezTo>
                    <a:pt x="5255" y="5387"/>
                    <a:pt x="4858" y="5321"/>
                    <a:pt x="4442" y="5321"/>
                  </a:cubicBezTo>
                  <a:cubicBezTo>
                    <a:pt x="1985" y="5321"/>
                    <a:pt x="0" y="7305"/>
                    <a:pt x="0" y="9763"/>
                  </a:cubicBezTo>
                  <a:cubicBezTo>
                    <a:pt x="0" y="12210"/>
                    <a:pt x="1853" y="14053"/>
                    <a:pt x="4178" y="14185"/>
                  </a:cubicBezTo>
                  <a:cubicBezTo>
                    <a:pt x="4220" y="14190"/>
                    <a:pt x="8376" y="14193"/>
                    <a:pt x="12532" y="14193"/>
                  </a:cubicBezTo>
                  <a:cubicBezTo>
                    <a:pt x="16688" y="14193"/>
                    <a:pt x="20844" y="14190"/>
                    <a:pt x="20886" y="14185"/>
                  </a:cubicBezTo>
                  <a:lnTo>
                    <a:pt x="20990" y="14185"/>
                  </a:lnTo>
                  <a:lnTo>
                    <a:pt x="20990" y="14176"/>
                  </a:lnTo>
                  <a:cubicBezTo>
                    <a:pt x="22833" y="13996"/>
                    <a:pt x="24279" y="12437"/>
                    <a:pt x="24279" y="10547"/>
                  </a:cubicBezTo>
                  <a:cubicBezTo>
                    <a:pt x="24279" y="8865"/>
                    <a:pt x="23145" y="7457"/>
                    <a:pt x="21614" y="7031"/>
                  </a:cubicBezTo>
                  <a:cubicBezTo>
                    <a:pt x="21614" y="6994"/>
                    <a:pt x="21614" y="6965"/>
                    <a:pt x="21614" y="6937"/>
                  </a:cubicBezTo>
                  <a:cubicBezTo>
                    <a:pt x="21614" y="4924"/>
                    <a:pt x="19979" y="3289"/>
                    <a:pt x="17957" y="3289"/>
                  </a:cubicBezTo>
                  <a:cubicBezTo>
                    <a:pt x="17390" y="3289"/>
                    <a:pt x="16860" y="3421"/>
                    <a:pt x="16378" y="3648"/>
                  </a:cubicBezTo>
                  <a:cubicBezTo>
                    <a:pt x="15613" y="1522"/>
                    <a:pt x="13572" y="0"/>
                    <a:pt x="11171" y="0"/>
                  </a:cubicBezTo>
                  <a:close/>
                </a:path>
              </a:pathLst>
            </a:custGeom>
            <a:solidFill>
              <a:schemeClr val="accent2"/>
            </a:solidFill>
            <a:ln w="9525" cap="flat" cmpd="sng">
              <a:solidFill>
                <a:schemeClr val="dk1"/>
              </a:solidFill>
              <a:prstDash val="solid"/>
              <a:miter lim="945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Open Sans" panose="020B0606030504020204" pitchFamily="34" charset="0"/>
                <a:ea typeface="Open Sans" panose="020B0606030504020204" pitchFamily="34" charset="0"/>
                <a:cs typeface="Open Sans" panose="020B0606030504020204" pitchFamily="34" charset="0"/>
              </a:endParaRPr>
            </a:p>
          </p:txBody>
        </p:sp>
        <p:sp>
          <p:nvSpPr>
            <p:cNvPr id="690" name="Google Shape;690;p31"/>
            <p:cNvSpPr/>
            <p:nvPr/>
          </p:nvSpPr>
          <p:spPr>
            <a:xfrm>
              <a:off x="5862675" y="1216625"/>
              <a:ext cx="199675" cy="290850"/>
            </a:xfrm>
            <a:custGeom>
              <a:avLst/>
              <a:gdLst/>
              <a:ahLst/>
              <a:cxnLst/>
              <a:rect l="l" t="t" r="r" b="b"/>
              <a:pathLst>
                <a:path w="7987" h="11634" extrusionOk="0">
                  <a:moveTo>
                    <a:pt x="2552" y="0"/>
                  </a:moveTo>
                  <a:lnTo>
                    <a:pt x="2552" y="6398"/>
                  </a:lnTo>
                  <a:lnTo>
                    <a:pt x="0" y="6398"/>
                  </a:lnTo>
                  <a:lnTo>
                    <a:pt x="1994" y="9016"/>
                  </a:lnTo>
                  <a:lnTo>
                    <a:pt x="3998" y="11634"/>
                  </a:lnTo>
                  <a:lnTo>
                    <a:pt x="5992" y="9016"/>
                  </a:lnTo>
                  <a:lnTo>
                    <a:pt x="7986" y="6398"/>
                  </a:lnTo>
                  <a:lnTo>
                    <a:pt x="5434" y="6398"/>
                  </a:lnTo>
                  <a:lnTo>
                    <a:pt x="5434" y="0"/>
                  </a:lnTo>
                  <a:close/>
                </a:path>
              </a:pathLst>
            </a:custGeom>
            <a:solidFill>
              <a:schemeClr val="accent3"/>
            </a:solidFill>
            <a:ln w="9525" cap="flat" cmpd="sng">
              <a:solidFill>
                <a:schemeClr val="dk1"/>
              </a:solidFill>
              <a:prstDash val="solid"/>
              <a:miter lim="945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Open Sans" panose="020B0606030504020204" pitchFamily="34" charset="0"/>
                <a:ea typeface="Open Sans" panose="020B0606030504020204" pitchFamily="34" charset="0"/>
                <a:cs typeface="Open Sans" panose="020B0606030504020204" pitchFamily="34" charset="0"/>
              </a:endParaRPr>
            </a:p>
          </p:txBody>
        </p:sp>
        <p:sp>
          <p:nvSpPr>
            <p:cNvPr id="691" name="Google Shape;691;p31"/>
            <p:cNvSpPr/>
            <p:nvPr/>
          </p:nvSpPr>
          <p:spPr>
            <a:xfrm>
              <a:off x="5933325" y="1085250"/>
              <a:ext cx="199900" cy="290875"/>
            </a:xfrm>
            <a:custGeom>
              <a:avLst/>
              <a:gdLst/>
              <a:ahLst/>
              <a:cxnLst/>
              <a:rect l="l" t="t" r="r" b="b"/>
              <a:pathLst>
                <a:path w="7996" h="11635" extrusionOk="0">
                  <a:moveTo>
                    <a:pt x="3998" y="0"/>
                  </a:moveTo>
                  <a:lnTo>
                    <a:pt x="2004" y="2618"/>
                  </a:lnTo>
                  <a:lnTo>
                    <a:pt x="0" y="5236"/>
                  </a:lnTo>
                  <a:lnTo>
                    <a:pt x="2561" y="5236"/>
                  </a:lnTo>
                  <a:lnTo>
                    <a:pt x="2561" y="11634"/>
                  </a:lnTo>
                  <a:lnTo>
                    <a:pt x="5434" y="11634"/>
                  </a:lnTo>
                  <a:lnTo>
                    <a:pt x="5434" y="5236"/>
                  </a:lnTo>
                  <a:lnTo>
                    <a:pt x="7995" y="5236"/>
                  </a:lnTo>
                  <a:lnTo>
                    <a:pt x="5992" y="2618"/>
                  </a:lnTo>
                  <a:lnTo>
                    <a:pt x="3998" y="0"/>
                  </a:lnTo>
                  <a:close/>
                </a:path>
              </a:pathLst>
            </a:custGeom>
            <a:solidFill>
              <a:schemeClr val="lt2"/>
            </a:solidFill>
            <a:ln w="9525" cap="flat" cmpd="sng">
              <a:solidFill>
                <a:schemeClr val="dk1"/>
              </a:solidFill>
              <a:prstDash val="solid"/>
              <a:miter lim="945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Open Sans" panose="020B0606030504020204" pitchFamily="34" charset="0"/>
                <a:ea typeface="Open Sans" panose="020B0606030504020204" pitchFamily="34" charset="0"/>
                <a:cs typeface="Open Sans" panose="020B0606030504020204" pitchFamily="34" charset="0"/>
              </a:endParaRPr>
            </a:p>
          </p:txBody>
        </p:sp>
      </p:grpSp>
      <p:sp>
        <p:nvSpPr>
          <p:cNvPr id="3" name="Title 2">
            <a:extLst>
              <a:ext uri="{FF2B5EF4-FFF2-40B4-BE49-F238E27FC236}">
                <a16:creationId xmlns:a16="http://schemas.microsoft.com/office/drawing/2014/main" id="{998B0E51-4EE2-40B1-BBE7-17426523A8E4}"/>
              </a:ext>
            </a:extLst>
          </p:cNvPr>
          <p:cNvSpPr>
            <a:spLocks noGrp="1"/>
          </p:cNvSpPr>
          <p:nvPr>
            <p:ph type="title"/>
          </p:nvPr>
        </p:nvSpPr>
        <p:spPr/>
        <p:txBody>
          <a:bodyPr/>
          <a:lstStyle/>
          <a:p>
            <a:r>
              <a:rPr lang="en-US" sz="2200" dirty="0">
                <a:latin typeface="Open Sans" panose="020B0606030504020204" pitchFamily="34" charset="0"/>
                <a:ea typeface="Open Sans" panose="020B0606030504020204" pitchFamily="34" charset="0"/>
                <a:cs typeface="Open Sans" panose="020B0606030504020204" pitchFamily="34" charset="0"/>
              </a:rPr>
              <a:t>Relationships Between Classes</a:t>
            </a:r>
          </a:p>
        </p:txBody>
      </p:sp>
      <p:sp>
        <p:nvSpPr>
          <p:cNvPr id="14" name="TextBox 13">
            <a:extLst>
              <a:ext uri="{FF2B5EF4-FFF2-40B4-BE49-F238E27FC236}">
                <a16:creationId xmlns:a16="http://schemas.microsoft.com/office/drawing/2014/main" id="{642482F9-7C4A-4945-A637-ED05BEBC7A41}"/>
              </a:ext>
            </a:extLst>
          </p:cNvPr>
          <p:cNvSpPr txBox="1"/>
          <p:nvPr/>
        </p:nvSpPr>
        <p:spPr>
          <a:xfrm>
            <a:off x="722375" y="1333649"/>
            <a:ext cx="5853362" cy="1077218"/>
          </a:xfrm>
          <a:prstGeom prst="rect">
            <a:avLst/>
          </a:prstGeom>
          <a:noFill/>
        </p:spPr>
        <p:txBody>
          <a:bodyPr wrap="square">
            <a:spAutoFit/>
          </a:bodyPr>
          <a:lstStyle/>
          <a:p>
            <a:r>
              <a:rPr lang="en-US" sz="1800" b="1" dirty="0">
                <a:latin typeface="Open Sans" panose="020B0606030504020204" pitchFamily="34" charset="0"/>
                <a:ea typeface="Open Sans" panose="020B0606030504020204" pitchFamily="34" charset="0"/>
                <a:cs typeface="Open Sans" panose="020B0606030504020204" pitchFamily="34" charset="0"/>
              </a:rPr>
              <a:t>🧩 3. Composition (Strong Has-a Relationship)</a:t>
            </a:r>
          </a:p>
          <a:p>
            <a:endParaRPr lang="en-US" sz="1800" b="1" dirty="0">
              <a:latin typeface="Open Sans" panose="020B0606030504020204" pitchFamily="34" charset="0"/>
              <a:ea typeface="Open Sans" panose="020B0606030504020204" pitchFamily="34" charset="0"/>
              <a:cs typeface="Open Sans" panose="020B0606030504020204" pitchFamily="34" charset="0"/>
            </a:endParaRPr>
          </a:p>
          <a:p>
            <a:r>
              <a:rPr lang="en-US" dirty="0">
                <a:latin typeface="Open Sans" panose="020B0606030504020204" pitchFamily="34" charset="0"/>
                <a:ea typeface="Open Sans" panose="020B0606030504020204" pitchFamily="34" charset="0"/>
                <a:cs typeface="Open Sans" panose="020B0606030504020204" pitchFamily="34" charset="0"/>
              </a:rPr>
              <a:t>Represented by a filled diamond (◆) at the whole side.</a:t>
            </a:r>
          </a:p>
          <a:p>
            <a:r>
              <a:rPr lang="en-US" dirty="0">
                <a:latin typeface="Open Sans" panose="020B0606030504020204" pitchFamily="34" charset="0"/>
                <a:ea typeface="Open Sans" panose="020B0606030504020204" pitchFamily="34" charset="0"/>
                <a:cs typeface="Open Sans" panose="020B0606030504020204" pitchFamily="34" charset="0"/>
              </a:rPr>
              <a:t>The part cannot exist without the whole.</a:t>
            </a:r>
          </a:p>
        </p:txBody>
      </p:sp>
      <p:sp>
        <p:nvSpPr>
          <p:cNvPr id="13" name="TextBox 12">
            <a:extLst>
              <a:ext uri="{FF2B5EF4-FFF2-40B4-BE49-F238E27FC236}">
                <a16:creationId xmlns:a16="http://schemas.microsoft.com/office/drawing/2014/main" id="{41D7C4E4-B7EC-488A-B1DF-837453497EF8}"/>
              </a:ext>
            </a:extLst>
          </p:cNvPr>
          <p:cNvSpPr txBox="1"/>
          <p:nvPr/>
        </p:nvSpPr>
        <p:spPr>
          <a:xfrm>
            <a:off x="722375" y="3303743"/>
            <a:ext cx="4615979" cy="830997"/>
          </a:xfrm>
          <a:prstGeom prst="rect">
            <a:avLst/>
          </a:prstGeom>
          <a:noFill/>
        </p:spPr>
        <p:txBody>
          <a:bodyPr wrap="square">
            <a:spAutoFit/>
          </a:bodyPr>
          <a:lstStyle/>
          <a:p>
            <a:r>
              <a:rPr lang="en-US" sz="1600" dirty="0">
                <a:latin typeface="Open Sans" panose="020B0606030504020204" pitchFamily="34" charset="0"/>
                <a:ea typeface="Open Sans" panose="020B0606030504020204" pitchFamily="34" charset="0"/>
                <a:cs typeface="Open Sans" panose="020B0606030504020204" pitchFamily="34" charset="0"/>
              </a:rPr>
              <a:t>House ◆--- Room</a:t>
            </a:r>
          </a:p>
          <a:p>
            <a:r>
              <a:rPr lang="en-US" sz="1600" dirty="0"/>
              <a:t>Meaning:</a:t>
            </a:r>
            <a:br>
              <a:rPr lang="en-US" sz="1600" dirty="0"/>
            </a:br>
            <a:r>
              <a:rPr lang="en-US" sz="1600" dirty="0"/>
              <a:t>A room </a:t>
            </a:r>
            <a:r>
              <a:rPr lang="en-US" sz="1600" b="1" dirty="0"/>
              <a:t>cannot exist</a:t>
            </a:r>
            <a:r>
              <a:rPr lang="en-US" sz="1600" dirty="0"/>
              <a:t> without a house.</a:t>
            </a:r>
          </a:p>
        </p:txBody>
      </p:sp>
      <p:pic>
        <p:nvPicPr>
          <p:cNvPr id="4101" name="Picture 5" descr="Composition">
            <a:extLst>
              <a:ext uri="{FF2B5EF4-FFF2-40B4-BE49-F238E27FC236}">
                <a16:creationId xmlns:a16="http://schemas.microsoft.com/office/drawing/2014/main" id="{20B5B702-8BA2-425A-97E0-EAE4FC2B7A2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90050" y="2559140"/>
            <a:ext cx="3432528" cy="5963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6426405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652"/>
        <p:cNvGrpSpPr/>
        <p:nvPr/>
      </p:nvGrpSpPr>
      <p:grpSpPr>
        <a:xfrm>
          <a:off x="0" y="0"/>
          <a:ext cx="0" cy="0"/>
          <a:chOff x="0" y="0"/>
          <a:chExt cx="0" cy="0"/>
        </a:xfrm>
      </p:grpSpPr>
      <p:cxnSp>
        <p:nvCxnSpPr>
          <p:cNvPr id="658" name="Google Shape;658;p31"/>
          <p:cNvCxnSpPr/>
          <p:nvPr/>
        </p:nvCxnSpPr>
        <p:spPr>
          <a:xfrm>
            <a:off x="0" y="307163"/>
            <a:ext cx="4570500" cy="0"/>
          </a:xfrm>
          <a:prstGeom prst="straightConnector1">
            <a:avLst/>
          </a:prstGeom>
          <a:noFill/>
          <a:ln w="9525" cap="flat" cmpd="sng">
            <a:solidFill>
              <a:schemeClr val="dk1"/>
            </a:solidFill>
            <a:prstDash val="solid"/>
            <a:round/>
            <a:headEnd type="none" w="med" len="med"/>
            <a:tailEnd type="none" w="med" len="med"/>
          </a:ln>
        </p:spPr>
      </p:cxnSp>
      <p:grpSp>
        <p:nvGrpSpPr>
          <p:cNvPr id="688" name="Google Shape;688;p31"/>
          <p:cNvGrpSpPr/>
          <p:nvPr/>
        </p:nvGrpSpPr>
        <p:grpSpPr>
          <a:xfrm>
            <a:off x="8127066" y="1050393"/>
            <a:ext cx="838995" cy="799177"/>
            <a:chOff x="5694450" y="929325"/>
            <a:chExt cx="607000" cy="578150"/>
          </a:xfrm>
        </p:grpSpPr>
        <p:sp>
          <p:nvSpPr>
            <p:cNvPr id="689" name="Google Shape;689;p31"/>
            <p:cNvSpPr/>
            <p:nvPr/>
          </p:nvSpPr>
          <p:spPr>
            <a:xfrm>
              <a:off x="5694450" y="929325"/>
              <a:ext cx="607000" cy="354825"/>
            </a:xfrm>
            <a:custGeom>
              <a:avLst/>
              <a:gdLst/>
              <a:ahLst/>
              <a:cxnLst/>
              <a:rect l="l" t="t" r="r" b="b"/>
              <a:pathLst>
                <a:path w="24280" h="14193" extrusionOk="0">
                  <a:moveTo>
                    <a:pt x="11171" y="0"/>
                  </a:moveTo>
                  <a:cubicBezTo>
                    <a:pt x="8128" y="0"/>
                    <a:pt x="5661" y="2457"/>
                    <a:pt x="5642" y="5491"/>
                  </a:cubicBezTo>
                  <a:cubicBezTo>
                    <a:pt x="5255" y="5387"/>
                    <a:pt x="4858" y="5321"/>
                    <a:pt x="4442" y="5321"/>
                  </a:cubicBezTo>
                  <a:cubicBezTo>
                    <a:pt x="1985" y="5321"/>
                    <a:pt x="0" y="7305"/>
                    <a:pt x="0" y="9763"/>
                  </a:cubicBezTo>
                  <a:cubicBezTo>
                    <a:pt x="0" y="12210"/>
                    <a:pt x="1853" y="14053"/>
                    <a:pt x="4178" y="14185"/>
                  </a:cubicBezTo>
                  <a:cubicBezTo>
                    <a:pt x="4220" y="14190"/>
                    <a:pt x="8376" y="14193"/>
                    <a:pt x="12532" y="14193"/>
                  </a:cubicBezTo>
                  <a:cubicBezTo>
                    <a:pt x="16688" y="14193"/>
                    <a:pt x="20844" y="14190"/>
                    <a:pt x="20886" y="14185"/>
                  </a:cubicBezTo>
                  <a:lnTo>
                    <a:pt x="20990" y="14185"/>
                  </a:lnTo>
                  <a:lnTo>
                    <a:pt x="20990" y="14176"/>
                  </a:lnTo>
                  <a:cubicBezTo>
                    <a:pt x="22833" y="13996"/>
                    <a:pt x="24279" y="12437"/>
                    <a:pt x="24279" y="10547"/>
                  </a:cubicBezTo>
                  <a:cubicBezTo>
                    <a:pt x="24279" y="8865"/>
                    <a:pt x="23145" y="7457"/>
                    <a:pt x="21614" y="7031"/>
                  </a:cubicBezTo>
                  <a:cubicBezTo>
                    <a:pt x="21614" y="6994"/>
                    <a:pt x="21614" y="6965"/>
                    <a:pt x="21614" y="6937"/>
                  </a:cubicBezTo>
                  <a:cubicBezTo>
                    <a:pt x="21614" y="4924"/>
                    <a:pt x="19979" y="3289"/>
                    <a:pt x="17957" y="3289"/>
                  </a:cubicBezTo>
                  <a:cubicBezTo>
                    <a:pt x="17390" y="3289"/>
                    <a:pt x="16860" y="3421"/>
                    <a:pt x="16378" y="3648"/>
                  </a:cubicBezTo>
                  <a:cubicBezTo>
                    <a:pt x="15613" y="1522"/>
                    <a:pt x="13572" y="0"/>
                    <a:pt x="11171" y="0"/>
                  </a:cubicBezTo>
                  <a:close/>
                </a:path>
              </a:pathLst>
            </a:custGeom>
            <a:solidFill>
              <a:schemeClr val="accent2"/>
            </a:solidFill>
            <a:ln w="9525" cap="flat" cmpd="sng">
              <a:solidFill>
                <a:schemeClr val="dk1"/>
              </a:solidFill>
              <a:prstDash val="solid"/>
              <a:miter lim="945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600">
                <a:latin typeface="Open Sans" panose="020B0606030504020204" pitchFamily="34" charset="0"/>
                <a:ea typeface="Open Sans" panose="020B0606030504020204" pitchFamily="34" charset="0"/>
                <a:cs typeface="Open Sans" panose="020B0606030504020204" pitchFamily="34" charset="0"/>
              </a:endParaRPr>
            </a:p>
          </p:txBody>
        </p:sp>
        <p:sp>
          <p:nvSpPr>
            <p:cNvPr id="690" name="Google Shape;690;p31"/>
            <p:cNvSpPr/>
            <p:nvPr/>
          </p:nvSpPr>
          <p:spPr>
            <a:xfrm>
              <a:off x="5862675" y="1216625"/>
              <a:ext cx="199675" cy="290850"/>
            </a:xfrm>
            <a:custGeom>
              <a:avLst/>
              <a:gdLst/>
              <a:ahLst/>
              <a:cxnLst/>
              <a:rect l="l" t="t" r="r" b="b"/>
              <a:pathLst>
                <a:path w="7987" h="11634" extrusionOk="0">
                  <a:moveTo>
                    <a:pt x="2552" y="0"/>
                  </a:moveTo>
                  <a:lnTo>
                    <a:pt x="2552" y="6398"/>
                  </a:lnTo>
                  <a:lnTo>
                    <a:pt x="0" y="6398"/>
                  </a:lnTo>
                  <a:lnTo>
                    <a:pt x="1994" y="9016"/>
                  </a:lnTo>
                  <a:lnTo>
                    <a:pt x="3998" y="11634"/>
                  </a:lnTo>
                  <a:lnTo>
                    <a:pt x="5992" y="9016"/>
                  </a:lnTo>
                  <a:lnTo>
                    <a:pt x="7986" y="6398"/>
                  </a:lnTo>
                  <a:lnTo>
                    <a:pt x="5434" y="6398"/>
                  </a:lnTo>
                  <a:lnTo>
                    <a:pt x="5434" y="0"/>
                  </a:lnTo>
                  <a:close/>
                </a:path>
              </a:pathLst>
            </a:custGeom>
            <a:solidFill>
              <a:schemeClr val="accent3"/>
            </a:solidFill>
            <a:ln w="9525" cap="flat" cmpd="sng">
              <a:solidFill>
                <a:schemeClr val="dk1"/>
              </a:solidFill>
              <a:prstDash val="solid"/>
              <a:miter lim="945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600">
                <a:latin typeface="Open Sans" panose="020B0606030504020204" pitchFamily="34" charset="0"/>
                <a:ea typeface="Open Sans" panose="020B0606030504020204" pitchFamily="34" charset="0"/>
                <a:cs typeface="Open Sans" panose="020B0606030504020204" pitchFamily="34" charset="0"/>
              </a:endParaRPr>
            </a:p>
          </p:txBody>
        </p:sp>
        <p:sp>
          <p:nvSpPr>
            <p:cNvPr id="691" name="Google Shape;691;p31"/>
            <p:cNvSpPr/>
            <p:nvPr/>
          </p:nvSpPr>
          <p:spPr>
            <a:xfrm>
              <a:off x="5933325" y="1085250"/>
              <a:ext cx="199900" cy="290875"/>
            </a:xfrm>
            <a:custGeom>
              <a:avLst/>
              <a:gdLst/>
              <a:ahLst/>
              <a:cxnLst/>
              <a:rect l="l" t="t" r="r" b="b"/>
              <a:pathLst>
                <a:path w="7996" h="11635" extrusionOk="0">
                  <a:moveTo>
                    <a:pt x="3998" y="0"/>
                  </a:moveTo>
                  <a:lnTo>
                    <a:pt x="2004" y="2618"/>
                  </a:lnTo>
                  <a:lnTo>
                    <a:pt x="0" y="5236"/>
                  </a:lnTo>
                  <a:lnTo>
                    <a:pt x="2561" y="5236"/>
                  </a:lnTo>
                  <a:lnTo>
                    <a:pt x="2561" y="11634"/>
                  </a:lnTo>
                  <a:lnTo>
                    <a:pt x="5434" y="11634"/>
                  </a:lnTo>
                  <a:lnTo>
                    <a:pt x="5434" y="5236"/>
                  </a:lnTo>
                  <a:lnTo>
                    <a:pt x="7995" y="5236"/>
                  </a:lnTo>
                  <a:lnTo>
                    <a:pt x="5992" y="2618"/>
                  </a:lnTo>
                  <a:lnTo>
                    <a:pt x="3998" y="0"/>
                  </a:lnTo>
                  <a:close/>
                </a:path>
              </a:pathLst>
            </a:custGeom>
            <a:solidFill>
              <a:schemeClr val="lt2"/>
            </a:solidFill>
            <a:ln w="9525" cap="flat" cmpd="sng">
              <a:solidFill>
                <a:schemeClr val="dk1"/>
              </a:solidFill>
              <a:prstDash val="solid"/>
              <a:miter lim="945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600">
                <a:latin typeface="Open Sans" panose="020B0606030504020204" pitchFamily="34" charset="0"/>
                <a:ea typeface="Open Sans" panose="020B0606030504020204" pitchFamily="34" charset="0"/>
                <a:cs typeface="Open Sans" panose="020B0606030504020204" pitchFamily="34" charset="0"/>
              </a:endParaRPr>
            </a:p>
          </p:txBody>
        </p:sp>
      </p:grpSp>
      <p:sp>
        <p:nvSpPr>
          <p:cNvPr id="3" name="Title 2">
            <a:extLst>
              <a:ext uri="{FF2B5EF4-FFF2-40B4-BE49-F238E27FC236}">
                <a16:creationId xmlns:a16="http://schemas.microsoft.com/office/drawing/2014/main" id="{998B0E51-4EE2-40B1-BBE7-17426523A8E4}"/>
              </a:ext>
            </a:extLst>
          </p:cNvPr>
          <p:cNvSpPr>
            <a:spLocks noGrp="1"/>
          </p:cNvSpPr>
          <p:nvPr>
            <p:ph type="title"/>
          </p:nvPr>
        </p:nvSpPr>
        <p:spPr/>
        <p:txBody>
          <a:bodyPr/>
          <a:lstStyle/>
          <a:p>
            <a:r>
              <a:rPr lang="en-US" sz="2200" dirty="0">
                <a:latin typeface="Open Sans" panose="020B0606030504020204" pitchFamily="34" charset="0"/>
                <a:ea typeface="Open Sans" panose="020B0606030504020204" pitchFamily="34" charset="0"/>
                <a:cs typeface="Open Sans" panose="020B0606030504020204" pitchFamily="34" charset="0"/>
              </a:rPr>
              <a:t>Relationships Between Classes</a:t>
            </a:r>
          </a:p>
        </p:txBody>
      </p:sp>
      <p:sp>
        <p:nvSpPr>
          <p:cNvPr id="14" name="TextBox 13">
            <a:extLst>
              <a:ext uri="{FF2B5EF4-FFF2-40B4-BE49-F238E27FC236}">
                <a16:creationId xmlns:a16="http://schemas.microsoft.com/office/drawing/2014/main" id="{642482F9-7C4A-4945-A637-ED05BEBC7A41}"/>
              </a:ext>
            </a:extLst>
          </p:cNvPr>
          <p:cNvSpPr txBox="1"/>
          <p:nvPr/>
        </p:nvSpPr>
        <p:spPr>
          <a:xfrm>
            <a:off x="722375" y="1277822"/>
            <a:ext cx="5853362" cy="861774"/>
          </a:xfrm>
          <a:prstGeom prst="rect">
            <a:avLst/>
          </a:prstGeom>
          <a:noFill/>
        </p:spPr>
        <p:txBody>
          <a:bodyPr wrap="square">
            <a:spAutoFit/>
          </a:bodyPr>
          <a:lstStyle/>
          <a:p>
            <a:r>
              <a:rPr lang="en-US" sz="1800" b="1" dirty="0">
                <a:latin typeface="Open Sans" panose="020B0606030504020204" pitchFamily="34" charset="0"/>
                <a:ea typeface="Open Sans" panose="020B0606030504020204" pitchFamily="34" charset="0"/>
                <a:cs typeface="Open Sans" panose="020B0606030504020204" pitchFamily="34" charset="0"/>
              </a:rPr>
              <a:t>🧩 4. Inheritance / Generalization</a:t>
            </a:r>
            <a:br>
              <a:rPr lang="en-US" sz="1600" dirty="0">
                <a:latin typeface="Open Sans" panose="020B0606030504020204" pitchFamily="34" charset="0"/>
                <a:ea typeface="Open Sans" panose="020B0606030504020204" pitchFamily="34" charset="0"/>
                <a:cs typeface="Open Sans" panose="020B0606030504020204" pitchFamily="34" charset="0"/>
              </a:rPr>
            </a:br>
            <a:r>
              <a:rPr lang="en-US" sz="1600" dirty="0">
                <a:latin typeface="Open Sans" panose="020B0606030504020204" pitchFamily="34" charset="0"/>
                <a:ea typeface="Open Sans" panose="020B0606030504020204" pitchFamily="34" charset="0"/>
                <a:cs typeface="Open Sans" panose="020B0606030504020204" pitchFamily="34" charset="0"/>
              </a:rPr>
              <a:t>Represented by a solid line with an empty arrowhead (△) from subclass to superclass.</a:t>
            </a:r>
          </a:p>
        </p:txBody>
      </p:sp>
      <p:sp>
        <p:nvSpPr>
          <p:cNvPr id="12" name="TextBox 11">
            <a:extLst>
              <a:ext uri="{FF2B5EF4-FFF2-40B4-BE49-F238E27FC236}">
                <a16:creationId xmlns:a16="http://schemas.microsoft.com/office/drawing/2014/main" id="{66582DC1-08E9-4378-B546-DD777BCEB328}"/>
              </a:ext>
            </a:extLst>
          </p:cNvPr>
          <p:cNvSpPr txBox="1"/>
          <p:nvPr/>
        </p:nvSpPr>
        <p:spPr>
          <a:xfrm>
            <a:off x="722375" y="2677245"/>
            <a:ext cx="2317652" cy="338554"/>
          </a:xfrm>
          <a:prstGeom prst="rect">
            <a:avLst/>
          </a:prstGeom>
          <a:noFill/>
        </p:spPr>
        <p:txBody>
          <a:bodyPr wrap="square">
            <a:spAutoFit/>
          </a:bodyPr>
          <a:lstStyle/>
          <a:p>
            <a:r>
              <a:rPr lang="en-US" sz="1600" dirty="0">
                <a:latin typeface="Open Sans" panose="020B0606030504020204" pitchFamily="34" charset="0"/>
                <a:ea typeface="Open Sans" panose="020B0606030504020204" pitchFamily="34" charset="0"/>
                <a:cs typeface="Open Sans" panose="020B0606030504020204" pitchFamily="34" charset="0"/>
              </a:rPr>
              <a:t>Person ◁── Student</a:t>
            </a:r>
          </a:p>
        </p:txBody>
      </p:sp>
      <p:sp>
        <p:nvSpPr>
          <p:cNvPr id="4" name="Rectangle 1">
            <a:extLst>
              <a:ext uri="{FF2B5EF4-FFF2-40B4-BE49-F238E27FC236}">
                <a16:creationId xmlns:a16="http://schemas.microsoft.com/office/drawing/2014/main" id="{5AE34438-891A-4F1D-A9F4-247E889FBEC3}"/>
              </a:ext>
            </a:extLst>
          </p:cNvPr>
          <p:cNvSpPr>
            <a:spLocks noChangeArrowheads="1"/>
          </p:cNvSpPr>
          <p:nvPr/>
        </p:nvSpPr>
        <p:spPr bwMode="auto">
          <a:xfrm>
            <a:off x="722375" y="3105444"/>
            <a:ext cx="4084757"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rPr>
              <a:t>Meaning: Student </a:t>
            </a:r>
            <a:r>
              <a:rPr kumimoji="0" lang="en-US" altLang="en-US" sz="1600" b="1" i="0" u="none" strike="noStrike" cap="none" normalizeH="0" baseline="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rPr>
              <a:t>is-a</a:t>
            </a:r>
            <a:r>
              <a:rPr kumimoji="0" lang="en-US" altLang="en-US" sz="1600" b="0" i="0" u="none" strike="noStrike" cap="none" normalizeH="0" baseline="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rPr>
              <a:t> Person. </a:t>
            </a:r>
          </a:p>
        </p:txBody>
      </p:sp>
      <p:pic>
        <p:nvPicPr>
          <p:cNvPr id="5123" name="Picture 3" descr="Inheritance">
            <a:extLst>
              <a:ext uri="{FF2B5EF4-FFF2-40B4-BE49-F238E27FC236}">
                <a16:creationId xmlns:a16="http://schemas.microsoft.com/office/drawing/2014/main" id="{C34C968B-E980-4E63-9A71-33E410F113D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54782" y="2141500"/>
            <a:ext cx="2041910" cy="17485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8092622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652"/>
        <p:cNvGrpSpPr/>
        <p:nvPr/>
      </p:nvGrpSpPr>
      <p:grpSpPr>
        <a:xfrm>
          <a:off x="0" y="0"/>
          <a:ext cx="0" cy="0"/>
          <a:chOff x="0" y="0"/>
          <a:chExt cx="0" cy="0"/>
        </a:xfrm>
      </p:grpSpPr>
      <p:cxnSp>
        <p:nvCxnSpPr>
          <p:cNvPr id="658" name="Google Shape;658;p31"/>
          <p:cNvCxnSpPr/>
          <p:nvPr/>
        </p:nvCxnSpPr>
        <p:spPr>
          <a:xfrm>
            <a:off x="0" y="307163"/>
            <a:ext cx="4570500" cy="0"/>
          </a:xfrm>
          <a:prstGeom prst="straightConnector1">
            <a:avLst/>
          </a:prstGeom>
          <a:noFill/>
          <a:ln w="9525" cap="flat" cmpd="sng">
            <a:solidFill>
              <a:schemeClr val="dk1"/>
            </a:solidFill>
            <a:prstDash val="solid"/>
            <a:round/>
            <a:headEnd type="none" w="med" len="med"/>
            <a:tailEnd type="none" w="med" len="med"/>
          </a:ln>
        </p:spPr>
      </p:cxnSp>
      <p:grpSp>
        <p:nvGrpSpPr>
          <p:cNvPr id="688" name="Google Shape;688;p31"/>
          <p:cNvGrpSpPr/>
          <p:nvPr/>
        </p:nvGrpSpPr>
        <p:grpSpPr>
          <a:xfrm>
            <a:off x="8127066" y="1050393"/>
            <a:ext cx="838995" cy="799177"/>
            <a:chOff x="5694450" y="929325"/>
            <a:chExt cx="607000" cy="578150"/>
          </a:xfrm>
        </p:grpSpPr>
        <p:sp>
          <p:nvSpPr>
            <p:cNvPr id="689" name="Google Shape;689;p31"/>
            <p:cNvSpPr/>
            <p:nvPr/>
          </p:nvSpPr>
          <p:spPr>
            <a:xfrm>
              <a:off x="5694450" y="929325"/>
              <a:ext cx="607000" cy="354825"/>
            </a:xfrm>
            <a:custGeom>
              <a:avLst/>
              <a:gdLst/>
              <a:ahLst/>
              <a:cxnLst/>
              <a:rect l="l" t="t" r="r" b="b"/>
              <a:pathLst>
                <a:path w="24280" h="14193" extrusionOk="0">
                  <a:moveTo>
                    <a:pt x="11171" y="0"/>
                  </a:moveTo>
                  <a:cubicBezTo>
                    <a:pt x="8128" y="0"/>
                    <a:pt x="5661" y="2457"/>
                    <a:pt x="5642" y="5491"/>
                  </a:cubicBezTo>
                  <a:cubicBezTo>
                    <a:pt x="5255" y="5387"/>
                    <a:pt x="4858" y="5321"/>
                    <a:pt x="4442" y="5321"/>
                  </a:cubicBezTo>
                  <a:cubicBezTo>
                    <a:pt x="1985" y="5321"/>
                    <a:pt x="0" y="7305"/>
                    <a:pt x="0" y="9763"/>
                  </a:cubicBezTo>
                  <a:cubicBezTo>
                    <a:pt x="0" y="12210"/>
                    <a:pt x="1853" y="14053"/>
                    <a:pt x="4178" y="14185"/>
                  </a:cubicBezTo>
                  <a:cubicBezTo>
                    <a:pt x="4220" y="14190"/>
                    <a:pt x="8376" y="14193"/>
                    <a:pt x="12532" y="14193"/>
                  </a:cubicBezTo>
                  <a:cubicBezTo>
                    <a:pt x="16688" y="14193"/>
                    <a:pt x="20844" y="14190"/>
                    <a:pt x="20886" y="14185"/>
                  </a:cubicBezTo>
                  <a:lnTo>
                    <a:pt x="20990" y="14185"/>
                  </a:lnTo>
                  <a:lnTo>
                    <a:pt x="20990" y="14176"/>
                  </a:lnTo>
                  <a:cubicBezTo>
                    <a:pt x="22833" y="13996"/>
                    <a:pt x="24279" y="12437"/>
                    <a:pt x="24279" y="10547"/>
                  </a:cubicBezTo>
                  <a:cubicBezTo>
                    <a:pt x="24279" y="8865"/>
                    <a:pt x="23145" y="7457"/>
                    <a:pt x="21614" y="7031"/>
                  </a:cubicBezTo>
                  <a:cubicBezTo>
                    <a:pt x="21614" y="6994"/>
                    <a:pt x="21614" y="6965"/>
                    <a:pt x="21614" y="6937"/>
                  </a:cubicBezTo>
                  <a:cubicBezTo>
                    <a:pt x="21614" y="4924"/>
                    <a:pt x="19979" y="3289"/>
                    <a:pt x="17957" y="3289"/>
                  </a:cubicBezTo>
                  <a:cubicBezTo>
                    <a:pt x="17390" y="3289"/>
                    <a:pt x="16860" y="3421"/>
                    <a:pt x="16378" y="3648"/>
                  </a:cubicBezTo>
                  <a:cubicBezTo>
                    <a:pt x="15613" y="1522"/>
                    <a:pt x="13572" y="0"/>
                    <a:pt x="11171" y="0"/>
                  </a:cubicBezTo>
                  <a:close/>
                </a:path>
              </a:pathLst>
            </a:custGeom>
            <a:solidFill>
              <a:schemeClr val="accent2"/>
            </a:solidFill>
            <a:ln w="9525" cap="flat" cmpd="sng">
              <a:solidFill>
                <a:schemeClr val="dk1"/>
              </a:solidFill>
              <a:prstDash val="solid"/>
              <a:miter lim="945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Open Sans" panose="020B0606030504020204" pitchFamily="34" charset="0"/>
                <a:ea typeface="Open Sans" panose="020B0606030504020204" pitchFamily="34" charset="0"/>
                <a:cs typeface="Open Sans" panose="020B0606030504020204" pitchFamily="34" charset="0"/>
              </a:endParaRPr>
            </a:p>
          </p:txBody>
        </p:sp>
        <p:sp>
          <p:nvSpPr>
            <p:cNvPr id="690" name="Google Shape;690;p31"/>
            <p:cNvSpPr/>
            <p:nvPr/>
          </p:nvSpPr>
          <p:spPr>
            <a:xfrm>
              <a:off x="5862675" y="1216625"/>
              <a:ext cx="199675" cy="290850"/>
            </a:xfrm>
            <a:custGeom>
              <a:avLst/>
              <a:gdLst/>
              <a:ahLst/>
              <a:cxnLst/>
              <a:rect l="l" t="t" r="r" b="b"/>
              <a:pathLst>
                <a:path w="7987" h="11634" extrusionOk="0">
                  <a:moveTo>
                    <a:pt x="2552" y="0"/>
                  </a:moveTo>
                  <a:lnTo>
                    <a:pt x="2552" y="6398"/>
                  </a:lnTo>
                  <a:lnTo>
                    <a:pt x="0" y="6398"/>
                  </a:lnTo>
                  <a:lnTo>
                    <a:pt x="1994" y="9016"/>
                  </a:lnTo>
                  <a:lnTo>
                    <a:pt x="3998" y="11634"/>
                  </a:lnTo>
                  <a:lnTo>
                    <a:pt x="5992" y="9016"/>
                  </a:lnTo>
                  <a:lnTo>
                    <a:pt x="7986" y="6398"/>
                  </a:lnTo>
                  <a:lnTo>
                    <a:pt x="5434" y="6398"/>
                  </a:lnTo>
                  <a:lnTo>
                    <a:pt x="5434" y="0"/>
                  </a:lnTo>
                  <a:close/>
                </a:path>
              </a:pathLst>
            </a:custGeom>
            <a:solidFill>
              <a:schemeClr val="accent3"/>
            </a:solidFill>
            <a:ln w="9525" cap="flat" cmpd="sng">
              <a:solidFill>
                <a:schemeClr val="dk1"/>
              </a:solidFill>
              <a:prstDash val="solid"/>
              <a:miter lim="945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Open Sans" panose="020B0606030504020204" pitchFamily="34" charset="0"/>
                <a:ea typeface="Open Sans" panose="020B0606030504020204" pitchFamily="34" charset="0"/>
                <a:cs typeface="Open Sans" panose="020B0606030504020204" pitchFamily="34" charset="0"/>
              </a:endParaRPr>
            </a:p>
          </p:txBody>
        </p:sp>
        <p:sp>
          <p:nvSpPr>
            <p:cNvPr id="691" name="Google Shape;691;p31"/>
            <p:cNvSpPr/>
            <p:nvPr/>
          </p:nvSpPr>
          <p:spPr>
            <a:xfrm>
              <a:off x="5933325" y="1085250"/>
              <a:ext cx="199900" cy="290875"/>
            </a:xfrm>
            <a:custGeom>
              <a:avLst/>
              <a:gdLst/>
              <a:ahLst/>
              <a:cxnLst/>
              <a:rect l="l" t="t" r="r" b="b"/>
              <a:pathLst>
                <a:path w="7996" h="11635" extrusionOk="0">
                  <a:moveTo>
                    <a:pt x="3998" y="0"/>
                  </a:moveTo>
                  <a:lnTo>
                    <a:pt x="2004" y="2618"/>
                  </a:lnTo>
                  <a:lnTo>
                    <a:pt x="0" y="5236"/>
                  </a:lnTo>
                  <a:lnTo>
                    <a:pt x="2561" y="5236"/>
                  </a:lnTo>
                  <a:lnTo>
                    <a:pt x="2561" y="11634"/>
                  </a:lnTo>
                  <a:lnTo>
                    <a:pt x="5434" y="11634"/>
                  </a:lnTo>
                  <a:lnTo>
                    <a:pt x="5434" y="5236"/>
                  </a:lnTo>
                  <a:lnTo>
                    <a:pt x="7995" y="5236"/>
                  </a:lnTo>
                  <a:lnTo>
                    <a:pt x="5992" y="2618"/>
                  </a:lnTo>
                  <a:lnTo>
                    <a:pt x="3998" y="0"/>
                  </a:lnTo>
                  <a:close/>
                </a:path>
              </a:pathLst>
            </a:custGeom>
            <a:solidFill>
              <a:schemeClr val="lt2"/>
            </a:solidFill>
            <a:ln w="9525" cap="flat" cmpd="sng">
              <a:solidFill>
                <a:schemeClr val="dk1"/>
              </a:solidFill>
              <a:prstDash val="solid"/>
              <a:miter lim="945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Open Sans" panose="020B0606030504020204" pitchFamily="34" charset="0"/>
                <a:ea typeface="Open Sans" panose="020B0606030504020204" pitchFamily="34" charset="0"/>
                <a:cs typeface="Open Sans" panose="020B0606030504020204" pitchFamily="34" charset="0"/>
              </a:endParaRPr>
            </a:p>
          </p:txBody>
        </p:sp>
      </p:grpSp>
      <p:sp>
        <p:nvSpPr>
          <p:cNvPr id="3" name="Title 2">
            <a:extLst>
              <a:ext uri="{FF2B5EF4-FFF2-40B4-BE49-F238E27FC236}">
                <a16:creationId xmlns:a16="http://schemas.microsoft.com/office/drawing/2014/main" id="{998B0E51-4EE2-40B1-BBE7-17426523A8E4}"/>
              </a:ext>
            </a:extLst>
          </p:cNvPr>
          <p:cNvSpPr>
            <a:spLocks noGrp="1"/>
          </p:cNvSpPr>
          <p:nvPr>
            <p:ph type="title"/>
          </p:nvPr>
        </p:nvSpPr>
        <p:spPr/>
        <p:txBody>
          <a:bodyPr/>
          <a:lstStyle/>
          <a:p>
            <a:r>
              <a:rPr lang="en-US" sz="2200" dirty="0">
                <a:latin typeface="Open Sans" panose="020B0606030504020204" pitchFamily="34" charset="0"/>
                <a:ea typeface="Open Sans" panose="020B0606030504020204" pitchFamily="34" charset="0"/>
                <a:cs typeface="Open Sans" panose="020B0606030504020204" pitchFamily="34" charset="0"/>
              </a:rPr>
              <a:t>Relationships Between Classes</a:t>
            </a:r>
          </a:p>
        </p:txBody>
      </p:sp>
      <p:sp>
        <p:nvSpPr>
          <p:cNvPr id="14" name="TextBox 13">
            <a:extLst>
              <a:ext uri="{FF2B5EF4-FFF2-40B4-BE49-F238E27FC236}">
                <a16:creationId xmlns:a16="http://schemas.microsoft.com/office/drawing/2014/main" id="{642482F9-7C4A-4945-A637-ED05BEBC7A41}"/>
              </a:ext>
            </a:extLst>
          </p:cNvPr>
          <p:cNvSpPr txBox="1"/>
          <p:nvPr/>
        </p:nvSpPr>
        <p:spPr>
          <a:xfrm>
            <a:off x="722375" y="1371386"/>
            <a:ext cx="5853362" cy="1077218"/>
          </a:xfrm>
          <a:prstGeom prst="rect">
            <a:avLst/>
          </a:prstGeom>
          <a:noFill/>
        </p:spPr>
        <p:txBody>
          <a:bodyPr wrap="square">
            <a:spAutoFit/>
          </a:bodyPr>
          <a:lstStyle/>
          <a:p>
            <a:r>
              <a:rPr lang="en-US" sz="1600" dirty="0">
                <a:latin typeface="Open Sans" panose="020B0606030504020204" pitchFamily="34" charset="0"/>
                <a:ea typeface="Open Sans" panose="020B0606030504020204" pitchFamily="34" charset="0"/>
                <a:cs typeface="Open Sans" panose="020B0606030504020204" pitchFamily="34" charset="0"/>
              </a:rPr>
              <a:t>🧩 </a:t>
            </a:r>
            <a:r>
              <a:rPr lang="en-US" sz="1600" b="1" dirty="0">
                <a:latin typeface="Open Sans" panose="020B0606030504020204" pitchFamily="34" charset="0"/>
                <a:ea typeface="Open Sans" panose="020B0606030504020204" pitchFamily="34" charset="0"/>
                <a:cs typeface="Open Sans" panose="020B0606030504020204" pitchFamily="34" charset="0"/>
              </a:rPr>
              <a:t>5. Dependency</a:t>
            </a:r>
          </a:p>
          <a:p>
            <a:r>
              <a:rPr lang="en-US" sz="1600" dirty="0">
                <a:latin typeface="Open Sans" panose="020B0606030504020204" pitchFamily="34" charset="0"/>
                <a:ea typeface="Open Sans" panose="020B0606030504020204" pitchFamily="34" charset="0"/>
                <a:cs typeface="Open Sans" panose="020B0606030504020204" pitchFamily="34" charset="0"/>
              </a:rPr>
              <a:t>Represented by a dashed line with an </a:t>
            </a:r>
            <a:r>
              <a:rPr lang="en-US" sz="1600" dirty="0" err="1">
                <a:latin typeface="Open Sans" panose="020B0606030504020204" pitchFamily="34" charset="0"/>
                <a:ea typeface="Open Sans" panose="020B0606030504020204" pitchFamily="34" charset="0"/>
                <a:cs typeface="Open Sans" panose="020B0606030504020204" pitchFamily="34" charset="0"/>
              </a:rPr>
              <a:t>arrow.Indicates</a:t>
            </a:r>
            <a:r>
              <a:rPr lang="en-US" sz="1600" dirty="0">
                <a:latin typeface="Open Sans" panose="020B0606030504020204" pitchFamily="34" charset="0"/>
                <a:ea typeface="Open Sans" panose="020B0606030504020204" pitchFamily="34" charset="0"/>
                <a:cs typeface="Open Sans" panose="020B0606030504020204" pitchFamily="34" charset="0"/>
              </a:rPr>
              <a:t> that one class depends on another for some function (e.g., uses it temporarily).</a:t>
            </a:r>
          </a:p>
        </p:txBody>
      </p:sp>
      <p:sp>
        <p:nvSpPr>
          <p:cNvPr id="15" name="TextBox 14">
            <a:extLst>
              <a:ext uri="{FF2B5EF4-FFF2-40B4-BE49-F238E27FC236}">
                <a16:creationId xmlns:a16="http://schemas.microsoft.com/office/drawing/2014/main" id="{3FDF951B-511F-4242-B63B-A7213E42AC4E}"/>
              </a:ext>
            </a:extLst>
          </p:cNvPr>
          <p:cNvSpPr txBox="1"/>
          <p:nvPr/>
        </p:nvSpPr>
        <p:spPr>
          <a:xfrm>
            <a:off x="2397892" y="2683142"/>
            <a:ext cx="4100855" cy="338554"/>
          </a:xfrm>
          <a:prstGeom prst="rect">
            <a:avLst/>
          </a:prstGeom>
          <a:noFill/>
        </p:spPr>
        <p:txBody>
          <a:bodyPr wrap="square">
            <a:spAutoFit/>
          </a:bodyPr>
          <a:lstStyle/>
          <a:p>
            <a:r>
              <a:rPr lang="en-US" sz="1600" dirty="0">
                <a:latin typeface="Open Sans" panose="020B0606030504020204" pitchFamily="34" charset="0"/>
                <a:ea typeface="Open Sans" panose="020B0606030504020204" pitchFamily="34" charset="0"/>
                <a:cs typeface="Open Sans" panose="020B0606030504020204" pitchFamily="34" charset="0"/>
              </a:rPr>
              <a:t>Order -----------------&gt; </a:t>
            </a:r>
            <a:r>
              <a:rPr lang="en-US" sz="1600" dirty="0" err="1">
                <a:latin typeface="Open Sans" panose="020B0606030504020204" pitchFamily="34" charset="0"/>
                <a:ea typeface="Open Sans" panose="020B0606030504020204" pitchFamily="34" charset="0"/>
                <a:cs typeface="Open Sans" panose="020B0606030504020204" pitchFamily="34" charset="0"/>
              </a:rPr>
              <a:t>PaymentService</a:t>
            </a:r>
            <a:endParaRPr lang="en-US" sz="1600" dirty="0">
              <a:latin typeface="Open Sans" panose="020B0606030504020204" pitchFamily="34" charset="0"/>
              <a:ea typeface="Open Sans" panose="020B0606030504020204" pitchFamily="34" charset="0"/>
              <a:cs typeface="Open Sans" panose="020B0606030504020204" pitchFamily="34" charset="0"/>
            </a:endParaRPr>
          </a:p>
        </p:txBody>
      </p:sp>
      <p:sp>
        <p:nvSpPr>
          <p:cNvPr id="6" name="Rectangle 2">
            <a:extLst>
              <a:ext uri="{FF2B5EF4-FFF2-40B4-BE49-F238E27FC236}">
                <a16:creationId xmlns:a16="http://schemas.microsoft.com/office/drawing/2014/main" id="{E50673BD-A28E-47EC-B3F2-16F3F311E0AA}"/>
              </a:ext>
            </a:extLst>
          </p:cNvPr>
          <p:cNvSpPr>
            <a:spLocks noChangeArrowheads="1"/>
          </p:cNvSpPr>
          <p:nvPr/>
        </p:nvSpPr>
        <p:spPr bwMode="auto">
          <a:xfrm>
            <a:off x="722375" y="3232725"/>
            <a:ext cx="566373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rPr>
              <a:t>Meaning:</a:t>
            </a:r>
            <a:br>
              <a:rPr kumimoji="0" lang="en-US" altLang="en-US" sz="1600" b="0" i="0" u="none" strike="noStrike" cap="none" normalizeH="0" baseline="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rPr>
            </a:br>
            <a:r>
              <a:rPr kumimoji="0" lang="en-US" altLang="en-US" sz="1600" b="0" i="0" u="none" strike="noStrike" cap="none" normalizeH="0" baseline="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rPr>
              <a:t>Order depends on </a:t>
            </a:r>
            <a:r>
              <a:rPr kumimoji="0" lang="en-US" altLang="en-US" sz="1600" b="0" i="0" u="none" strike="noStrike" cap="none" normalizeH="0" baseline="0" dirty="0" err="1">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rPr>
              <a:t>PaymentService</a:t>
            </a:r>
            <a:r>
              <a:rPr kumimoji="0" lang="en-US" altLang="en-US" sz="1600" b="0" i="0" u="none" strike="noStrike" cap="none" normalizeH="0" baseline="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rPr>
              <a:t> to process payments. </a:t>
            </a:r>
          </a:p>
        </p:txBody>
      </p:sp>
      <p:sp>
        <p:nvSpPr>
          <p:cNvPr id="2" name="Rectangle 1">
            <a:extLst>
              <a:ext uri="{FF2B5EF4-FFF2-40B4-BE49-F238E27FC236}">
                <a16:creationId xmlns:a16="http://schemas.microsoft.com/office/drawing/2014/main" id="{5600C19D-1C40-49D5-817B-07D871F5302F}"/>
              </a:ext>
            </a:extLst>
          </p:cNvPr>
          <p:cNvSpPr/>
          <p:nvPr/>
        </p:nvSpPr>
        <p:spPr>
          <a:xfrm>
            <a:off x="2458277" y="2659633"/>
            <a:ext cx="616226" cy="33855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F67B4888-10A0-4A4F-9998-726E4552A3BA}"/>
              </a:ext>
            </a:extLst>
          </p:cNvPr>
          <p:cNvSpPr/>
          <p:nvPr/>
        </p:nvSpPr>
        <p:spPr>
          <a:xfrm>
            <a:off x="4367340" y="2683142"/>
            <a:ext cx="1582885" cy="33855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596051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1001"/>
        <p:cNvGrpSpPr/>
        <p:nvPr/>
      </p:nvGrpSpPr>
      <p:grpSpPr>
        <a:xfrm>
          <a:off x="0" y="0"/>
          <a:ext cx="0" cy="0"/>
          <a:chOff x="0" y="0"/>
          <a:chExt cx="0" cy="0"/>
        </a:xfrm>
      </p:grpSpPr>
      <p:sp>
        <p:nvSpPr>
          <p:cNvPr id="1002" name="Google Shape;1002;p36"/>
          <p:cNvSpPr txBox="1">
            <a:spLocks noGrp="1"/>
          </p:cNvSpPr>
          <p:nvPr>
            <p:ph type="title"/>
          </p:nvPr>
        </p:nvSpPr>
        <p:spPr>
          <a:xfrm>
            <a:off x="1165919" y="1784779"/>
            <a:ext cx="6456575" cy="983143"/>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US" sz="2000" dirty="0"/>
              <a:t>Practice It</a:t>
            </a:r>
            <a:br>
              <a:rPr lang="en-US" sz="2000" dirty="0"/>
            </a:br>
            <a:r>
              <a:rPr lang="en-US" sz="2000" dirty="0"/>
              <a:t>Case Study </a:t>
            </a:r>
            <a:endParaRPr sz="2000" dirty="0"/>
          </a:p>
        </p:txBody>
      </p:sp>
      <p:grpSp>
        <p:nvGrpSpPr>
          <p:cNvPr id="1004" name="Google Shape;1004;p36"/>
          <p:cNvGrpSpPr/>
          <p:nvPr/>
        </p:nvGrpSpPr>
        <p:grpSpPr>
          <a:xfrm>
            <a:off x="6674916" y="4059932"/>
            <a:ext cx="821098" cy="821018"/>
            <a:chOff x="276382" y="1174752"/>
            <a:chExt cx="895027" cy="894940"/>
          </a:xfrm>
        </p:grpSpPr>
        <p:grpSp>
          <p:nvGrpSpPr>
            <p:cNvPr id="1005" name="Google Shape;1005;p36"/>
            <p:cNvGrpSpPr/>
            <p:nvPr/>
          </p:nvGrpSpPr>
          <p:grpSpPr>
            <a:xfrm>
              <a:off x="276382" y="1174752"/>
              <a:ext cx="895027" cy="894940"/>
              <a:chOff x="2861096" y="3889198"/>
              <a:chExt cx="397772" cy="397716"/>
            </a:xfrm>
          </p:grpSpPr>
          <p:sp>
            <p:nvSpPr>
              <p:cNvPr id="1006" name="Google Shape;1006;p36"/>
              <p:cNvSpPr/>
              <p:nvPr/>
            </p:nvSpPr>
            <p:spPr>
              <a:xfrm>
                <a:off x="2861096" y="3889198"/>
                <a:ext cx="397772" cy="397716"/>
              </a:xfrm>
              <a:custGeom>
                <a:avLst/>
                <a:gdLst/>
                <a:ahLst/>
                <a:cxnLst/>
                <a:rect l="l" t="t" r="r" b="b"/>
                <a:pathLst>
                  <a:path w="7080" h="7079" extrusionOk="0">
                    <a:moveTo>
                      <a:pt x="3545" y="0"/>
                    </a:moveTo>
                    <a:cubicBezTo>
                      <a:pt x="1588" y="0"/>
                      <a:pt x="1" y="1588"/>
                      <a:pt x="1" y="3535"/>
                    </a:cubicBezTo>
                    <a:cubicBezTo>
                      <a:pt x="1" y="5491"/>
                      <a:pt x="1588" y="7079"/>
                      <a:pt x="3545" y="7079"/>
                    </a:cubicBezTo>
                    <a:cubicBezTo>
                      <a:pt x="5501" y="7079"/>
                      <a:pt x="7079" y="5491"/>
                      <a:pt x="7079" y="3535"/>
                    </a:cubicBezTo>
                    <a:cubicBezTo>
                      <a:pt x="7079" y="1588"/>
                      <a:pt x="5501" y="0"/>
                      <a:pt x="3545" y="0"/>
                    </a:cubicBezTo>
                    <a:close/>
                  </a:path>
                </a:pathLst>
              </a:custGeom>
              <a:solidFill>
                <a:schemeClr val="accent3"/>
              </a:solidFill>
              <a:ln w="9525" cap="flat" cmpd="sng">
                <a:solidFill>
                  <a:schemeClr val="dk1"/>
                </a:solidFill>
                <a:prstDash val="solid"/>
                <a:miter lim="945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7" name="Google Shape;1007;p36"/>
              <p:cNvSpPr/>
              <p:nvPr/>
            </p:nvSpPr>
            <p:spPr>
              <a:xfrm>
                <a:off x="2907821" y="3931467"/>
                <a:ext cx="304332" cy="313132"/>
              </a:xfrm>
              <a:custGeom>
                <a:avLst/>
                <a:gdLst/>
                <a:ahLst/>
                <a:cxnLst/>
                <a:rect l="l" t="t" r="r" b="b"/>
                <a:pathLst>
                  <a:path w="4282" h="4282" extrusionOk="0">
                    <a:moveTo>
                      <a:pt x="2146" y="1"/>
                    </a:moveTo>
                    <a:cubicBezTo>
                      <a:pt x="964" y="1"/>
                      <a:pt x="0" y="955"/>
                      <a:pt x="0" y="2137"/>
                    </a:cubicBezTo>
                    <a:cubicBezTo>
                      <a:pt x="0" y="3327"/>
                      <a:pt x="964" y="4282"/>
                      <a:pt x="2146" y="4282"/>
                    </a:cubicBezTo>
                    <a:cubicBezTo>
                      <a:pt x="3327" y="4282"/>
                      <a:pt x="4281" y="3327"/>
                      <a:pt x="4281" y="2137"/>
                    </a:cubicBezTo>
                    <a:cubicBezTo>
                      <a:pt x="4281" y="955"/>
                      <a:pt x="3327" y="1"/>
                      <a:pt x="2146" y="1"/>
                    </a:cubicBezTo>
                    <a:close/>
                  </a:path>
                </a:pathLst>
              </a:custGeom>
              <a:solidFill>
                <a:schemeClr val="accent1"/>
              </a:solidFill>
              <a:ln w="9525" cap="flat" cmpd="sng">
                <a:solidFill>
                  <a:schemeClr val="dk1"/>
                </a:solidFill>
                <a:prstDash val="solid"/>
                <a:miter lim="945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08" name="Google Shape;1008;p36"/>
            <p:cNvSpPr/>
            <p:nvPr/>
          </p:nvSpPr>
          <p:spPr>
            <a:xfrm>
              <a:off x="698100" y="1366625"/>
              <a:ext cx="195250" cy="467375"/>
            </a:xfrm>
            <a:custGeom>
              <a:avLst/>
              <a:gdLst/>
              <a:ahLst/>
              <a:cxnLst/>
              <a:rect l="l" t="t" r="r" b="b"/>
              <a:pathLst>
                <a:path w="7810" h="18695" extrusionOk="0">
                  <a:moveTo>
                    <a:pt x="5916" y="0"/>
                  </a:moveTo>
                  <a:lnTo>
                    <a:pt x="0" y="9939"/>
                  </a:lnTo>
                  <a:lnTo>
                    <a:pt x="7810" y="18695"/>
                  </a:lnTo>
                </a:path>
              </a:pathLst>
            </a:custGeom>
            <a:noFill/>
            <a:ln w="9525" cap="flat" cmpd="sng">
              <a:solidFill>
                <a:schemeClr val="dk1"/>
              </a:solidFill>
              <a:prstDash val="solid"/>
              <a:round/>
              <a:headEnd type="none" w="med" len="med"/>
              <a:tailEnd type="none" w="med" len="med"/>
            </a:ln>
          </p:spPr>
        </p:sp>
      </p:grpSp>
      <p:grpSp>
        <p:nvGrpSpPr>
          <p:cNvPr id="1009" name="Google Shape;1009;p36"/>
          <p:cNvGrpSpPr/>
          <p:nvPr/>
        </p:nvGrpSpPr>
        <p:grpSpPr>
          <a:xfrm rot="-507535">
            <a:off x="1091350" y="139897"/>
            <a:ext cx="519443" cy="799194"/>
            <a:chOff x="3334313" y="1341356"/>
            <a:chExt cx="798434" cy="1228438"/>
          </a:xfrm>
        </p:grpSpPr>
        <p:sp>
          <p:nvSpPr>
            <p:cNvPr id="1010" name="Google Shape;1010;p36"/>
            <p:cNvSpPr/>
            <p:nvPr/>
          </p:nvSpPr>
          <p:spPr>
            <a:xfrm>
              <a:off x="3334313" y="1341356"/>
              <a:ext cx="798434" cy="999971"/>
            </a:xfrm>
            <a:custGeom>
              <a:avLst/>
              <a:gdLst/>
              <a:ahLst/>
              <a:cxnLst/>
              <a:rect l="l" t="t" r="r" b="b"/>
              <a:pathLst>
                <a:path w="16152" h="20228" extrusionOk="0">
                  <a:moveTo>
                    <a:pt x="8144" y="1"/>
                  </a:moveTo>
                  <a:cubicBezTo>
                    <a:pt x="8069" y="1"/>
                    <a:pt x="7995" y="2"/>
                    <a:pt x="7920" y="4"/>
                  </a:cubicBezTo>
                  <a:cubicBezTo>
                    <a:pt x="3791" y="117"/>
                    <a:pt x="379" y="3444"/>
                    <a:pt x="152" y="7564"/>
                  </a:cubicBezTo>
                  <a:cubicBezTo>
                    <a:pt x="1" y="10305"/>
                    <a:pt x="1239" y="12762"/>
                    <a:pt x="3214" y="14312"/>
                  </a:cubicBezTo>
                  <a:cubicBezTo>
                    <a:pt x="3791" y="14765"/>
                    <a:pt x="4291" y="15323"/>
                    <a:pt x="4641" y="15966"/>
                  </a:cubicBezTo>
                  <a:cubicBezTo>
                    <a:pt x="4991" y="16589"/>
                    <a:pt x="5274" y="17393"/>
                    <a:pt x="5340" y="18357"/>
                  </a:cubicBezTo>
                  <a:lnTo>
                    <a:pt x="5340" y="20228"/>
                  </a:lnTo>
                  <a:lnTo>
                    <a:pt x="10945" y="20228"/>
                  </a:lnTo>
                  <a:lnTo>
                    <a:pt x="10954" y="18347"/>
                  </a:lnTo>
                  <a:cubicBezTo>
                    <a:pt x="11020" y="17383"/>
                    <a:pt x="11304" y="16599"/>
                    <a:pt x="11644" y="15966"/>
                  </a:cubicBezTo>
                  <a:cubicBezTo>
                    <a:pt x="12003" y="15314"/>
                    <a:pt x="12513" y="14756"/>
                    <a:pt x="13099" y="14293"/>
                  </a:cubicBezTo>
                  <a:cubicBezTo>
                    <a:pt x="14961" y="12828"/>
                    <a:pt x="16152" y="10560"/>
                    <a:pt x="16152" y="8008"/>
                  </a:cubicBezTo>
                  <a:cubicBezTo>
                    <a:pt x="16152" y="3584"/>
                    <a:pt x="12568" y="1"/>
                    <a:pt x="8144" y="1"/>
                  </a:cubicBezTo>
                  <a:close/>
                </a:path>
              </a:pathLst>
            </a:custGeom>
            <a:solidFill>
              <a:schemeClr val="dk2"/>
            </a:solidFill>
            <a:ln w="9525" cap="flat" cmpd="sng">
              <a:solidFill>
                <a:schemeClr val="dk1"/>
              </a:solidFill>
              <a:prstDash val="solid"/>
              <a:miter lim="945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1" name="Google Shape;1011;p36"/>
            <p:cNvSpPr/>
            <p:nvPr/>
          </p:nvSpPr>
          <p:spPr>
            <a:xfrm>
              <a:off x="3625368" y="2491686"/>
              <a:ext cx="222891" cy="78107"/>
            </a:xfrm>
            <a:custGeom>
              <a:avLst/>
              <a:gdLst/>
              <a:ahLst/>
              <a:cxnLst/>
              <a:rect l="l" t="t" r="r" b="b"/>
              <a:pathLst>
                <a:path w="4509" h="1580" extrusionOk="0">
                  <a:moveTo>
                    <a:pt x="1" y="1"/>
                  </a:moveTo>
                  <a:lnTo>
                    <a:pt x="1" y="1579"/>
                  </a:lnTo>
                  <a:lnTo>
                    <a:pt x="4509" y="1579"/>
                  </a:lnTo>
                  <a:lnTo>
                    <a:pt x="4509" y="1"/>
                  </a:lnTo>
                  <a:close/>
                </a:path>
              </a:pathLst>
            </a:custGeom>
            <a:solidFill>
              <a:schemeClr val="accent1"/>
            </a:solidFill>
            <a:ln w="9525" cap="flat" cmpd="sng">
              <a:solidFill>
                <a:schemeClr val="dk1"/>
              </a:solidFill>
              <a:prstDash val="solid"/>
              <a:miter lim="945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2" name="Google Shape;1012;p36"/>
            <p:cNvSpPr/>
            <p:nvPr/>
          </p:nvSpPr>
          <p:spPr>
            <a:xfrm>
              <a:off x="3560415" y="2332410"/>
              <a:ext cx="353245" cy="177126"/>
            </a:xfrm>
            <a:custGeom>
              <a:avLst/>
              <a:gdLst/>
              <a:ahLst/>
              <a:cxnLst/>
              <a:rect l="l" t="t" r="r" b="b"/>
              <a:pathLst>
                <a:path w="7146" h="3583" extrusionOk="0">
                  <a:moveTo>
                    <a:pt x="1" y="0"/>
                  </a:moveTo>
                  <a:lnTo>
                    <a:pt x="1" y="3582"/>
                  </a:lnTo>
                  <a:lnTo>
                    <a:pt x="7146" y="3582"/>
                  </a:lnTo>
                  <a:lnTo>
                    <a:pt x="7146" y="0"/>
                  </a:lnTo>
                  <a:close/>
                </a:path>
              </a:pathLst>
            </a:custGeom>
            <a:solidFill>
              <a:schemeClr val="accent3"/>
            </a:solidFill>
            <a:ln w="9525" cap="flat" cmpd="sng">
              <a:solidFill>
                <a:schemeClr val="dk1"/>
              </a:solidFill>
              <a:prstDash val="solid"/>
              <a:miter lim="945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3" name="Google Shape;1013;p36"/>
            <p:cNvSpPr/>
            <p:nvPr/>
          </p:nvSpPr>
          <p:spPr>
            <a:xfrm>
              <a:off x="3546425" y="2360884"/>
              <a:ext cx="381273" cy="27634"/>
            </a:xfrm>
            <a:custGeom>
              <a:avLst/>
              <a:gdLst/>
              <a:ahLst/>
              <a:cxnLst/>
              <a:rect l="l" t="t" r="r" b="b"/>
              <a:pathLst>
                <a:path w="7713" h="559" extrusionOk="0">
                  <a:moveTo>
                    <a:pt x="0" y="1"/>
                  </a:moveTo>
                  <a:lnTo>
                    <a:pt x="0" y="558"/>
                  </a:lnTo>
                  <a:lnTo>
                    <a:pt x="7712" y="558"/>
                  </a:lnTo>
                  <a:lnTo>
                    <a:pt x="771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4" name="Google Shape;1014;p36"/>
            <p:cNvSpPr/>
            <p:nvPr/>
          </p:nvSpPr>
          <p:spPr>
            <a:xfrm>
              <a:off x="3546425" y="2407154"/>
              <a:ext cx="381273" cy="27585"/>
            </a:xfrm>
            <a:custGeom>
              <a:avLst/>
              <a:gdLst/>
              <a:ahLst/>
              <a:cxnLst/>
              <a:rect l="l" t="t" r="r" b="b"/>
              <a:pathLst>
                <a:path w="7713" h="558" extrusionOk="0">
                  <a:moveTo>
                    <a:pt x="0" y="0"/>
                  </a:moveTo>
                  <a:lnTo>
                    <a:pt x="0" y="558"/>
                  </a:lnTo>
                  <a:lnTo>
                    <a:pt x="7712" y="558"/>
                  </a:lnTo>
                  <a:lnTo>
                    <a:pt x="771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5" name="Google Shape;1015;p36"/>
            <p:cNvSpPr/>
            <p:nvPr/>
          </p:nvSpPr>
          <p:spPr>
            <a:xfrm>
              <a:off x="3546425" y="2453424"/>
              <a:ext cx="381273" cy="27585"/>
            </a:xfrm>
            <a:custGeom>
              <a:avLst/>
              <a:gdLst/>
              <a:ahLst/>
              <a:cxnLst/>
              <a:rect l="l" t="t" r="r" b="b"/>
              <a:pathLst>
                <a:path w="7713" h="558" extrusionOk="0">
                  <a:moveTo>
                    <a:pt x="0" y="0"/>
                  </a:moveTo>
                  <a:lnTo>
                    <a:pt x="0" y="558"/>
                  </a:lnTo>
                  <a:lnTo>
                    <a:pt x="7712" y="558"/>
                  </a:lnTo>
                  <a:lnTo>
                    <a:pt x="771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6" name="Google Shape;1016;p36"/>
            <p:cNvSpPr/>
            <p:nvPr/>
          </p:nvSpPr>
          <p:spPr>
            <a:xfrm>
              <a:off x="3502530" y="1574141"/>
              <a:ext cx="488195" cy="377090"/>
            </a:xfrm>
            <a:custGeom>
              <a:avLst/>
              <a:gdLst/>
              <a:ahLst/>
              <a:cxnLst/>
              <a:rect l="l" t="t" r="r" b="b"/>
              <a:pathLst>
                <a:path w="9876" h="7628" fill="none" extrusionOk="0">
                  <a:moveTo>
                    <a:pt x="0" y="5435"/>
                  </a:moveTo>
                  <a:lnTo>
                    <a:pt x="1777" y="29"/>
                  </a:lnTo>
                  <a:lnTo>
                    <a:pt x="2826" y="7628"/>
                  </a:lnTo>
                  <a:lnTo>
                    <a:pt x="4801" y="1"/>
                  </a:lnTo>
                  <a:lnTo>
                    <a:pt x="6578" y="6333"/>
                  </a:lnTo>
                  <a:lnTo>
                    <a:pt x="8288" y="332"/>
                  </a:lnTo>
                  <a:lnTo>
                    <a:pt x="9876" y="5227"/>
                  </a:lnTo>
                </a:path>
              </a:pathLst>
            </a:custGeom>
            <a:solidFill>
              <a:schemeClr val="dk2"/>
            </a:solidFill>
            <a:ln w="9525" cap="flat" cmpd="sng">
              <a:solidFill>
                <a:schemeClr val="dk1"/>
              </a:solidFill>
              <a:prstDash val="solid"/>
              <a:miter lim="945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107166019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652"/>
        <p:cNvGrpSpPr/>
        <p:nvPr/>
      </p:nvGrpSpPr>
      <p:grpSpPr>
        <a:xfrm>
          <a:off x="0" y="0"/>
          <a:ext cx="0" cy="0"/>
          <a:chOff x="0" y="0"/>
          <a:chExt cx="0" cy="0"/>
        </a:xfrm>
      </p:grpSpPr>
      <p:cxnSp>
        <p:nvCxnSpPr>
          <p:cNvPr id="658" name="Google Shape;658;p31"/>
          <p:cNvCxnSpPr/>
          <p:nvPr/>
        </p:nvCxnSpPr>
        <p:spPr>
          <a:xfrm>
            <a:off x="0" y="307163"/>
            <a:ext cx="4570500" cy="0"/>
          </a:xfrm>
          <a:prstGeom prst="straightConnector1">
            <a:avLst/>
          </a:prstGeom>
          <a:noFill/>
          <a:ln w="9525" cap="flat" cmpd="sng">
            <a:solidFill>
              <a:schemeClr val="dk1"/>
            </a:solidFill>
            <a:prstDash val="solid"/>
            <a:round/>
            <a:headEnd type="none" w="med" len="med"/>
            <a:tailEnd type="none" w="med" len="med"/>
          </a:ln>
        </p:spPr>
      </p:cxnSp>
      <p:sp>
        <p:nvSpPr>
          <p:cNvPr id="3" name="Title 2">
            <a:extLst>
              <a:ext uri="{FF2B5EF4-FFF2-40B4-BE49-F238E27FC236}">
                <a16:creationId xmlns:a16="http://schemas.microsoft.com/office/drawing/2014/main" id="{998B0E51-4EE2-40B1-BBE7-17426523A8E4}"/>
              </a:ext>
            </a:extLst>
          </p:cNvPr>
          <p:cNvSpPr>
            <a:spLocks noGrp="1"/>
          </p:cNvSpPr>
          <p:nvPr>
            <p:ph type="title"/>
          </p:nvPr>
        </p:nvSpPr>
        <p:spPr/>
        <p:txBody>
          <a:bodyPr/>
          <a:lstStyle/>
          <a:p>
            <a:r>
              <a:rPr lang="en-US" sz="2200" b="1" dirty="0">
                <a:latin typeface="Open Sans" panose="020B0606030504020204" pitchFamily="34" charset="0"/>
                <a:ea typeface="Open Sans" panose="020B0606030504020204" pitchFamily="34" charset="0"/>
                <a:cs typeface="Open Sans" panose="020B0606030504020204" pitchFamily="34" charset="0"/>
              </a:rPr>
              <a:t>When to Use a UML Class Diagram</a:t>
            </a:r>
          </a:p>
        </p:txBody>
      </p:sp>
      <p:sp>
        <p:nvSpPr>
          <p:cNvPr id="4" name="Rectangle 1">
            <a:extLst>
              <a:ext uri="{FF2B5EF4-FFF2-40B4-BE49-F238E27FC236}">
                <a16:creationId xmlns:a16="http://schemas.microsoft.com/office/drawing/2014/main" id="{60A68133-62B1-430C-8EE9-950A533E51EF}"/>
              </a:ext>
            </a:extLst>
          </p:cNvPr>
          <p:cNvSpPr>
            <a:spLocks noChangeArrowheads="1"/>
          </p:cNvSpPr>
          <p:nvPr/>
        </p:nvSpPr>
        <p:spPr bwMode="auto">
          <a:xfrm>
            <a:off x="722375" y="1566906"/>
            <a:ext cx="8236095"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rPr>
              <a:t>During the design of the architecture of the system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rPr>
              <a:t>It does </a:t>
            </a:r>
            <a:r>
              <a:rPr kumimoji="0" lang="en-US" altLang="en-US" sz="1600" b="1" i="0" u="none" strike="noStrike" cap="none" normalizeH="0" baseline="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rPr>
              <a:t>not</a:t>
            </a:r>
            <a:r>
              <a:rPr kumimoji="0" lang="en-US" altLang="en-US" sz="1600" b="0" i="0" u="none" strike="noStrike" cap="none" normalizeH="0" baseline="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rPr>
              <a:t> show how things change over time, but rather how the system is organized.</a:t>
            </a:r>
          </a:p>
        </p:txBody>
      </p:sp>
      <p:sp>
        <p:nvSpPr>
          <p:cNvPr id="41" name="TextBox 40">
            <a:extLst>
              <a:ext uri="{FF2B5EF4-FFF2-40B4-BE49-F238E27FC236}">
                <a16:creationId xmlns:a16="http://schemas.microsoft.com/office/drawing/2014/main" id="{5814EACE-22EB-4BE8-B569-40F661602CE7}"/>
              </a:ext>
            </a:extLst>
          </p:cNvPr>
          <p:cNvSpPr txBox="1"/>
          <p:nvPr/>
        </p:nvSpPr>
        <p:spPr>
          <a:xfrm>
            <a:off x="722374" y="2880933"/>
            <a:ext cx="7639747" cy="880241"/>
          </a:xfrm>
          <a:prstGeom prst="rect">
            <a:avLst/>
          </a:prstGeom>
          <a:noFill/>
        </p:spPr>
        <p:txBody>
          <a:bodyPr wrap="square">
            <a:spAutoFit/>
          </a:bodyPr>
          <a:lstStyle/>
          <a:p>
            <a:pPr marL="457200" algn="ctr" eaLnBrk="0" hangingPunct="0">
              <a:spcBef>
                <a:spcPct val="20000"/>
              </a:spcBef>
              <a:buClr>
                <a:schemeClr val="accent1"/>
              </a:buClr>
              <a:defRPr/>
            </a:pPr>
            <a:r>
              <a:rPr lang="en-US" sz="1600" dirty="0">
                <a:solidFill>
                  <a:schemeClr val="accent1">
                    <a:lumMod val="50000"/>
                  </a:schemeClr>
                </a:solidFill>
                <a:latin typeface="Open Sans" panose="020B0606030504020204" pitchFamily="34" charset="0"/>
                <a:ea typeface="Open Sans" panose="020B0606030504020204" pitchFamily="34" charset="0"/>
                <a:cs typeface="Open Sans" panose="020B0606030504020204" pitchFamily="34" charset="0"/>
              </a:rPr>
              <a:t>The customer and end users are often not </a:t>
            </a:r>
            <a:r>
              <a:rPr lang="en-US" sz="1600" b="1" dirty="0">
                <a:solidFill>
                  <a:schemeClr val="accent1">
                    <a:lumMod val="50000"/>
                  </a:schemeClr>
                </a:solidFill>
                <a:latin typeface="Open Sans" panose="020B0606030504020204" pitchFamily="34" charset="0"/>
                <a:ea typeface="Open Sans" panose="020B0606030504020204" pitchFamily="34" charset="0"/>
                <a:cs typeface="Open Sans" panose="020B0606030504020204" pitchFamily="34" charset="0"/>
              </a:rPr>
              <a:t>interested in class diagrams. They usually focus more on system functionality.</a:t>
            </a:r>
          </a:p>
          <a:p>
            <a:pPr lvl="1" eaLnBrk="0" hangingPunct="0">
              <a:spcBef>
                <a:spcPct val="20000"/>
              </a:spcBef>
              <a:buClr>
                <a:schemeClr val="accent1"/>
              </a:buClr>
              <a:defRPr/>
            </a:pPr>
            <a:endParaRPr lang="en-US" sz="1600" dirty="0">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355886818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652"/>
        <p:cNvGrpSpPr/>
        <p:nvPr/>
      </p:nvGrpSpPr>
      <p:grpSpPr>
        <a:xfrm>
          <a:off x="0" y="0"/>
          <a:ext cx="0" cy="0"/>
          <a:chOff x="0" y="0"/>
          <a:chExt cx="0" cy="0"/>
        </a:xfrm>
      </p:grpSpPr>
      <p:cxnSp>
        <p:nvCxnSpPr>
          <p:cNvPr id="658" name="Google Shape;658;p31"/>
          <p:cNvCxnSpPr/>
          <p:nvPr/>
        </p:nvCxnSpPr>
        <p:spPr>
          <a:xfrm>
            <a:off x="0" y="307163"/>
            <a:ext cx="4570500" cy="0"/>
          </a:xfrm>
          <a:prstGeom prst="straightConnector1">
            <a:avLst/>
          </a:prstGeom>
          <a:noFill/>
          <a:ln w="9525" cap="flat" cmpd="sng">
            <a:solidFill>
              <a:schemeClr val="dk1"/>
            </a:solidFill>
            <a:prstDash val="solid"/>
            <a:round/>
            <a:headEnd type="none" w="med" len="med"/>
            <a:tailEnd type="none" w="med" len="med"/>
          </a:ln>
        </p:spPr>
      </p:cxnSp>
      <p:sp>
        <p:nvSpPr>
          <p:cNvPr id="3" name="Title 2">
            <a:extLst>
              <a:ext uri="{FF2B5EF4-FFF2-40B4-BE49-F238E27FC236}">
                <a16:creationId xmlns:a16="http://schemas.microsoft.com/office/drawing/2014/main" id="{998B0E51-4EE2-40B1-BBE7-17426523A8E4}"/>
              </a:ext>
            </a:extLst>
          </p:cNvPr>
          <p:cNvSpPr>
            <a:spLocks noGrp="1"/>
          </p:cNvSpPr>
          <p:nvPr>
            <p:ph type="title"/>
          </p:nvPr>
        </p:nvSpPr>
        <p:spPr/>
        <p:txBody>
          <a:bodyPr/>
          <a:lstStyle/>
          <a:p>
            <a:r>
              <a:rPr lang="en-US" sz="2200" b="1" dirty="0">
                <a:latin typeface="Open Sans" panose="020B0606030504020204" pitchFamily="34" charset="0"/>
                <a:ea typeface="Open Sans" panose="020B0606030504020204" pitchFamily="34" charset="0"/>
                <a:cs typeface="Open Sans" panose="020B0606030504020204" pitchFamily="34" charset="0"/>
              </a:rPr>
              <a:t>When to Use a UML Class Diagram</a:t>
            </a:r>
          </a:p>
        </p:txBody>
      </p:sp>
      <p:sp>
        <p:nvSpPr>
          <p:cNvPr id="43" name="TextBox 42">
            <a:extLst>
              <a:ext uri="{FF2B5EF4-FFF2-40B4-BE49-F238E27FC236}">
                <a16:creationId xmlns:a16="http://schemas.microsoft.com/office/drawing/2014/main" id="{70B1C6E9-40DE-4EE2-8981-C079DD76066C}"/>
              </a:ext>
            </a:extLst>
          </p:cNvPr>
          <p:cNvSpPr txBox="1"/>
          <p:nvPr/>
        </p:nvSpPr>
        <p:spPr>
          <a:xfrm>
            <a:off x="781295" y="1548411"/>
            <a:ext cx="6882062" cy="338554"/>
          </a:xfrm>
          <a:prstGeom prst="rect">
            <a:avLst/>
          </a:prstGeom>
          <a:noFill/>
        </p:spPr>
        <p:txBody>
          <a:bodyPr wrap="square">
            <a:spAutoFit/>
          </a:bodyPr>
          <a:lstStyle/>
          <a:p>
            <a:r>
              <a:rPr lang="en-US" sz="1600" b="1" dirty="0">
                <a:latin typeface="Open Sans" panose="020B0606030504020204" pitchFamily="34" charset="0"/>
                <a:ea typeface="Open Sans" panose="020B0606030504020204" pitchFamily="34" charset="0"/>
                <a:cs typeface="Open Sans" panose="020B0606030504020204" pitchFamily="34" charset="0"/>
              </a:rPr>
              <a:t>1. During the Design Phase of the SDLC</a:t>
            </a:r>
          </a:p>
        </p:txBody>
      </p:sp>
      <p:sp>
        <p:nvSpPr>
          <p:cNvPr id="45" name="TextBox 44">
            <a:extLst>
              <a:ext uri="{FF2B5EF4-FFF2-40B4-BE49-F238E27FC236}">
                <a16:creationId xmlns:a16="http://schemas.microsoft.com/office/drawing/2014/main" id="{C71B16CB-509C-4DB6-8023-67F42EE5BDE0}"/>
              </a:ext>
            </a:extLst>
          </p:cNvPr>
          <p:cNvSpPr txBox="1"/>
          <p:nvPr/>
        </p:nvSpPr>
        <p:spPr>
          <a:xfrm>
            <a:off x="722375" y="2034414"/>
            <a:ext cx="6882062" cy="338554"/>
          </a:xfrm>
          <a:prstGeom prst="rect">
            <a:avLst/>
          </a:prstGeom>
          <a:noFill/>
        </p:spPr>
        <p:txBody>
          <a:bodyPr wrap="square">
            <a:spAutoFit/>
          </a:bodyPr>
          <a:lstStyle/>
          <a:p>
            <a:r>
              <a:rPr lang="en-US" sz="1600" b="1" dirty="0">
                <a:latin typeface="Open Sans" panose="020B0606030504020204" pitchFamily="34" charset="0"/>
                <a:ea typeface="Open Sans" panose="020B0606030504020204" pitchFamily="34" charset="0"/>
                <a:cs typeface="Open Sans" panose="020B0606030504020204" pitchFamily="34" charset="0"/>
              </a:rPr>
              <a:t>2. When You Need to Model the System’s Structure</a:t>
            </a:r>
            <a:endParaRPr lang="en-US" sz="1600" dirty="0">
              <a:latin typeface="Open Sans" panose="020B0606030504020204" pitchFamily="34" charset="0"/>
              <a:ea typeface="Open Sans" panose="020B0606030504020204" pitchFamily="34" charset="0"/>
              <a:cs typeface="Open Sans" panose="020B0606030504020204" pitchFamily="34" charset="0"/>
            </a:endParaRPr>
          </a:p>
        </p:txBody>
      </p:sp>
      <p:sp>
        <p:nvSpPr>
          <p:cNvPr id="47" name="TextBox 46">
            <a:extLst>
              <a:ext uri="{FF2B5EF4-FFF2-40B4-BE49-F238E27FC236}">
                <a16:creationId xmlns:a16="http://schemas.microsoft.com/office/drawing/2014/main" id="{4EC378DC-ADEA-4B42-86E1-632F13956F95}"/>
              </a:ext>
            </a:extLst>
          </p:cNvPr>
          <p:cNvSpPr txBox="1"/>
          <p:nvPr/>
        </p:nvSpPr>
        <p:spPr>
          <a:xfrm>
            <a:off x="781295" y="2613600"/>
            <a:ext cx="6882062" cy="338554"/>
          </a:xfrm>
          <a:prstGeom prst="rect">
            <a:avLst/>
          </a:prstGeom>
          <a:noFill/>
        </p:spPr>
        <p:txBody>
          <a:bodyPr wrap="square">
            <a:spAutoFit/>
          </a:bodyPr>
          <a:lstStyle/>
          <a:p>
            <a:r>
              <a:rPr lang="en-US" sz="1600" b="1" dirty="0">
                <a:latin typeface="Open Sans" panose="020B0606030504020204" pitchFamily="34" charset="0"/>
                <a:ea typeface="Open Sans" panose="020B0606030504020204" pitchFamily="34" charset="0"/>
                <a:cs typeface="Open Sans" panose="020B0606030504020204" pitchFamily="34" charset="0"/>
              </a:rPr>
              <a:t>3. When Designing Object-Oriented Systems</a:t>
            </a:r>
          </a:p>
        </p:txBody>
      </p:sp>
      <p:sp>
        <p:nvSpPr>
          <p:cNvPr id="49" name="TextBox 48">
            <a:extLst>
              <a:ext uri="{FF2B5EF4-FFF2-40B4-BE49-F238E27FC236}">
                <a16:creationId xmlns:a16="http://schemas.microsoft.com/office/drawing/2014/main" id="{AA0FF0F2-DC19-4DCC-A7CE-65471D314285}"/>
              </a:ext>
            </a:extLst>
          </p:cNvPr>
          <p:cNvSpPr txBox="1"/>
          <p:nvPr/>
        </p:nvSpPr>
        <p:spPr>
          <a:xfrm>
            <a:off x="781295" y="3222387"/>
            <a:ext cx="6882062" cy="338554"/>
          </a:xfrm>
          <a:prstGeom prst="rect">
            <a:avLst/>
          </a:prstGeom>
          <a:noFill/>
        </p:spPr>
        <p:txBody>
          <a:bodyPr wrap="square">
            <a:spAutoFit/>
          </a:bodyPr>
          <a:lstStyle/>
          <a:p>
            <a:r>
              <a:rPr lang="en-US" sz="1600" b="1" dirty="0">
                <a:latin typeface="Open Sans" panose="020B0606030504020204" pitchFamily="34" charset="0"/>
                <a:ea typeface="Open Sans" panose="020B0606030504020204" pitchFamily="34" charset="0"/>
                <a:cs typeface="Open Sans" panose="020B0606030504020204" pitchFamily="34" charset="0"/>
              </a:rPr>
              <a:t>4. When Communicating Between Teams</a:t>
            </a:r>
          </a:p>
        </p:txBody>
      </p:sp>
    </p:spTree>
    <p:extLst>
      <p:ext uri="{BB962C8B-B14F-4D97-AF65-F5344CB8AC3E}">
        <p14:creationId xmlns:p14="http://schemas.microsoft.com/office/powerpoint/2010/main" val="380907701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652"/>
        <p:cNvGrpSpPr/>
        <p:nvPr/>
      </p:nvGrpSpPr>
      <p:grpSpPr>
        <a:xfrm>
          <a:off x="0" y="0"/>
          <a:ext cx="0" cy="0"/>
          <a:chOff x="0" y="0"/>
          <a:chExt cx="0" cy="0"/>
        </a:xfrm>
      </p:grpSpPr>
      <p:cxnSp>
        <p:nvCxnSpPr>
          <p:cNvPr id="658" name="Google Shape;658;p31"/>
          <p:cNvCxnSpPr/>
          <p:nvPr/>
        </p:nvCxnSpPr>
        <p:spPr>
          <a:xfrm>
            <a:off x="0" y="307163"/>
            <a:ext cx="4570500" cy="0"/>
          </a:xfrm>
          <a:prstGeom prst="straightConnector1">
            <a:avLst/>
          </a:prstGeom>
          <a:noFill/>
          <a:ln w="9525" cap="flat" cmpd="sng">
            <a:solidFill>
              <a:schemeClr val="dk1"/>
            </a:solidFill>
            <a:prstDash val="solid"/>
            <a:round/>
            <a:headEnd type="none" w="med" len="med"/>
            <a:tailEnd type="none" w="med" len="med"/>
          </a:ln>
        </p:spPr>
      </p:cxnSp>
      <p:sp>
        <p:nvSpPr>
          <p:cNvPr id="3" name="Title 2">
            <a:extLst>
              <a:ext uri="{FF2B5EF4-FFF2-40B4-BE49-F238E27FC236}">
                <a16:creationId xmlns:a16="http://schemas.microsoft.com/office/drawing/2014/main" id="{998B0E51-4EE2-40B1-BBE7-17426523A8E4}"/>
              </a:ext>
            </a:extLst>
          </p:cNvPr>
          <p:cNvSpPr>
            <a:spLocks noGrp="1"/>
          </p:cNvSpPr>
          <p:nvPr>
            <p:ph type="title"/>
          </p:nvPr>
        </p:nvSpPr>
        <p:spPr/>
        <p:txBody>
          <a:bodyPr/>
          <a:lstStyle/>
          <a:p>
            <a:r>
              <a:rPr lang="en-US" sz="2200" dirty="0">
                <a:latin typeface="Open Sans" panose="020B0606030504020204" pitchFamily="34" charset="0"/>
                <a:ea typeface="Open Sans" panose="020B0606030504020204" pitchFamily="34" charset="0"/>
                <a:cs typeface="Open Sans" panose="020B0606030504020204" pitchFamily="34" charset="0"/>
              </a:rPr>
              <a:t>2</a:t>
            </a:r>
            <a:r>
              <a:rPr lang="en-US" sz="2200" b="1" dirty="0">
                <a:latin typeface="Open Sans" panose="020B0606030504020204" pitchFamily="34" charset="0"/>
                <a:ea typeface="Open Sans" panose="020B0606030504020204" pitchFamily="34" charset="0"/>
                <a:cs typeface="Open Sans" panose="020B0606030504020204" pitchFamily="34" charset="0"/>
              </a:rPr>
              <a:t>. What is a Use Case Diagram?</a:t>
            </a:r>
          </a:p>
        </p:txBody>
      </p:sp>
      <p:sp>
        <p:nvSpPr>
          <p:cNvPr id="2" name="Rectangle 1">
            <a:extLst>
              <a:ext uri="{FF2B5EF4-FFF2-40B4-BE49-F238E27FC236}">
                <a16:creationId xmlns:a16="http://schemas.microsoft.com/office/drawing/2014/main" id="{5B9A1971-331D-4977-ABE2-DEA9D1C6508F}"/>
              </a:ext>
            </a:extLst>
          </p:cNvPr>
          <p:cNvSpPr>
            <a:spLocks noChangeArrowheads="1"/>
          </p:cNvSpPr>
          <p:nvPr/>
        </p:nvSpPr>
        <p:spPr bwMode="auto">
          <a:xfrm>
            <a:off x="642332" y="1344536"/>
            <a:ext cx="7984833"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Arial" panose="020B0604020202020204" pitchFamily="34" charset="0"/>
              </a:rPr>
              <a:t>Definition</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Arial" panose="020B0604020202020204" pitchFamily="34" charset="0"/>
              </a:rPr>
              <a:t>A Use Case Diagram shows </a:t>
            </a:r>
            <a:r>
              <a:rPr kumimoji="0" lang="en-US" altLang="en-US" sz="1600" b="1" i="0" u="none" strike="noStrike" cap="none" normalizeH="0" baseline="0" dirty="0">
                <a:ln>
                  <a:noFill/>
                </a:ln>
                <a:solidFill>
                  <a:schemeClr val="tx1"/>
                </a:solidFill>
                <a:effectLst/>
                <a:latin typeface="Arial" panose="020B0604020202020204" pitchFamily="34" charset="0"/>
              </a:rPr>
              <a:t>how users (actors)</a:t>
            </a:r>
            <a:r>
              <a:rPr kumimoji="0" lang="en-US" altLang="en-US" sz="1600" b="0" i="0" u="none" strike="noStrike" cap="none" normalizeH="0" baseline="0" dirty="0">
                <a:ln>
                  <a:noFill/>
                </a:ln>
                <a:solidFill>
                  <a:schemeClr val="tx1"/>
                </a:solidFill>
                <a:effectLst/>
                <a:latin typeface="Arial" panose="020B0604020202020204" pitchFamily="34" charset="0"/>
              </a:rPr>
              <a:t> interact with a </a:t>
            </a:r>
            <a:r>
              <a:rPr kumimoji="0" lang="en-US" altLang="en-US" sz="1600" b="1" i="0" u="none" strike="noStrike" cap="none" normalizeH="0" baseline="0" dirty="0">
                <a:ln>
                  <a:noFill/>
                </a:ln>
                <a:solidFill>
                  <a:schemeClr val="tx1"/>
                </a:solidFill>
                <a:effectLst/>
                <a:latin typeface="Arial" panose="020B0604020202020204" pitchFamily="34" charset="0"/>
              </a:rPr>
              <a:t>system</a:t>
            </a:r>
            <a:r>
              <a:rPr kumimoji="0" lang="en-US" altLang="en-US" sz="1600" b="0" i="0" u="none" strike="noStrike" cap="none" normalizeH="0" baseline="0" dirty="0">
                <a:ln>
                  <a:noFill/>
                </a:ln>
                <a:solidFill>
                  <a:schemeClr val="tx1"/>
                </a:solidFill>
                <a:effectLst/>
                <a:latin typeface="Arial" panose="020B0604020202020204" pitchFamily="34" charset="0"/>
              </a:rPr>
              <a:t> to achieve specific </a:t>
            </a:r>
            <a:r>
              <a:rPr kumimoji="0" lang="en-US" altLang="en-US" sz="1600" b="1" i="0" u="none" strike="noStrike" cap="none" normalizeH="0" baseline="0" dirty="0">
                <a:ln>
                  <a:noFill/>
                </a:ln>
                <a:solidFill>
                  <a:schemeClr val="tx1"/>
                </a:solidFill>
                <a:effectLst/>
                <a:latin typeface="Arial" panose="020B0604020202020204" pitchFamily="34" charset="0"/>
              </a:rPr>
              <a:t>goals (use cases)</a:t>
            </a:r>
            <a:r>
              <a:rPr kumimoji="0" lang="en-US" altLang="en-US" sz="1600" b="0" i="0" u="none" strike="noStrike" cap="none" normalizeH="0" baseline="0" dirty="0">
                <a:ln>
                  <a:noFill/>
                </a:ln>
                <a:solidFill>
                  <a:schemeClr val="tx1"/>
                </a:solidFill>
                <a:effectLst/>
                <a:latin typeface="Arial" panose="020B0604020202020204" pitchFamily="34" charset="0"/>
              </a:rPr>
              <a:t>.</a:t>
            </a:r>
          </a:p>
        </p:txBody>
      </p:sp>
      <p:sp>
        <p:nvSpPr>
          <p:cNvPr id="10" name="TextBox 9">
            <a:extLst>
              <a:ext uri="{FF2B5EF4-FFF2-40B4-BE49-F238E27FC236}">
                <a16:creationId xmlns:a16="http://schemas.microsoft.com/office/drawing/2014/main" id="{21BBB173-B83C-4519-B55F-350AB466E325}"/>
              </a:ext>
            </a:extLst>
          </p:cNvPr>
          <p:cNvSpPr txBox="1"/>
          <p:nvPr/>
        </p:nvSpPr>
        <p:spPr>
          <a:xfrm>
            <a:off x="568922" y="2383193"/>
            <a:ext cx="8058243" cy="584775"/>
          </a:xfrm>
          <a:prstGeom prst="rect">
            <a:avLst/>
          </a:prstGeom>
          <a:noFill/>
        </p:spPr>
        <p:txBody>
          <a:bodyPr wrap="square">
            <a:spAutoFit/>
          </a:bodyPr>
          <a:lstStyle/>
          <a:p>
            <a:r>
              <a:rPr lang="en-US" sz="1600" dirty="0"/>
              <a:t>It represents the </a:t>
            </a:r>
            <a:r>
              <a:rPr lang="en-US" sz="1600" b="1" dirty="0"/>
              <a:t>functional requirements</a:t>
            </a:r>
            <a:r>
              <a:rPr lang="en-US" sz="1600" dirty="0"/>
              <a:t> of a system — what the system </a:t>
            </a:r>
            <a:r>
              <a:rPr lang="en-US" sz="1600" i="1" dirty="0"/>
              <a:t>should do</a:t>
            </a:r>
            <a:r>
              <a:rPr lang="en-US" sz="1600" dirty="0"/>
              <a:t>, not </a:t>
            </a:r>
            <a:r>
              <a:rPr lang="en-US" sz="1600" i="1" dirty="0"/>
              <a:t>how</a:t>
            </a:r>
            <a:r>
              <a:rPr lang="en-US" sz="1600" dirty="0"/>
              <a:t> it does it.</a:t>
            </a:r>
          </a:p>
        </p:txBody>
      </p:sp>
      <p:sp>
        <p:nvSpPr>
          <p:cNvPr id="12" name="TextBox 11">
            <a:extLst>
              <a:ext uri="{FF2B5EF4-FFF2-40B4-BE49-F238E27FC236}">
                <a16:creationId xmlns:a16="http://schemas.microsoft.com/office/drawing/2014/main" id="{2D2A9701-76F6-4B75-9059-20EF0547C4EE}"/>
              </a:ext>
            </a:extLst>
          </p:cNvPr>
          <p:cNvSpPr txBox="1"/>
          <p:nvPr/>
        </p:nvSpPr>
        <p:spPr>
          <a:xfrm>
            <a:off x="642331" y="3066329"/>
            <a:ext cx="7779243" cy="584775"/>
          </a:xfrm>
          <a:prstGeom prst="rect">
            <a:avLst/>
          </a:prstGeom>
          <a:noFill/>
        </p:spPr>
        <p:txBody>
          <a:bodyPr wrap="square">
            <a:spAutoFit/>
          </a:bodyPr>
          <a:lstStyle/>
          <a:p>
            <a:r>
              <a:rPr lang="en-US" sz="1600" b="0" i="0" dirty="0">
                <a:solidFill>
                  <a:schemeClr val="tx1"/>
                </a:solidFill>
                <a:effectLst/>
                <a:latin typeface="Open Sans" panose="020B0606030504020204" pitchFamily="34" charset="0"/>
              </a:rPr>
              <a:t>Use cases specify the expected behavior (what), and not the exact method of making it happen (how)</a:t>
            </a:r>
            <a:endParaRPr lang="en-US" sz="1600" dirty="0">
              <a:solidFill>
                <a:schemeClr val="tx1"/>
              </a:solidFill>
            </a:endParaRPr>
          </a:p>
        </p:txBody>
      </p:sp>
    </p:spTree>
    <p:extLst>
      <p:ext uri="{BB962C8B-B14F-4D97-AF65-F5344CB8AC3E}">
        <p14:creationId xmlns:p14="http://schemas.microsoft.com/office/powerpoint/2010/main" val="288984378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652"/>
        <p:cNvGrpSpPr/>
        <p:nvPr/>
      </p:nvGrpSpPr>
      <p:grpSpPr>
        <a:xfrm>
          <a:off x="0" y="0"/>
          <a:ext cx="0" cy="0"/>
          <a:chOff x="0" y="0"/>
          <a:chExt cx="0" cy="0"/>
        </a:xfrm>
      </p:grpSpPr>
      <p:cxnSp>
        <p:nvCxnSpPr>
          <p:cNvPr id="658" name="Google Shape;658;p31"/>
          <p:cNvCxnSpPr/>
          <p:nvPr/>
        </p:nvCxnSpPr>
        <p:spPr>
          <a:xfrm>
            <a:off x="0" y="307163"/>
            <a:ext cx="4570500" cy="0"/>
          </a:xfrm>
          <a:prstGeom prst="straightConnector1">
            <a:avLst/>
          </a:prstGeom>
          <a:noFill/>
          <a:ln w="9525" cap="flat" cmpd="sng">
            <a:solidFill>
              <a:schemeClr val="dk1"/>
            </a:solidFill>
            <a:prstDash val="solid"/>
            <a:round/>
            <a:headEnd type="none" w="med" len="med"/>
            <a:tailEnd type="none" w="med" len="med"/>
          </a:ln>
        </p:spPr>
      </p:cxnSp>
      <p:sp>
        <p:nvSpPr>
          <p:cNvPr id="3" name="Title 2">
            <a:extLst>
              <a:ext uri="{FF2B5EF4-FFF2-40B4-BE49-F238E27FC236}">
                <a16:creationId xmlns:a16="http://schemas.microsoft.com/office/drawing/2014/main" id="{998B0E51-4EE2-40B1-BBE7-17426523A8E4}"/>
              </a:ext>
            </a:extLst>
          </p:cNvPr>
          <p:cNvSpPr>
            <a:spLocks noGrp="1"/>
          </p:cNvSpPr>
          <p:nvPr>
            <p:ph type="title"/>
          </p:nvPr>
        </p:nvSpPr>
        <p:spPr/>
        <p:txBody>
          <a:bodyPr/>
          <a:lstStyle/>
          <a:p>
            <a:r>
              <a:rPr lang="en-US" sz="2200" dirty="0">
                <a:latin typeface="Open Sans" panose="020B0606030504020204" pitchFamily="34" charset="0"/>
                <a:ea typeface="Open Sans" panose="020B0606030504020204" pitchFamily="34" charset="0"/>
                <a:cs typeface="Open Sans" panose="020B0606030504020204" pitchFamily="34" charset="0"/>
              </a:rPr>
              <a:t>2</a:t>
            </a:r>
            <a:r>
              <a:rPr lang="en-US" sz="2200" b="1" dirty="0">
                <a:latin typeface="Open Sans" panose="020B0606030504020204" pitchFamily="34" charset="0"/>
                <a:ea typeface="Open Sans" panose="020B0606030504020204" pitchFamily="34" charset="0"/>
                <a:cs typeface="Open Sans" panose="020B0606030504020204" pitchFamily="34" charset="0"/>
              </a:rPr>
              <a:t>. What is a Use Case Diagram?</a:t>
            </a:r>
          </a:p>
        </p:txBody>
      </p:sp>
      <p:sp>
        <p:nvSpPr>
          <p:cNvPr id="7" name="TextBox 6">
            <a:extLst>
              <a:ext uri="{FF2B5EF4-FFF2-40B4-BE49-F238E27FC236}">
                <a16:creationId xmlns:a16="http://schemas.microsoft.com/office/drawing/2014/main" id="{E948A25F-F1E5-4B4A-8441-35B5F9AE27D7}"/>
              </a:ext>
            </a:extLst>
          </p:cNvPr>
          <p:cNvSpPr txBox="1"/>
          <p:nvPr/>
        </p:nvSpPr>
        <p:spPr>
          <a:xfrm>
            <a:off x="722375" y="1458639"/>
            <a:ext cx="7056652" cy="2062103"/>
          </a:xfrm>
          <a:prstGeom prst="rect">
            <a:avLst/>
          </a:prstGeom>
          <a:noFill/>
        </p:spPr>
        <p:txBody>
          <a:bodyPr wrap="square">
            <a:spAutoFit/>
          </a:bodyPr>
          <a:lstStyle/>
          <a:p>
            <a:pPr algn="l"/>
            <a:r>
              <a:rPr lang="en-US" sz="1600" b="1" i="0" dirty="0">
                <a:solidFill>
                  <a:schemeClr val="tx1"/>
                </a:solidFill>
                <a:effectLst/>
                <a:latin typeface="Open Sans" panose="020B0606030504020204" pitchFamily="34" charset="0"/>
              </a:rPr>
              <a:t>A use case diagram is usually simple. It does not show the details of the use cases:</a:t>
            </a:r>
          </a:p>
          <a:p>
            <a:pPr algn="l"/>
            <a:endParaRPr lang="en-US" sz="1600" b="0" i="0" dirty="0">
              <a:solidFill>
                <a:schemeClr val="tx1"/>
              </a:solidFill>
              <a:effectLst/>
              <a:latin typeface="Open Sans" panose="020B0606030504020204" pitchFamily="34" charset="0"/>
            </a:endParaRPr>
          </a:p>
          <a:p>
            <a:pPr algn="l">
              <a:buFont typeface="Arial" panose="020B0604020202020204" pitchFamily="34" charset="0"/>
              <a:buChar char="•"/>
            </a:pPr>
            <a:r>
              <a:rPr lang="en-US" sz="1600" b="0" i="0" dirty="0">
                <a:solidFill>
                  <a:schemeClr val="tx1"/>
                </a:solidFill>
                <a:effectLst/>
                <a:latin typeface="Open Sans" panose="020B0606030504020204" pitchFamily="34" charset="0"/>
              </a:rPr>
              <a:t>It only summarizes </a:t>
            </a:r>
            <a:r>
              <a:rPr lang="en-US" sz="1600" b="1" i="0" dirty="0">
                <a:solidFill>
                  <a:schemeClr val="tx1"/>
                </a:solidFill>
                <a:effectLst/>
                <a:latin typeface="Open Sans" panose="020B0606030504020204" pitchFamily="34" charset="0"/>
              </a:rPr>
              <a:t>some of the relationships</a:t>
            </a:r>
            <a:r>
              <a:rPr lang="en-US" sz="1600" b="0" i="0" dirty="0">
                <a:solidFill>
                  <a:schemeClr val="tx1"/>
                </a:solidFill>
                <a:effectLst/>
                <a:latin typeface="Open Sans" panose="020B0606030504020204" pitchFamily="34" charset="0"/>
              </a:rPr>
              <a:t> between use cases, actors, and systems.</a:t>
            </a:r>
          </a:p>
          <a:p>
            <a:pPr algn="l">
              <a:buFont typeface="Arial" panose="020B0604020202020204" pitchFamily="34" charset="0"/>
              <a:buChar char="•"/>
            </a:pPr>
            <a:endParaRPr lang="en-US" sz="1600" b="0" i="0" dirty="0">
              <a:solidFill>
                <a:schemeClr val="tx1"/>
              </a:solidFill>
              <a:effectLst/>
              <a:latin typeface="Open Sans" panose="020B0606030504020204" pitchFamily="34" charset="0"/>
            </a:endParaRPr>
          </a:p>
          <a:p>
            <a:pPr algn="l">
              <a:buFont typeface="Arial" panose="020B0604020202020204" pitchFamily="34" charset="0"/>
              <a:buChar char="•"/>
            </a:pPr>
            <a:r>
              <a:rPr lang="en-US" sz="1600" b="0" i="0" dirty="0">
                <a:solidFill>
                  <a:schemeClr val="tx1"/>
                </a:solidFill>
                <a:effectLst/>
                <a:latin typeface="Open Sans" panose="020B0606030504020204" pitchFamily="34" charset="0"/>
              </a:rPr>
              <a:t>It does </a:t>
            </a:r>
            <a:r>
              <a:rPr lang="en-US" sz="1600" b="1" i="0" dirty="0">
                <a:solidFill>
                  <a:schemeClr val="tx1"/>
                </a:solidFill>
                <a:effectLst/>
                <a:latin typeface="Open Sans" panose="020B0606030504020204" pitchFamily="34" charset="0"/>
              </a:rPr>
              <a:t>not show the order</a:t>
            </a:r>
            <a:r>
              <a:rPr lang="en-US" sz="1600" b="0" i="0" dirty="0">
                <a:solidFill>
                  <a:schemeClr val="tx1"/>
                </a:solidFill>
                <a:effectLst/>
                <a:latin typeface="Open Sans" panose="020B0606030504020204" pitchFamily="34" charset="0"/>
              </a:rPr>
              <a:t> in which steps are performed to achieve the goals of each use case.</a:t>
            </a:r>
          </a:p>
        </p:txBody>
      </p:sp>
    </p:spTree>
    <p:extLst>
      <p:ext uri="{BB962C8B-B14F-4D97-AF65-F5344CB8AC3E}">
        <p14:creationId xmlns:p14="http://schemas.microsoft.com/office/powerpoint/2010/main" val="82099086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652"/>
        <p:cNvGrpSpPr/>
        <p:nvPr/>
      </p:nvGrpSpPr>
      <p:grpSpPr>
        <a:xfrm>
          <a:off x="0" y="0"/>
          <a:ext cx="0" cy="0"/>
          <a:chOff x="0" y="0"/>
          <a:chExt cx="0" cy="0"/>
        </a:xfrm>
      </p:grpSpPr>
      <p:cxnSp>
        <p:nvCxnSpPr>
          <p:cNvPr id="658" name="Google Shape;658;p31"/>
          <p:cNvCxnSpPr/>
          <p:nvPr/>
        </p:nvCxnSpPr>
        <p:spPr>
          <a:xfrm>
            <a:off x="0" y="307163"/>
            <a:ext cx="4570500" cy="0"/>
          </a:xfrm>
          <a:prstGeom prst="straightConnector1">
            <a:avLst/>
          </a:prstGeom>
          <a:noFill/>
          <a:ln w="9525" cap="flat" cmpd="sng">
            <a:solidFill>
              <a:schemeClr val="dk1"/>
            </a:solidFill>
            <a:prstDash val="solid"/>
            <a:round/>
            <a:headEnd type="none" w="med" len="med"/>
            <a:tailEnd type="none" w="med" len="med"/>
          </a:ln>
        </p:spPr>
      </p:cxnSp>
      <p:sp>
        <p:nvSpPr>
          <p:cNvPr id="3" name="Title 2">
            <a:extLst>
              <a:ext uri="{FF2B5EF4-FFF2-40B4-BE49-F238E27FC236}">
                <a16:creationId xmlns:a16="http://schemas.microsoft.com/office/drawing/2014/main" id="{998B0E51-4EE2-40B1-BBE7-17426523A8E4}"/>
              </a:ext>
            </a:extLst>
          </p:cNvPr>
          <p:cNvSpPr>
            <a:spLocks noGrp="1"/>
          </p:cNvSpPr>
          <p:nvPr>
            <p:ph type="title"/>
          </p:nvPr>
        </p:nvSpPr>
        <p:spPr/>
        <p:txBody>
          <a:bodyPr/>
          <a:lstStyle/>
          <a:p>
            <a:r>
              <a:rPr lang="en-US" sz="2200" b="1" dirty="0">
                <a:latin typeface="Open Sans" panose="020B0606030504020204" pitchFamily="34" charset="0"/>
                <a:ea typeface="Open Sans" panose="020B0606030504020204" pitchFamily="34" charset="0"/>
                <a:cs typeface="Open Sans" panose="020B0606030504020204" pitchFamily="34" charset="0"/>
              </a:rPr>
              <a:t>🎭 2. </a:t>
            </a:r>
            <a:r>
              <a:rPr lang="en-US" sz="2200" dirty="0">
                <a:latin typeface="Open Sans" panose="020B0606030504020204" pitchFamily="34" charset="0"/>
                <a:ea typeface="Open Sans" panose="020B0606030504020204" pitchFamily="34" charset="0"/>
                <a:cs typeface="Open Sans" panose="020B0606030504020204" pitchFamily="34" charset="0"/>
              </a:rPr>
              <a:t>Case Diagram annotations</a:t>
            </a:r>
            <a:br>
              <a:rPr lang="en-US" sz="2200" dirty="0">
                <a:latin typeface="Open Sans" panose="020B0606030504020204" pitchFamily="34" charset="0"/>
                <a:ea typeface="Open Sans" panose="020B0606030504020204" pitchFamily="34" charset="0"/>
                <a:cs typeface="Open Sans" panose="020B0606030504020204" pitchFamily="34" charset="0"/>
              </a:rPr>
            </a:br>
            <a:endParaRPr lang="en-US" sz="2200" b="1" dirty="0">
              <a:latin typeface="Open Sans" panose="020B0606030504020204" pitchFamily="34" charset="0"/>
              <a:ea typeface="Open Sans" panose="020B0606030504020204" pitchFamily="34" charset="0"/>
              <a:cs typeface="Open Sans" panose="020B0606030504020204" pitchFamily="34" charset="0"/>
            </a:endParaRPr>
          </a:p>
        </p:txBody>
      </p:sp>
      <p:graphicFrame>
        <p:nvGraphicFramePr>
          <p:cNvPr id="4" name="Table 3">
            <a:extLst>
              <a:ext uri="{FF2B5EF4-FFF2-40B4-BE49-F238E27FC236}">
                <a16:creationId xmlns:a16="http://schemas.microsoft.com/office/drawing/2014/main" id="{C213817C-F0A5-4B5E-8EE9-E44AEEE47EA3}"/>
              </a:ext>
            </a:extLst>
          </p:cNvPr>
          <p:cNvGraphicFramePr>
            <a:graphicFrameLocks noGrp="1"/>
          </p:cNvGraphicFramePr>
          <p:nvPr>
            <p:extLst>
              <p:ext uri="{D42A27DB-BD31-4B8C-83A1-F6EECF244321}">
                <p14:modId xmlns:p14="http://schemas.microsoft.com/office/powerpoint/2010/main" val="585021001"/>
              </p:ext>
            </p:extLst>
          </p:nvPr>
        </p:nvGraphicFramePr>
        <p:xfrm>
          <a:off x="536683" y="1383030"/>
          <a:ext cx="7699374" cy="2377440"/>
        </p:xfrm>
        <a:graphic>
          <a:graphicData uri="http://schemas.openxmlformats.org/drawingml/2006/table">
            <a:tbl>
              <a:tblPr/>
              <a:tblGrid>
                <a:gridCol w="2566458">
                  <a:extLst>
                    <a:ext uri="{9D8B030D-6E8A-4147-A177-3AD203B41FA5}">
                      <a16:colId xmlns:a16="http://schemas.microsoft.com/office/drawing/2014/main" val="1344166571"/>
                    </a:ext>
                  </a:extLst>
                </a:gridCol>
                <a:gridCol w="2566458">
                  <a:extLst>
                    <a:ext uri="{9D8B030D-6E8A-4147-A177-3AD203B41FA5}">
                      <a16:colId xmlns:a16="http://schemas.microsoft.com/office/drawing/2014/main" val="4147668905"/>
                    </a:ext>
                  </a:extLst>
                </a:gridCol>
                <a:gridCol w="2566458">
                  <a:extLst>
                    <a:ext uri="{9D8B030D-6E8A-4147-A177-3AD203B41FA5}">
                      <a16:colId xmlns:a16="http://schemas.microsoft.com/office/drawing/2014/main" val="3535402863"/>
                    </a:ext>
                  </a:extLst>
                </a:gridCol>
              </a:tblGrid>
              <a:tr h="0">
                <a:tc>
                  <a:txBody>
                    <a:bodyPr/>
                    <a:lstStyle/>
                    <a:p>
                      <a:r>
                        <a:rPr lang="en-US"/>
                        <a:t>Element</a:t>
                      </a:r>
                    </a:p>
                  </a:txBody>
                  <a:tcPr anchor="ctr">
                    <a:lnL>
                      <a:noFill/>
                    </a:lnL>
                    <a:lnR>
                      <a:noFill/>
                    </a:lnR>
                    <a:lnT>
                      <a:noFill/>
                    </a:lnT>
                    <a:lnB>
                      <a:noFill/>
                    </a:lnB>
                  </a:tcPr>
                </a:tc>
                <a:tc>
                  <a:txBody>
                    <a:bodyPr/>
                    <a:lstStyle/>
                    <a:p>
                      <a:r>
                        <a:rPr lang="en-US"/>
                        <a:t>Symbol</a:t>
                      </a:r>
                    </a:p>
                  </a:txBody>
                  <a:tcPr anchor="ctr">
                    <a:lnL>
                      <a:noFill/>
                    </a:lnL>
                    <a:lnR>
                      <a:noFill/>
                    </a:lnR>
                    <a:lnT>
                      <a:noFill/>
                    </a:lnT>
                    <a:lnB>
                      <a:noFill/>
                    </a:lnB>
                  </a:tcPr>
                </a:tc>
                <a:tc>
                  <a:txBody>
                    <a:bodyPr/>
                    <a:lstStyle/>
                    <a:p>
                      <a:r>
                        <a:rPr lang="en-US"/>
                        <a:t>Meaning</a:t>
                      </a:r>
                    </a:p>
                  </a:txBody>
                  <a:tcPr anchor="ctr">
                    <a:lnL>
                      <a:noFill/>
                    </a:lnL>
                    <a:lnR>
                      <a:noFill/>
                    </a:lnR>
                    <a:lnT>
                      <a:noFill/>
                    </a:lnT>
                    <a:lnB>
                      <a:noFill/>
                    </a:lnB>
                  </a:tcPr>
                </a:tc>
                <a:extLst>
                  <a:ext uri="{0D108BD9-81ED-4DB2-BD59-A6C34878D82A}">
                    <a16:rowId xmlns:a16="http://schemas.microsoft.com/office/drawing/2014/main" val="2774745936"/>
                  </a:ext>
                </a:extLst>
              </a:tr>
              <a:tr h="0">
                <a:tc>
                  <a:txBody>
                    <a:bodyPr/>
                    <a:lstStyle/>
                    <a:p>
                      <a:r>
                        <a:rPr lang="en-US" b="1"/>
                        <a:t>Actor</a:t>
                      </a:r>
                      <a:endParaRPr lang="en-US"/>
                    </a:p>
                  </a:txBody>
                  <a:tcPr anchor="ctr">
                    <a:lnL>
                      <a:noFill/>
                    </a:lnL>
                    <a:lnR>
                      <a:noFill/>
                    </a:lnR>
                    <a:lnT>
                      <a:noFill/>
                    </a:lnT>
                    <a:lnB>
                      <a:noFill/>
                    </a:lnB>
                  </a:tcPr>
                </a:tc>
                <a:tc>
                  <a:txBody>
                    <a:bodyPr/>
                    <a:lstStyle/>
                    <a:p>
                      <a:r>
                        <a:rPr lang="en-US"/>
                        <a:t>👤 Stick figure</a:t>
                      </a:r>
                    </a:p>
                  </a:txBody>
                  <a:tcPr anchor="ctr">
                    <a:lnL>
                      <a:noFill/>
                    </a:lnL>
                    <a:lnR>
                      <a:noFill/>
                    </a:lnR>
                    <a:lnT>
                      <a:noFill/>
                    </a:lnT>
                    <a:lnB>
                      <a:noFill/>
                    </a:lnB>
                  </a:tcPr>
                </a:tc>
                <a:tc>
                  <a:txBody>
                    <a:bodyPr/>
                    <a:lstStyle/>
                    <a:p>
                      <a:r>
                        <a:rPr lang="en-US"/>
                        <a:t>User or external system interacting with the system</a:t>
                      </a:r>
                    </a:p>
                  </a:txBody>
                  <a:tcPr anchor="ctr">
                    <a:lnL>
                      <a:noFill/>
                    </a:lnL>
                    <a:lnR>
                      <a:noFill/>
                    </a:lnR>
                    <a:lnT>
                      <a:noFill/>
                    </a:lnT>
                    <a:lnB>
                      <a:noFill/>
                    </a:lnB>
                  </a:tcPr>
                </a:tc>
                <a:extLst>
                  <a:ext uri="{0D108BD9-81ED-4DB2-BD59-A6C34878D82A}">
                    <a16:rowId xmlns:a16="http://schemas.microsoft.com/office/drawing/2014/main" val="3105073355"/>
                  </a:ext>
                </a:extLst>
              </a:tr>
              <a:tr h="0">
                <a:tc>
                  <a:txBody>
                    <a:bodyPr/>
                    <a:lstStyle/>
                    <a:p>
                      <a:r>
                        <a:rPr lang="en-US" b="1"/>
                        <a:t>Use Case</a:t>
                      </a:r>
                      <a:endParaRPr lang="en-US"/>
                    </a:p>
                  </a:txBody>
                  <a:tcPr anchor="ctr">
                    <a:lnL>
                      <a:noFill/>
                    </a:lnL>
                    <a:lnR>
                      <a:noFill/>
                    </a:lnR>
                    <a:lnT>
                      <a:noFill/>
                    </a:lnT>
                    <a:lnB>
                      <a:noFill/>
                    </a:lnB>
                  </a:tcPr>
                </a:tc>
                <a:tc>
                  <a:txBody>
                    <a:bodyPr/>
                    <a:lstStyle/>
                    <a:p>
                      <a:r>
                        <a:rPr lang="en-US"/>
                        <a:t>⭕ Oval</a:t>
                      </a:r>
                    </a:p>
                  </a:txBody>
                  <a:tcPr anchor="ctr">
                    <a:lnL>
                      <a:noFill/>
                    </a:lnL>
                    <a:lnR>
                      <a:noFill/>
                    </a:lnR>
                    <a:lnT>
                      <a:noFill/>
                    </a:lnT>
                    <a:lnB>
                      <a:noFill/>
                    </a:lnB>
                  </a:tcPr>
                </a:tc>
                <a:tc>
                  <a:txBody>
                    <a:bodyPr/>
                    <a:lstStyle/>
                    <a:p>
                      <a:r>
                        <a:rPr lang="en-US"/>
                        <a:t>Function or goal performed by the system</a:t>
                      </a:r>
                    </a:p>
                  </a:txBody>
                  <a:tcPr anchor="ctr">
                    <a:lnL>
                      <a:noFill/>
                    </a:lnL>
                    <a:lnR>
                      <a:noFill/>
                    </a:lnR>
                    <a:lnT>
                      <a:noFill/>
                    </a:lnT>
                    <a:lnB>
                      <a:noFill/>
                    </a:lnB>
                  </a:tcPr>
                </a:tc>
                <a:extLst>
                  <a:ext uri="{0D108BD9-81ED-4DB2-BD59-A6C34878D82A}">
                    <a16:rowId xmlns:a16="http://schemas.microsoft.com/office/drawing/2014/main" val="3001915880"/>
                  </a:ext>
                </a:extLst>
              </a:tr>
              <a:tr h="0">
                <a:tc>
                  <a:txBody>
                    <a:bodyPr/>
                    <a:lstStyle/>
                    <a:p>
                      <a:r>
                        <a:rPr lang="en-US" b="1"/>
                        <a:t>System Boundary</a:t>
                      </a:r>
                      <a:endParaRPr lang="en-US"/>
                    </a:p>
                  </a:txBody>
                  <a:tcPr anchor="ctr">
                    <a:lnL>
                      <a:noFill/>
                    </a:lnL>
                    <a:lnR>
                      <a:noFill/>
                    </a:lnR>
                    <a:lnT>
                      <a:noFill/>
                    </a:lnT>
                    <a:lnB>
                      <a:noFill/>
                    </a:lnB>
                  </a:tcPr>
                </a:tc>
                <a:tc>
                  <a:txBody>
                    <a:bodyPr/>
                    <a:lstStyle/>
                    <a:p>
                      <a:r>
                        <a:rPr lang="en-US"/>
                        <a:t>▭ Rectangle</a:t>
                      </a:r>
                    </a:p>
                  </a:txBody>
                  <a:tcPr anchor="ctr">
                    <a:lnL>
                      <a:noFill/>
                    </a:lnL>
                    <a:lnR>
                      <a:noFill/>
                    </a:lnR>
                    <a:lnT>
                      <a:noFill/>
                    </a:lnT>
                    <a:lnB>
                      <a:noFill/>
                    </a:lnB>
                  </a:tcPr>
                </a:tc>
                <a:tc>
                  <a:txBody>
                    <a:bodyPr/>
                    <a:lstStyle/>
                    <a:p>
                      <a:r>
                        <a:rPr lang="en-US"/>
                        <a:t>Defines the scope of the system</a:t>
                      </a:r>
                    </a:p>
                  </a:txBody>
                  <a:tcPr anchor="ctr">
                    <a:lnL>
                      <a:noFill/>
                    </a:lnL>
                    <a:lnR>
                      <a:noFill/>
                    </a:lnR>
                    <a:lnT>
                      <a:noFill/>
                    </a:lnT>
                    <a:lnB>
                      <a:noFill/>
                    </a:lnB>
                  </a:tcPr>
                </a:tc>
                <a:extLst>
                  <a:ext uri="{0D108BD9-81ED-4DB2-BD59-A6C34878D82A}">
                    <a16:rowId xmlns:a16="http://schemas.microsoft.com/office/drawing/2014/main" val="3367073003"/>
                  </a:ext>
                </a:extLst>
              </a:tr>
              <a:tr h="0">
                <a:tc>
                  <a:txBody>
                    <a:bodyPr/>
                    <a:lstStyle/>
                    <a:p>
                      <a:r>
                        <a:rPr lang="en-US" b="1"/>
                        <a:t>Relationships</a:t>
                      </a:r>
                      <a:endParaRPr lang="en-US"/>
                    </a:p>
                  </a:txBody>
                  <a:tcPr anchor="ctr">
                    <a:lnL>
                      <a:noFill/>
                    </a:lnL>
                    <a:lnR>
                      <a:noFill/>
                    </a:lnR>
                    <a:lnT>
                      <a:noFill/>
                    </a:lnT>
                    <a:lnB>
                      <a:noFill/>
                    </a:lnB>
                  </a:tcPr>
                </a:tc>
                <a:tc>
                  <a:txBody>
                    <a:bodyPr/>
                    <a:lstStyle/>
                    <a:p>
                      <a:r>
                        <a:rPr lang="en-US"/>
                        <a:t>Lines/arrows</a:t>
                      </a:r>
                    </a:p>
                  </a:txBody>
                  <a:tcPr anchor="ctr">
                    <a:lnL>
                      <a:noFill/>
                    </a:lnL>
                    <a:lnR>
                      <a:noFill/>
                    </a:lnR>
                    <a:lnT>
                      <a:noFill/>
                    </a:lnT>
                    <a:lnB>
                      <a:noFill/>
                    </a:lnB>
                  </a:tcPr>
                </a:tc>
                <a:tc>
                  <a:txBody>
                    <a:bodyPr/>
                    <a:lstStyle/>
                    <a:p>
                      <a:r>
                        <a:rPr lang="en-US" dirty="0"/>
                        <a:t>Show how actors connect to use cases</a:t>
                      </a:r>
                    </a:p>
                  </a:txBody>
                  <a:tcPr anchor="ctr">
                    <a:lnL>
                      <a:noFill/>
                    </a:lnL>
                    <a:lnR>
                      <a:noFill/>
                    </a:lnR>
                    <a:lnT>
                      <a:noFill/>
                    </a:lnT>
                    <a:lnB>
                      <a:noFill/>
                    </a:lnB>
                  </a:tcPr>
                </a:tc>
                <a:extLst>
                  <a:ext uri="{0D108BD9-81ED-4DB2-BD59-A6C34878D82A}">
                    <a16:rowId xmlns:a16="http://schemas.microsoft.com/office/drawing/2014/main" val="1979718993"/>
                  </a:ext>
                </a:extLst>
              </a:tr>
            </a:tbl>
          </a:graphicData>
        </a:graphic>
      </p:graphicFrame>
    </p:spTree>
    <p:extLst>
      <p:ext uri="{BB962C8B-B14F-4D97-AF65-F5344CB8AC3E}">
        <p14:creationId xmlns:p14="http://schemas.microsoft.com/office/powerpoint/2010/main" val="34902886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652"/>
        <p:cNvGrpSpPr/>
        <p:nvPr/>
      </p:nvGrpSpPr>
      <p:grpSpPr>
        <a:xfrm>
          <a:off x="0" y="0"/>
          <a:ext cx="0" cy="0"/>
          <a:chOff x="0" y="0"/>
          <a:chExt cx="0" cy="0"/>
        </a:xfrm>
      </p:grpSpPr>
      <p:cxnSp>
        <p:nvCxnSpPr>
          <p:cNvPr id="658" name="Google Shape;658;p31"/>
          <p:cNvCxnSpPr/>
          <p:nvPr/>
        </p:nvCxnSpPr>
        <p:spPr>
          <a:xfrm>
            <a:off x="0" y="307163"/>
            <a:ext cx="4570500" cy="0"/>
          </a:xfrm>
          <a:prstGeom prst="straightConnector1">
            <a:avLst/>
          </a:prstGeom>
          <a:noFill/>
          <a:ln w="9525" cap="flat" cmpd="sng">
            <a:solidFill>
              <a:schemeClr val="dk1"/>
            </a:solidFill>
            <a:prstDash val="solid"/>
            <a:round/>
            <a:headEnd type="none" w="med" len="med"/>
            <a:tailEnd type="none" w="med" len="med"/>
          </a:ln>
        </p:spPr>
      </p:cxnSp>
      <p:sp>
        <p:nvSpPr>
          <p:cNvPr id="3" name="Title 2">
            <a:extLst>
              <a:ext uri="{FF2B5EF4-FFF2-40B4-BE49-F238E27FC236}">
                <a16:creationId xmlns:a16="http://schemas.microsoft.com/office/drawing/2014/main" id="{998B0E51-4EE2-40B1-BBE7-17426523A8E4}"/>
              </a:ext>
            </a:extLst>
          </p:cNvPr>
          <p:cNvSpPr>
            <a:spLocks noGrp="1"/>
          </p:cNvSpPr>
          <p:nvPr>
            <p:ph type="title"/>
          </p:nvPr>
        </p:nvSpPr>
        <p:spPr/>
        <p:txBody>
          <a:bodyPr/>
          <a:lstStyle/>
          <a:p>
            <a:r>
              <a:rPr lang="en-US" sz="2200" b="1" dirty="0">
                <a:latin typeface="Open Sans" panose="020B0606030504020204" pitchFamily="34" charset="0"/>
                <a:ea typeface="Open Sans" panose="020B0606030504020204" pitchFamily="34" charset="0"/>
                <a:cs typeface="Open Sans" panose="020B0606030504020204" pitchFamily="34" charset="0"/>
              </a:rPr>
              <a:t>🎭 2. Key Elements</a:t>
            </a:r>
          </a:p>
        </p:txBody>
      </p:sp>
      <p:pic>
        <p:nvPicPr>
          <p:cNvPr id="6146" name="Picture 2" descr="Use Case Diagram at a glance">
            <a:extLst>
              <a:ext uri="{FF2B5EF4-FFF2-40B4-BE49-F238E27FC236}">
                <a16:creationId xmlns:a16="http://schemas.microsoft.com/office/drawing/2014/main" id="{9132342A-1FA0-47CB-B2FD-7E068932E5C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08291" y="1112200"/>
            <a:ext cx="5867400" cy="3429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1907753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652"/>
        <p:cNvGrpSpPr/>
        <p:nvPr/>
      </p:nvGrpSpPr>
      <p:grpSpPr>
        <a:xfrm>
          <a:off x="0" y="0"/>
          <a:ext cx="0" cy="0"/>
          <a:chOff x="0" y="0"/>
          <a:chExt cx="0" cy="0"/>
        </a:xfrm>
      </p:grpSpPr>
      <p:cxnSp>
        <p:nvCxnSpPr>
          <p:cNvPr id="658" name="Google Shape;658;p31"/>
          <p:cNvCxnSpPr/>
          <p:nvPr/>
        </p:nvCxnSpPr>
        <p:spPr>
          <a:xfrm>
            <a:off x="0" y="307163"/>
            <a:ext cx="4570500" cy="0"/>
          </a:xfrm>
          <a:prstGeom prst="straightConnector1">
            <a:avLst/>
          </a:prstGeom>
          <a:noFill/>
          <a:ln w="9525" cap="flat" cmpd="sng">
            <a:solidFill>
              <a:schemeClr val="dk1"/>
            </a:solidFill>
            <a:prstDash val="solid"/>
            <a:round/>
            <a:headEnd type="none" w="med" len="med"/>
            <a:tailEnd type="none" w="med" len="med"/>
          </a:ln>
        </p:spPr>
      </p:cxnSp>
      <p:sp>
        <p:nvSpPr>
          <p:cNvPr id="3" name="Title 2">
            <a:extLst>
              <a:ext uri="{FF2B5EF4-FFF2-40B4-BE49-F238E27FC236}">
                <a16:creationId xmlns:a16="http://schemas.microsoft.com/office/drawing/2014/main" id="{998B0E51-4EE2-40B1-BBE7-17426523A8E4}"/>
              </a:ext>
            </a:extLst>
          </p:cNvPr>
          <p:cNvSpPr>
            <a:spLocks noGrp="1"/>
          </p:cNvSpPr>
          <p:nvPr>
            <p:ph type="title"/>
          </p:nvPr>
        </p:nvSpPr>
        <p:spPr/>
        <p:txBody>
          <a:bodyPr/>
          <a:lstStyle/>
          <a:p>
            <a:r>
              <a:rPr lang="en-US" sz="2200" dirty="0">
                <a:latin typeface="Open Sans" panose="020B0606030504020204" pitchFamily="34" charset="0"/>
                <a:ea typeface="Open Sans" panose="020B0606030504020204" pitchFamily="34" charset="0"/>
                <a:cs typeface="Open Sans" panose="020B0606030504020204" pitchFamily="34" charset="0"/>
              </a:rPr>
              <a:t>Actor</a:t>
            </a:r>
            <a:endParaRPr lang="en-US" sz="2200" b="1" dirty="0">
              <a:latin typeface="Open Sans" panose="020B0606030504020204" pitchFamily="34" charset="0"/>
              <a:ea typeface="Open Sans" panose="020B0606030504020204" pitchFamily="34" charset="0"/>
              <a:cs typeface="Open Sans" panose="020B0606030504020204" pitchFamily="34" charset="0"/>
            </a:endParaRPr>
          </a:p>
        </p:txBody>
      </p:sp>
      <p:sp>
        <p:nvSpPr>
          <p:cNvPr id="6" name="TextBox 5">
            <a:extLst>
              <a:ext uri="{FF2B5EF4-FFF2-40B4-BE49-F238E27FC236}">
                <a16:creationId xmlns:a16="http://schemas.microsoft.com/office/drawing/2014/main" id="{F942C9B7-DF83-474E-B69E-C2E902C5D03B}"/>
              </a:ext>
            </a:extLst>
          </p:cNvPr>
          <p:cNvSpPr txBox="1"/>
          <p:nvPr/>
        </p:nvSpPr>
        <p:spPr>
          <a:xfrm>
            <a:off x="722375" y="1125200"/>
            <a:ext cx="6262816" cy="3293209"/>
          </a:xfrm>
          <a:prstGeom prst="rect">
            <a:avLst/>
          </a:prstGeom>
          <a:noFill/>
        </p:spPr>
        <p:txBody>
          <a:bodyPr wrap="square">
            <a:spAutoFit/>
          </a:bodyPr>
          <a:lstStyle/>
          <a:p>
            <a:pPr algn="l">
              <a:buFont typeface="Arial" panose="020B0604020202020204" pitchFamily="34" charset="0"/>
              <a:buChar char="•"/>
            </a:pPr>
            <a:r>
              <a:rPr lang="en-US" sz="1600" b="0" i="0" dirty="0">
                <a:solidFill>
                  <a:schemeClr val="tx1"/>
                </a:solidFill>
                <a:effectLst/>
                <a:latin typeface="Open Sans" panose="020B0606030504020204" pitchFamily="34" charset="0"/>
              </a:rPr>
              <a:t>Someone interacts with use case (system function).</a:t>
            </a:r>
          </a:p>
          <a:p>
            <a:pPr algn="l">
              <a:buFont typeface="Arial" panose="020B0604020202020204" pitchFamily="34" charset="0"/>
              <a:buChar char="•"/>
            </a:pPr>
            <a:r>
              <a:rPr lang="en-US" sz="1600" b="0" i="0" dirty="0">
                <a:solidFill>
                  <a:schemeClr val="tx1"/>
                </a:solidFill>
                <a:effectLst/>
                <a:latin typeface="Open Sans" panose="020B0606030504020204" pitchFamily="34" charset="0"/>
              </a:rPr>
              <a:t>Named by noun.</a:t>
            </a:r>
          </a:p>
          <a:p>
            <a:pPr algn="l">
              <a:buFont typeface="Arial" panose="020B0604020202020204" pitchFamily="34" charset="0"/>
              <a:buChar char="•"/>
            </a:pPr>
            <a:r>
              <a:rPr lang="en-US" sz="1600" b="1" i="0" dirty="0">
                <a:solidFill>
                  <a:schemeClr val="tx1"/>
                </a:solidFill>
                <a:effectLst/>
                <a:latin typeface="Open Sans" panose="020B0606030504020204" pitchFamily="34" charset="0"/>
              </a:rPr>
              <a:t>Actor plays a role in the business</a:t>
            </a:r>
          </a:p>
          <a:p>
            <a:pPr algn="l">
              <a:buFont typeface="Arial" panose="020B0604020202020204" pitchFamily="34" charset="0"/>
              <a:buChar char="•"/>
            </a:pPr>
            <a:r>
              <a:rPr lang="en-US" sz="1600" b="1" i="0" dirty="0">
                <a:solidFill>
                  <a:schemeClr val="tx1"/>
                </a:solidFill>
                <a:effectLst/>
                <a:latin typeface="Open Sans" panose="020B0606030504020204" pitchFamily="34" charset="0"/>
              </a:rPr>
              <a:t>Can be a human, another system, or hardware.</a:t>
            </a:r>
          </a:p>
          <a:p>
            <a:pPr algn="l">
              <a:buFont typeface="Arial" panose="020B0604020202020204" pitchFamily="34" charset="0"/>
              <a:buChar char="•"/>
            </a:pPr>
            <a:endParaRPr lang="en-US" sz="1600" dirty="0">
              <a:solidFill>
                <a:schemeClr val="tx1"/>
              </a:solidFill>
              <a:latin typeface="Open Sans" panose="020B0606030504020204" pitchFamily="34" charset="0"/>
            </a:endParaRPr>
          </a:p>
          <a:p>
            <a:pPr algn="l">
              <a:buFont typeface="Arial" panose="020B0604020202020204" pitchFamily="34" charset="0"/>
              <a:buChar char="•"/>
            </a:pPr>
            <a:endParaRPr lang="en-US" sz="1600" b="0" i="0" dirty="0">
              <a:solidFill>
                <a:schemeClr val="tx1"/>
              </a:solidFill>
              <a:effectLst/>
              <a:latin typeface="Open Sans" panose="020B0606030504020204" pitchFamily="34" charset="0"/>
            </a:endParaRPr>
          </a:p>
          <a:p>
            <a:pPr algn="l">
              <a:buFont typeface="Arial" panose="020B0604020202020204" pitchFamily="34" charset="0"/>
              <a:buChar char="•"/>
            </a:pPr>
            <a:r>
              <a:rPr lang="en-US" sz="1600" b="0" i="0" dirty="0">
                <a:solidFill>
                  <a:schemeClr val="tx1"/>
                </a:solidFill>
                <a:effectLst/>
                <a:latin typeface="Open Sans" panose="020B0606030504020204" pitchFamily="34" charset="0"/>
              </a:rPr>
              <a:t>For example:</a:t>
            </a:r>
          </a:p>
          <a:p>
            <a:pPr marL="742950" lvl="1" indent="-285750" algn="l">
              <a:buFont typeface="Arial" panose="020B0604020202020204" pitchFamily="34" charset="0"/>
              <a:buChar char="•"/>
            </a:pPr>
            <a:r>
              <a:rPr lang="en-US" sz="1600" b="0" i="0" dirty="0">
                <a:solidFill>
                  <a:schemeClr val="tx1"/>
                </a:solidFill>
                <a:effectLst/>
                <a:latin typeface="Open Sans" panose="020B0606030504020204" pitchFamily="34" charset="0"/>
              </a:rPr>
              <a:t>A prof. can be an instructor and also a researcher</a:t>
            </a:r>
          </a:p>
          <a:p>
            <a:pPr marL="742950" lvl="1" indent="-285750" algn="l">
              <a:buFont typeface="Arial" panose="020B0604020202020204" pitchFamily="34" charset="0"/>
              <a:buChar char="•"/>
            </a:pPr>
            <a:r>
              <a:rPr lang="en-US" sz="1600" b="0" i="0" dirty="0">
                <a:solidFill>
                  <a:schemeClr val="tx1"/>
                </a:solidFill>
                <a:effectLst/>
                <a:latin typeface="Open Sans" panose="020B0606030504020204" pitchFamily="34" charset="0"/>
              </a:rPr>
              <a:t>plays 2 roles with two systems</a:t>
            </a:r>
          </a:p>
          <a:p>
            <a:pPr marL="742950" lvl="1" indent="-285750" algn="l">
              <a:buFont typeface="Arial" panose="020B0604020202020204" pitchFamily="34" charset="0"/>
              <a:buChar char="•"/>
            </a:pPr>
            <a:endParaRPr lang="en-US" sz="1600" b="0" i="0" dirty="0">
              <a:solidFill>
                <a:schemeClr val="tx1"/>
              </a:solidFill>
              <a:effectLst/>
              <a:latin typeface="Open Sans" panose="020B0606030504020204" pitchFamily="34" charset="0"/>
            </a:endParaRPr>
          </a:p>
          <a:p>
            <a:pPr algn="l"/>
            <a:r>
              <a:rPr lang="en-US" sz="1600" b="0" i="0" dirty="0">
                <a:solidFill>
                  <a:schemeClr val="tx1"/>
                </a:solidFill>
                <a:effectLst/>
                <a:latin typeface="Open Sans" panose="020B0606030504020204" pitchFamily="34" charset="0"/>
              </a:rPr>
              <a:t>Actor </a:t>
            </a:r>
            <a:r>
              <a:rPr lang="en-US" sz="1600" b="1" i="0" dirty="0">
                <a:solidFill>
                  <a:schemeClr val="tx1"/>
                </a:solidFill>
                <a:effectLst/>
                <a:latin typeface="Open Sans" panose="020B0606030504020204" pitchFamily="34" charset="0"/>
              </a:rPr>
              <a:t>triggers</a:t>
            </a:r>
            <a:r>
              <a:rPr lang="en-US" sz="1600" b="0" i="0" dirty="0">
                <a:solidFill>
                  <a:schemeClr val="tx1"/>
                </a:solidFill>
                <a:effectLst/>
                <a:latin typeface="Open Sans" panose="020B0606030504020204" pitchFamily="34" charset="0"/>
              </a:rPr>
              <a:t> use case(s).</a:t>
            </a:r>
          </a:p>
          <a:p>
            <a:pPr algn="l"/>
            <a:r>
              <a:rPr lang="en-US" sz="1600" b="0" i="0" dirty="0">
                <a:solidFill>
                  <a:schemeClr val="tx1"/>
                </a:solidFill>
                <a:effectLst/>
                <a:latin typeface="Open Sans" panose="020B0606030504020204" pitchFamily="34" charset="0"/>
              </a:rPr>
              <a:t>Actor has a responsibility </a:t>
            </a:r>
            <a:r>
              <a:rPr lang="en-US" sz="1600" b="1" i="0" dirty="0">
                <a:solidFill>
                  <a:schemeClr val="tx1"/>
                </a:solidFill>
                <a:effectLst/>
                <a:latin typeface="Open Sans" panose="020B0606030504020204" pitchFamily="34" charset="0"/>
              </a:rPr>
              <a:t>toward the system (inputs)</a:t>
            </a:r>
            <a:r>
              <a:rPr lang="en-US" sz="1600" b="0" i="0" dirty="0">
                <a:solidFill>
                  <a:schemeClr val="tx1"/>
                </a:solidFill>
                <a:effectLst/>
                <a:latin typeface="Open Sans" panose="020B0606030504020204" pitchFamily="34" charset="0"/>
              </a:rPr>
              <a:t>, and Actor has expectations </a:t>
            </a:r>
            <a:r>
              <a:rPr lang="en-US" sz="1600" b="1" i="0" dirty="0">
                <a:solidFill>
                  <a:schemeClr val="tx1"/>
                </a:solidFill>
                <a:effectLst/>
                <a:latin typeface="Open Sans" panose="020B0606030504020204" pitchFamily="34" charset="0"/>
              </a:rPr>
              <a:t>from the system (outputs).</a:t>
            </a:r>
          </a:p>
        </p:txBody>
      </p:sp>
      <p:pic>
        <p:nvPicPr>
          <p:cNvPr id="7170" name="Picture 2" descr="Use Case Diagram Notation - Actor">
            <a:extLst>
              <a:ext uri="{FF2B5EF4-FFF2-40B4-BE49-F238E27FC236}">
                <a16:creationId xmlns:a16="http://schemas.microsoft.com/office/drawing/2014/main" id="{37D561E1-0A49-48E8-A367-2C07A0F86E2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15200" y="1790795"/>
            <a:ext cx="663277" cy="156191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6497386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652"/>
        <p:cNvGrpSpPr/>
        <p:nvPr/>
      </p:nvGrpSpPr>
      <p:grpSpPr>
        <a:xfrm>
          <a:off x="0" y="0"/>
          <a:ext cx="0" cy="0"/>
          <a:chOff x="0" y="0"/>
          <a:chExt cx="0" cy="0"/>
        </a:xfrm>
      </p:grpSpPr>
      <p:cxnSp>
        <p:nvCxnSpPr>
          <p:cNvPr id="658" name="Google Shape;658;p31"/>
          <p:cNvCxnSpPr/>
          <p:nvPr/>
        </p:nvCxnSpPr>
        <p:spPr>
          <a:xfrm>
            <a:off x="0" y="307163"/>
            <a:ext cx="4570500" cy="0"/>
          </a:xfrm>
          <a:prstGeom prst="straightConnector1">
            <a:avLst/>
          </a:prstGeom>
          <a:noFill/>
          <a:ln w="9525" cap="flat" cmpd="sng">
            <a:solidFill>
              <a:schemeClr val="dk1"/>
            </a:solidFill>
            <a:prstDash val="solid"/>
            <a:round/>
            <a:headEnd type="none" w="med" len="med"/>
            <a:tailEnd type="none" w="med" len="med"/>
          </a:ln>
        </p:spPr>
      </p:cxnSp>
      <p:sp>
        <p:nvSpPr>
          <p:cNvPr id="3" name="Title 2">
            <a:extLst>
              <a:ext uri="{FF2B5EF4-FFF2-40B4-BE49-F238E27FC236}">
                <a16:creationId xmlns:a16="http://schemas.microsoft.com/office/drawing/2014/main" id="{998B0E51-4EE2-40B1-BBE7-17426523A8E4}"/>
              </a:ext>
            </a:extLst>
          </p:cNvPr>
          <p:cNvSpPr>
            <a:spLocks noGrp="1"/>
          </p:cNvSpPr>
          <p:nvPr>
            <p:ph type="title"/>
          </p:nvPr>
        </p:nvSpPr>
        <p:spPr/>
        <p:txBody>
          <a:bodyPr/>
          <a:lstStyle/>
          <a:p>
            <a:r>
              <a:rPr lang="en-US" sz="2200" b="1" dirty="0">
                <a:latin typeface="Open Sans" panose="020B0606030504020204" pitchFamily="34" charset="0"/>
                <a:ea typeface="Open Sans" panose="020B0606030504020204" pitchFamily="34" charset="0"/>
                <a:cs typeface="Open Sans" panose="020B0606030504020204" pitchFamily="34" charset="0"/>
              </a:rPr>
              <a:t>Use Case</a:t>
            </a:r>
          </a:p>
        </p:txBody>
      </p:sp>
      <p:sp>
        <p:nvSpPr>
          <p:cNvPr id="6" name="TextBox 5">
            <a:extLst>
              <a:ext uri="{FF2B5EF4-FFF2-40B4-BE49-F238E27FC236}">
                <a16:creationId xmlns:a16="http://schemas.microsoft.com/office/drawing/2014/main" id="{F942C9B7-DF83-474E-B69E-C2E902C5D03B}"/>
              </a:ext>
            </a:extLst>
          </p:cNvPr>
          <p:cNvSpPr txBox="1"/>
          <p:nvPr/>
        </p:nvSpPr>
        <p:spPr>
          <a:xfrm>
            <a:off x="722375" y="1535460"/>
            <a:ext cx="6111562" cy="2800767"/>
          </a:xfrm>
          <a:prstGeom prst="rect">
            <a:avLst/>
          </a:prstGeom>
          <a:noFill/>
        </p:spPr>
        <p:txBody>
          <a:bodyPr wrap="square">
            <a:spAutoFit/>
          </a:bodyPr>
          <a:lstStyle/>
          <a:p>
            <a:pPr algn="l">
              <a:buFont typeface="Arial" panose="020B0604020202020204" pitchFamily="34" charset="0"/>
              <a:buChar char="•"/>
            </a:pPr>
            <a:r>
              <a:rPr lang="en-US" sz="1600" b="0"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rPr>
              <a:t>Each use </a:t>
            </a:r>
            <a:r>
              <a:rPr lang="en-US" sz="1600" b="1"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rPr>
              <a:t>case represents a single goal or system function</a:t>
            </a:r>
            <a:r>
              <a:rPr lang="en-US" sz="1600" b="0"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rPr>
              <a:t>.</a:t>
            </a:r>
          </a:p>
          <a:p>
            <a:pPr>
              <a:buFont typeface="Arial" panose="020B0604020202020204" pitchFamily="34" charset="0"/>
              <a:buChar char="•"/>
            </a:pPr>
            <a:r>
              <a:rPr lang="en-US" sz="1600" b="0"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rPr>
              <a:t>System function (process - automated or manual)</a:t>
            </a:r>
          </a:p>
          <a:p>
            <a:pPr algn="l">
              <a:buFont typeface="Arial" panose="020B0604020202020204" pitchFamily="34" charset="0"/>
              <a:buChar char="•"/>
            </a:pPr>
            <a:endParaRPr lang="en-US" sz="1600" b="0"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p>
            <a:pPr algn="l">
              <a:buFont typeface="Arial" panose="020B0604020202020204" pitchFamily="34" charset="0"/>
              <a:buChar char="•"/>
            </a:pPr>
            <a:r>
              <a:rPr lang="en-US" sz="1600" b="0"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rPr>
              <a:t>Named using verb + noun format. </a:t>
            </a:r>
            <a:endParaRPr lang="en-US" sz="16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p>
            <a:pPr algn="l"/>
            <a:endParaRPr lang="en-US" sz="1600" b="0"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p>
            <a:pPr algn="l"/>
            <a:r>
              <a:rPr lang="en-US" sz="1600" b="0"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rPr>
              <a:t>Each Actor must be linked to a use case, while some use cases may not be linked to actors.</a:t>
            </a:r>
          </a:p>
          <a:p>
            <a:pPr algn="l"/>
            <a:endParaRPr lang="en-US" sz="1600" b="0"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p>
            <a:pPr algn="l"/>
            <a:endParaRPr lang="en-US" sz="16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p>
            <a:pPr algn="l"/>
            <a:r>
              <a:rPr lang="en-US" sz="1600" b="0"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rPr>
              <a:t>✅ Examples: “Login”, “Place Order”, “Make Payment”</a:t>
            </a:r>
          </a:p>
          <a:p>
            <a:pPr algn="l"/>
            <a:r>
              <a:rPr lang="en-US" sz="1600" b="0"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rPr>
              <a:t>❌ Avoid vague names like “System Operation”.</a:t>
            </a:r>
          </a:p>
        </p:txBody>
      </p:sp>
      <p:pic>
        <p:nvPicPr>
          <p:cNvPr id="8194" name="Picture 2" descr="Use Case Diagram Notation - Use Case">
            <a:extLst>
              <a:ext uri="{FF2B5EF4-FFF2-40B4-BE49-F238E27FC236}">
                <a16:creationId xmlns:a16="http://schemas.microsoft.com/office/drawing/2014/main" id="{10E2033C-825F-4762-88E4-28C13A8A434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40255" y="2348987"/>
            <a:ext cx="1485111" cy="7517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0944157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652"/>
        <p:cNvGrpSpPr/>
        <p:nvPr/>
      </p:nvGrpSpPr>
      <p:grpSpPr>
        <a:xfrm>
          <a:off x="0" y="0"/>
          <a:ext cx="0" cy="0"/>
          <a:chOff x="0" y="0"/>
          <a:chExt cx="0" cy="0"/>
        </a:xfrm>
      </p:grpSpPr>
      <p:cxnSp>
        <p:nvCxnSpPr>
          <p:cNvPr id="658" name="Google Shape;658;p31"/>
          <p:cNvCxnSpPr/>
          <p:nvPr/>
        </p:nvCxnSpPr>
        <p:spPr>
          <a:xfrm>
            <a:off x="0" y="307163"/>
            <a:ext cx="4570500" cy="0"/>
          </a:xfrm>
          <a:prstGeom prst="straightConnector1">
            <a:avLst/>
          </a:prstGeom>
          <a:noFill/>
          <a:ln w="9525" cap="flat" cmpd="sng">
            <a:solidFill>
              <a:schemeClr val="dk1"/>
            </a:solidFill>
            <a:prstDash val="solid"/>
            <a:round/>
            <a:headEnd type="none" w="med" len="med"/>
            <a:tailEnd type="none" w="med" len="med"/>
          </a:ln>
        </p:spPr>
      </p:cxnSp>
      <p:sp>
        <p:nvSpPr>
          <p:cNvPr id="3" name="Title 2">
            <a:extLst>
              <a:ext uri="{FF2B5EF4-FFF2-40B4-BE49-F238E27FC236}">
                <a16:creationId xmlns:a16="http://schemas.microsoft.com/office/drawing/2014/main" id="{998B0E51-4EE2-40B1-BBE7-17426523A8E4}"/>
              </a:ext>
            </a:extLst>
          </p:cNvPr>
          <p:cNvSpPr>
            <a:spLocks noGrp="1"/>
          </p:cNvSpPr>
          <p:nvPr>
            <p:ph type="title"/>
          </p:nvPr>
        </p:nvSpPr>
        <p:spPr/>
        <p:txBody>
          <a:bodyPr/>
          <a:lstStyle/>
          <a:p>
            <a:r>
              <a:rPr lang="en-US" sz="2200" b="1" dirty="0">
                <a:latin typeface="Open Sans" panose="020B0606030504020204" pitchFamily="34" charset="0"/>
                <a:ea typeface="Open Sans" panose="020B0606030504020204" pitchFamily="34" charset="0"/>
                <a:cs typeface="Open Sans" panose="020B0606030504020204" pitchFamily="34" charset="0"/>
              </a:rPr>
              <a:t>Boundary of system</a:t>
            </a:r>
            <a:br>
              <a:rPr lang="en-US" sz="2200" b="1" dirty="0">
                <a:latin typeface="Open Sans" panose="020B0606030504020204" pitchFamily="34" charset="0"/>
                <a:ea typeface="Open Sans" panose="020B0606030504020204" pitchFamily="34" charset="0"/>
                <a:cs typeface="Open Sans" panose="020B0606030504020204" pitchFamily="34" charset="0"/>
              </a:rPr>
            </a:br>
            <a:br>
              <a:rPr lang="en-US" sz="2200" b="1" dirty="0">
                <a:latin typeface="Open Sans" panose="020B0606030504020204" pitchFamily="34" charset="0"/>
                <a:ea typeface="Open Sans" panose="020B0606030504020204" pitchFamily="34" charset="0"/>
                <a:cs typeface="Open Sans" panose="020B0606030504020204" pitchFamily="34" charset="0"/>
              </a:rPr>
            </a:br>
            <a:endParaRPr lang="en-US" sz="2200" b="1" dirty="0">
              <a:latin typeface="Open Sans" panose="020B0606030504020204" pitchFamily="34" charset="0"/>
              <a:ea typeface="Open Sans" panose="020B0606030504020204" pitchFamily="34" charset="0"/>
              <a:cs typeface="Open Sans" panose="020B0606030504020204" pitchFamily="34" charset="0"/>
            </a:endParaRPr>
          </a:p>
        </p:txBody>
      </p:sp>
      <p:sp>
        <p:nvSpPr>
          <p:cNvPr id="6" name="TextBox 5">
            <a:extLst>
              <a:ext uri="{FF2B5EF4-FFF2-40B4-BE49-F238E27FC236}">
                <a16:creationId xmlns:a16="http://schemas.microsoft.com/office/drawing/2014/main" id="{F942C9B7-DF83-474E-B69E-C2E902C5D03B}"/>
              </a:ext>
            </a:extLst>
          </p:cNvPr>
          <p:cNvSpPr txBox="1"/>
          <p:nvPr/>
        </p:nvSpPr>
        <p:spPr>
          <a:xfrm>
            <a:off x="722375" y="1344536"/>
            <a:ext cx="6008434" cy="3046988"/>
          </a:xfrm>
          <a:prstGeom prst="rect">
            <a:avLst/>
          </a:prstGeom>
          <a:noFill/>
        </p:spPr>
        <p:txBody>
          <a:bodyPr wrap="square">
            <a:spAutoFit/>
          </a:bodyPr>
          <a:lstStyle/>
          <a:p>
            <a:pPr algn="l">
              <a:buFont typeface="Arial" panose="020B0604020202020204" pitchFamily="34" charset="0"/>
              <a:buChar char="•"/>
            </a:pPr>
            <a:r>
              <a:rPr lang="en-US" sz="1600" b="0"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rPr>
              <a:t>The system boundary is potentially the entire system as defined in the requirements document.</a:t>
            </a:r>
          </a:p>
          <a:p>
            <a:pPr algn="l">
              <a:buFont typeface="Arial" panose="020B0604020202020204" pitchFamily="34" charset="0"/>
              <a:buChar char="•"/>
            </a:pPr>
            <a:endParaRPr lang="en-US" sz="1600" b="0"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p>
            <a:pPr algn="l">
              <a:buFont typeface="Arial" panose="020B0604020202020204" pitchFamily="34" charset="0"/>
              <a:buChar char="•"/>
            </a:pPr>
            <a:r>
              <a:rPr lang="en-US" sz="1600" b="0"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rPr>
              <a:t>For large and complex systems, each module may be the system boundary.</a:t>
            </a:r>
          </a:p>
          <a:p>
            <a:pPr algn="l">
              <a:buFont typeface="Arial" panose="020B0604020202020204" pitchFamily="34" charset="0"/>
              <a:buChar char="•"/>
            </a:pPr>
            <a:endParaRPr lang="en-US" sz="1600" b="0"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p>
            <a:pPr algn="l">
              <a:buFont typeface="Arial" panose="020B0604020202020204" pitchFamily="34" charset="0"/>
              <a:buChar char="•"/>
            </a:pPr>
            <a:r>
              <a:rPr lang="en-US" sz="1600" b="0"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rPr>
              <a:t>For example, for a system for an organization, each of the modules, such as personnel, payroll, accounting, etc.</a:t>
            </a:r>
          </a:p>
          <a:p>
            <a:pPr algn="l">
              <a:buFont typeface="Arial" panose="020B0604020202020204" pitchFamily="34" charset="0"/>
              <a:buChar char="•"/>
            </a:pPr>
            <a:endParaRPr lang="en-US" sz="1600" b="0"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p>
            <a:pPr algn="l">
              <a:buFont typeface="Arial" panose="020B0604020202020204" pitchFamily="34" charset="0"/>
              <a:buChar char="•"/>
            </a:pPr>
            <a:r>
              <a:rPr lang="en-US" sz="1600" b="0"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rPr>
              <a:t>can form a system boundary for use cases specific to each of these business functions.</a:t>
            </a:r>
          </a:p>
          <a:p>
            <a:pPr algn="l"/>
            <a:endParaRPr lang="en-US" sz="1600" b="0"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p:txBody>
      </p:sp>
      <p:pic>
        <p:nvPicPr>
          <p:cNvPr id="9220" name="Picture 4" descr="Use Case Diagram Notation - System Boundary">
            <a:extLst>
              <a:ext uri="{FF2B5EF4-FFF2-40B4-BE49-F238E27FC236}">
                <a16:creationId xmlns:a16="http://schemas.microsoft.com/office/drawing/2014/main" id="{19CD06D7-684D-4176-B2FC-B79ABE99B54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61964" y="1637692"/>
            <a:ext cx="1524000" cy="21431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1042657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652"/>
        <p:cNvGrpSpPr/>
        <p:nvPr/>
      </p:nvGrpSpPr>
      <p:grpSpPr>
        <a:xfrm>
          <a:off x="0" y="0"/>
          <a:ext cx="0" cy="0"/>
          <a:chOff x="0" y="0"/>
          <a:chExt cx="0" cy="0"/>
        </a:xfrm>
      </p:grpSpPr>
      <p:cxnSp>
        <p:nvCxnSpPr>
          <p:cNvPr id="658" name="Google Shape;658;p31"/>
          <p:cNvCxnSpPr/>
          <p:nvPr/>
        </p:nvCxnSpPr>
        <p:spPr>
          <a:xfrm>
            <a:off x="0" y="307163"/>
            <a:ext cx="4570500" cy="0"/>
          </a:xfrm>
          <a:prstGeom prst="straightConnector1">
            <a:avLst/>
          </a:prstGeom>
          <a:noFill/>
          <a:ln w="9525" cap="flat" cmpd="sng">
            <a:solidFill>
              <a:schemeClr val="dk1"/>
            </a:solidFill>
            <a:prstDash val="solid"/>
            <a:round/>
            <a:headEnd type="none" w="med" len="med"/>
            <a:tailEnd type="none" w="med" len="med"/>
          </a:ln>
        </p:spPr>
      </p:cxnSp>
      <p:sp>
        <p:nvSpPr>
          <p:cNvPr id="3" name="Title 2">
            <a:extLst>
              <a:ext uri="{FF2B5EF4-FFF2-40B4-BE49-F238E27FC236}">
                <a16:creationId xmlns:a16="http://schemas.microsoft.com/office/drawing/2014/main" id="{998B0E51-4EE2-40B1-BBE7-17426523A8E4}"/>
              </a:ext>
            </a:extLst>
          </p:cNvPr>
          <p:cNvSpPr>
            <a:spLocks noGrp="1"/>
          </p:cNvSpPr>
          <p:nvPr>
            <p:ph type="title"/>
          </p:nvPr>
        </p:nvSpPr>
        <p:spPr/>
        <p:txBody>
          <a:bodyPr/>
          <a:lstStyle/>
          <a:p>
            <a:r>
              <a:rPr lang="en-US" sz="2200" dirty="0">
                <a:latin typeface="Open Sans" panose="020B0606030504020204" pitchFamily="34" charset="0"/>
                <a:ea typeface="Open Sans" panose="020B0606030504020204" pitchFamily="34" charset="0"/>
                <a:cs typeface="Open Sans" panose="020B0606030504020204" pitchFamily="34" charset="0"/>
              </a:rPr>
              <a:t>⚙️ Steps to Create a Use Case Diagram</a:t>
            </a:r>
            <a:endParaRPr lang="en-US" sz="2200" b="1" dirty="0">
              <a:latin typeface="Open Sans" panose="020B0606030504020204" pitchFamily="34" charset="0"/>
              <a:ea typeface="Open Sans" panose="020B0606030504020204" pitchFamily="34" charset="0"/>
              <a:cs typeface="Open Sans" panose="020B0606030504020204" pitchFamily="34" charset="0"/>
            </a:endParaRPr>
          </a:p>
        </p:txBody>
      </p:sp>
      <p:graphicFrame>
        <p:nvGraphicFramePr>
          <p:cNvPr id="2" name="Table 1">
            <a:extLst>
              <a:ext uri="{FF2B5EF4-FFF2-40B4-BE49-F238E27FC236}">
                <a16:creationId xmlns:a16="http://schemas.microsoft.com/office/drawing/2014/main" id="{8A7FC558-34EB-4EB9-B274-8DE65D603C6B}"/>
              </a:ext>
            </a:extLst>
          </p:cNvPr>
          <p:cNvGraphicFramePr>
            <a:graphicFrameLocks noGrp="1"/>
          </p:cNvGraphicFramePr>
          <p:nvPr>
            <p:extLst>
              <p:ext uri="{D42A27DB-BD31-4B8C-83A1-F6EECF244321}">
                <p14:modId xmlns:p14="http://schemas.microsoft.com/office/powerpoint/2010/main" val="3781743304"/>
              </p:ext>
            </p:extLst>
          </p:nvPr>
        </p:nvGraphicFramePr>
        <p:xfrm>
          <a:off x="722313" y="1447800"/>
          <a:ext cx="7699374" cy="2926080"/>
        </p:xfrm>
        <a:graphic>
          <a:graphicData uri="http://schemas.openxmlformats.org/drawingml/2006/table">
            <a:tbl>
              <a:tblPr/>
              <a:tblGrid>
                <a:gridCol w="2566458">
                  <a:extLst>
                    <a:ext uri="{9D8B030D-6E8A-4147-A177-3AD203B41FA5}">
                      <a16:colId xmlns:a16="http://schemas.microsoft.com/office/drawing/2014/main" val="786160126"/>
                    </a:ext>
                  </a:extLst>
                </a:gridCol>
                <a:gridCol w="2566458">
                  <a:extLst>
                    <a:ext uri="{9D8B030D-6E8A-4147-A177-3AD203B41FA5}">
                      <a16:colId xmlns:a16="http://schemas.microsoft.com/office/drawing/2014/main" val="3448375262"/>
                    </a:ext>
                  </a:extLst>
                </a:gridCol>
                <a:gridCol w="2566458">
                  <a:extLst>
                    <a:ext uri="{9D8B030D-6E8A-4147-A177-3AD203B41FA5}">
                      <a16:colId xmlns:a16="http://schemas.microsoft.com/office/drawing/2014/main" val="597137249"/>
                    </a:ext>
                  </a:extLst>
                </a:gridCol>
              </a:tblGrid>
              <a:tr h="0">
                <a:tc>
                  <a:txBody>
                    <a:bodyPr/>
                    <a:lstStyle/>
                    <a:p>
                      <a:r>
                        <a:rPr lang="en-US" sz="1600" b="1" dirty="0">
                          <a:latin typeface="Open Sans" panose="020B0606030504020204" pitchFamily="34" charset="0"/>
                          <a:ea typeface="Open Sans" panose="020B0606030504020204" pitchFamily="34" charset="0"/>
                          <a:cs typeface="Open Sans" panose="020B0606030504020204" pitchFamily="34" charset="0"/>
                        </a:rPr>
                        <a:t>Step</a:t>
                      </a:r>
                    </a:p>
                  </a:txBody>
                  <a:tcPr anchor="ctr">
                    <a:lnL>
                      <a:noFill/>
                    </a:lnL>
                    <a:lnR>
                      <a:noFill/>
                    </a:lnR>
                    <a:lnT>
                      <a:noFill/>
                    </a:lnT>
                    <a:lnB>
                      <a:noFill/>
                    </a:lnB>
                  </a:tcPr>
                </a:tc>
                <a:tc>
                  <a:txBody>
                    <a:bodyPr/>
                    <a:lstStyle/>
                    <a:p>
                      <a:r>
                        <a:rPr lang="en-US" sz="1600" b="1">
                          <a:latin typeface="Open Sans" panose="020B0606030504020204" pitchFamily="34" charset="0"/>
                          <a:ea typeface="Open Sans" panose="020B0606030504020204" pitchFamily="34" charset="0"/>
                          <a:cs typeface="Open Sans" panose="020B0606030504020204" pitchFamily="34" charset="0"/>
                        </a:rPr>
                        <a:t>Description</a:t>
                      </a:r>
                    </a:p>
                  </a:txBody>
                  <a:tcPr anchor="ctr">
                    <a:lnL>
                      <a:noFill/>
                    </a:lnL>
                    <a:lnR>
                      <a:noFill/>
                    </a:lnR>
                    <a:lnT>
                      <a:noFill/>
                    </a:lnT>
                    <a:lnB>
                      <a:noFill/>
                    </a:lnB>
                  </a:tcPr>
                </a:tc>
                <a:tc>
                  <a:txBody>
                    <a:bodyPr/>
                    <a:lstStyle/>
                    <a:p>
                      <a:r>
                        <a:rPr lang="en-US" sz="1600" b="1" dirty="0">
                          <a:latin typeface="Open Sans" panose="020B0606030504020204" pitchFamily="34" charset="0"/>
                          <a:ea typeface="Open Sans" panose="020B0606030504020204" pitchFamily="34" charset="0"/>
                          <a:cs typeface="Open Sans" panose="020B0606030504020204" pitchFamily="34" charset="0"/>
                        </a:rPr>
                        <a:t>Example</a:t>
                      </a:r>
                    </a:p>
                  </a:txBody>
                  <a:tcPr anchor="ctr">
                    <a:lnL>
                      <a:noFill/>
                    </a:lnL>
                    <a:lnR>
                      <a:noFill/>
                    </a:lnR>
                    <a:lnT>
                      <a:noFill/>
                    </a:lnT>
                    <a:lnB>
                      <a:noFill/>
                    </a:lnB>
                  </a:tcPr>
                </a:tc>
                <a:extLst>
                  <a:ext uri="{0D108BD9-81ED-4DB2-BD59-A6C34878D82A}">
                    <a16:rowId xmlns:a16="http://schemas.microsoft.com/office/drawing/2014/main" val="1857342475"/>
                  </a:ext>
                </a:extLst>
              </a:tr>
              <a:tr h="0">
                <a:tc>
                  <a:txBody>
                    <a:bodyPr/>
                    <a:lstStyle/>
                    <a:p>
                      <a:r>
                        <a:rPr lang="en-US" b="1">
                          <a:latin typeface="Open Sans" panose="020B0606030504020204" pitchFamily="34" charset="0"/>
                          <a:ea typeface="Open Sans" panose="020B0606030504020204" pitchFamily="34" charset="0"/>
                          <a:cs typeface="Open Sans" panose="020B0606030504020204" pitchFamily="34" charset="0"/>
                        </a:rPr>
                        <a:t>1. Identify actors</a:t>
                      </a:r>
                      <a:endParaRPr lang="en-US">
                        <a:latin typeface="Open Sans" panose="020B0606030504020204" pitchFamily="34" charset="0"/>
                        <a:ea typeface="Open Sans" panose="020B0606030504020204" pitchFamily="34" charset="0"/>
                        <a:cs typeface="Open Sans" panose="020B0606030504020204" pitchFamily="34" charset="0"/>
                      </a:endParaRPr>
                    </a:p>
                  </a:txBody>
                  <a:tcPr anchor="ctr">
                    <a:lnL>
                      <a:noFill/>
                    </a:lnL>
                    <a:lnR>
                      <a:noFill/>
                    </a:lnR>
                    <a:lnT>
                      <a:noFill/>
                    </a:lnT>
                    <a:lnB>
                      <a:noFill/>
                    </a:lnB>
                  </a:tcPr>
                </a:tc>
                <a:tc>
                  <a:txBody>
                    <a:bodyPr/>
                    <a:lstStyle/>
                    <a:p>
                      <a:r>
                        <a:rPr lang="en-US">
                          <a:latin typeface="Open Sans" panose="020B0606030504020204" pitchFamily="34" charset="0"/>
                          <a:ea typeface="Open Sans" panose="020B0606030504020204" pitchFamily="34" charset="0"/>
                          <a:cs typeface="Open Sans" panose="020B0606030504020204" pitchFamily="34" charset="0"/>
                        </a:rPr>
                        <a:t>Who uses or interacts with the system?</a:t>
                      </a:r>
                    </a:p>
                  </a:txBody>
                  <a:tcPr anchor="ctr">
                    <a:lnL>
                      <a:noFill/>
                    </a:lnL>
                    <a:lnR>
                      <a:noFill/>
                    </a:lnR>
                    <a:lnT>
                      <a:noFill/>
                    </a:lnT>
                    <a:lnB>
                      <a:noFill/>
                    </a:lnB>
                  </a:tcPr>
                </a:tc>
                <a:tc>
                  <a:txBody>
                    <a:bodyPr/>
                    <a:lstStyle/>
                    <a:p>
                      <a:r>
                        <a:rPr lang="en-US">
                          <a:latin typeface="Open Sans" panose="020B0606030504020204" pitchFamily="34" charset="0"/>
                          <a:ea typeface="Open Sans" panose="020B0606030504020204" pitchFamily="34" charset="0"/>
                          <a:cs typeface="Open Sans" panose="020B0606030504020204" pitchFamily="34" charset="0"/>
                        </a:rPr>
                        <a:t>Customer, Admin, Payment System</a:t>
                      </a:r>
                    </a:p>
                  </a:txBody>
                  <a:tcPr anchor="ctr">
                    <a:lnL>
                      <a:noFill/>
                    </a:lnL>
                    <a:lnR>
                      <a:noFill/>
                    </a:lnR>
                    <a:lnT>
                      <a:noFill/>
                    </a:lnT>
                    <a:lnB>
                      <a:noFill/>
                    </a:lnB>
                  </a:tcPr>
                </a:tc>
                <a:extLst>
                  <a:ext uri="{0D108BD9-81ED-4DB2-BD59-A6C34878D82A}">
                    <a16:rowId xmlns:a16="http://schemas.microsoft.com/office/drawing/2014/main" val="2978847791"/>
                  </a:ext>
                </a:extLst>
              </a:tr>
              <a:tr h="0">
                <a:tc>
                  <a:txBody>
                    <a:bodyPr/>
                    <a:lstStyle/>
                    <a:p>
                      <a:r>
                        <a:rPr lang="en-US" b="1">
                          <a:latin typeface="Open Sans" panose="020B0606030504020204" pitchFamily="34" charset="0"/>
                          <a:ea typeface="Open Sans" panose="020B0606030504020204" pitchFamily="34" charset="0"/>
                          <a:cs typeface="Open Sans" panose="020B0606030504020204" pitchFamily="34" charset="0"/>
                        </a:rPr>
                        <a:t>2. Identify main use cases</a:t>
                      </a:r>
                      <a:endParaRPr lang="en-US">
                        <a:latin typeface="Open Sans" panose="020B0606030504020204" pitchFamily="34" charset="0"/>
                        <a:ea typeface="Open Sans" panose="020B0606030504020204" pitchFamily="34" charset="0"/>
                        <a:cs typeface="Open Sans" panose="020B0606030504020204" pitchFamily="34" charset="0"/>
                      </a:endParaRPr>
                    </a:p>
                  </a:txBody>
                  <a:tcPr anchor="ctr">
                    <a:lnL>
                      <a:noFill/>
                    </a:lnL>
                    <a:lnR>
                      <a:noFill/>
                    </a:lnR>
                    <a:lnT>
                      <a:noFill/>
                    </a:lnT>
                    <a:lnB>
                      <a:noFill/>
                    </a:lnB>
                  </a:tcPr>
                </a:tc>
                <a:tc>
                  <a:txBody>
                    <a:bodyPr/>
                    <a:lstStyle/>
                    <a:p>
                      <a:r>
                        <a:rPr lang="en-US">
                          <a:latin typeface="Open Sans" panose="020B0606030504020204" pitchFamily="34" charset="0"/>
                          <a:ea typeface="Open Sans" panose="020B0606030504020204" pitchFamily="34" charset="0"/>
                          <a:cs typeface="Open Sans" panose="020B0606030504020204" pitchFamily="34" charset="0"/>
                        </a:rPr>
                        <a:t>What functions does each actor perform?</a:t>
                      </a:r>
                    </a:p>
                  </a:txBody>
                  <a:tcPr anchor="ctr">
                    <a:lnL>
                      <a:noFill/>
                    </a:lnL>
                    <a:lnR>
                      <a:noFill/>
                    </a:lnR>
                    <a:lnT>
                      <a:noFill/>
                    </a:lnT>
                    <a:lnB>
                      <a:noFill/>
                    </a:lnB>
                  </a:tcPr>
                </a:tc>
                <a:tc>
                  <a:txBody>
                    <a:bodyPr/>
                    <a:lstStyle/>
                    <a:p>
                      <a:r>
                        <a:rPr lang="en-US">
                          <a:latin typeface="Open Sans" panose="020B0606030504020204" pitchFamily="34" charset="0"/>
                          <a:ea typeface="Open Sans" panose="020B0606030504020204" pitchFamily="34" charset="0"/>
                          <a:cs typeface="Open Sans" panose="020B0606030504020204" pitchFamily="34" charset="0"/>
                        </a:rPr>
                        <a:t>Login, Search Products, Place Order</a:t>
                      </a:r>
                    </a:p>
                  </a:txBody>
                  <a:tcPr anchor="ctr">
                    <a:lnL>
                      <a:noFill/>
                    </a:lnL>
                    <a:lnR>
                      <a:noFill/>
                    </a:lnR>
                    <a:lnT>
                      <a:noFill/>
                    </a:lnT>
                    <a:lnB>
                      <a:noFill/>
                    </a:lnB>
                  </a:tcPr>
                </a:tc>
                <a:extLst>
                  <a:ext uri="{0D108BD9-81ED-4DB2-BD59-A6C34878D82A}">
                    <a16:rowId xmlns:a16="http://schemas.microsoft.com/office/drawing/2014/main" val="1072009168"/>
                  </a:ext>
                </a:extLst>
              </a:tr>
              <a:tr h="0">
                <a:tc>
                  <a:txBody>
                    <a:bodyPr/>
                    <a:lstStyle/>
                    <a:p>
                      <a:r>
                        <a:rPr lang="en-US" b="1">
                          <a:latin typeface="Open Sans" panose="020B0606030504020204" pitchFamily="34" charset="0"/>
                          <a:ea typeface="Open Sans" panose="020B0606030504020204" pitchFamily="34" charset="0"/>
                          <a:cs typeface="Open Sans" panose="020B0606030504020204" pitchFamily="34" charset="0"/>
                        </a:rPr>
                        <a:t>3. Define system boundary</a:t>
                      </a:r>
                      <a:endParaRPr lang="en-US">
                        <a:latin typeface="Open Sans" panose="020B0606030504020204" pitchFamily="34" charset="0"/>
                        <a:ea typeface="Open Sans" panose="020B0606030504020204" pitchFamily="34" charset="0"/>
                        <a:cs typeface="Open Sans" panose="020B0606030504020204" pitchFamily="34" charset="0"/>
                      </a:endParaRPr>
                    </a:p>
                  </a:txBody>
                  <a:tcPr anchor="ctr">
                    <a:lnL>
                      <a:noFill/>
                    </a:lnL>
                    <a:lnR>
                      <a:noFill/>
                    </a:lnR>
                    <a:lnT>
                      <a:noFill/>
                    </a:lnT>
                    <a:lnB>
                      <a:noFill/>
                    </a:lnB>
                  </a:tcPr>
                </a:tc>
                <a:tc>
                  <a:txBody>
                    <a:bodyPr/>
                    <a:lstStyle/>
                    <a:p>
                      <a:r>
                        <a:rPr lang="en-US">
                          <a:latin typeface="Open Sans" panose="020B0606030504020204" pitchFamily="34" charset="0"/>
                          <a:ea typeface="Open Sans" panose="020B0606030504020204" pitchFamily="34" charset="0"/>
                          <a:cs typeface="Open Sans" panose="020B0606030504020204" pitchFamily="34" charset="0"/>
                        </a:rPr>
                        <a:t>Draw a box for the system itself</a:t>
                      </a:r>
                    </a:p>
                  </a:txBody>
                  <a:tcPr anchor="ctr">
                    <a:lnL>
                      <a:noFill/>
                    </a:lnL>
                    <a:lnR>
                      <a:noFill/>
                    </a:lnR>
                    <a:lnT>
                      <a:noFill/>
                    </a:lnT>
                    <a:lnB>
                      <a:noFill/>
                    </a:lnB>
                  </a:tcPr>
                </a:tc>
                <a:tc>
                  <a:txBody>
                    <a:bodyPr/>
                    <a:lstStyle/>
                    <a:p>
                      <a:r>
                        <a:rPr lang="en-US">
                          <a:latin typeface="Open Sans" panose="020B0606030504020204" pitchFamily="34" charset="0"/>
                          <a:ea typeface="Open Sans" panose="020B0606030504020204" pitchFamily="34" charset="0"/>
                          <a:cs typeface="Open Sans" panose="020B0606030504020204" pitchFamily="34" charset="0"/>
                        </a:rPr>
                        <a:t>“Online Shopping System”</a:t>
                      </a:r>
                    </a:p>
                  </a:txBody>
                  <a:tcPr anchor="ctr">
                    <a:lnL>
                      <a:noFill/>
                    </a:lnL>
                    <a:lnR>
                      <a:noFill/>
                    </a:lnR>
                    <a:lnT>
                      <a:noFill/>
                    </a:lnT>
                    <a:lnB>
                      <a:noFill/>
                    </a:lnB>
                  </a:tcPr>
                </a:tc>
                <a:extLst>
                  <a:ext uri="{0D108BD9-81ED-4DB2-BD59-A6C34878D82A}">
                    <a16:rowId xmlns:a16="http://schemas.microsoft.com/office/drawing/2014/main" val="131691054"/>
                  </a:ext>
                </a:extLst>
              </a:tr>
              <a:tr h="0">
                <a:tc>
                  <a:txBody>
                    <a:bodyPr/>
                    <a:lstStyle/>
                    <a:p>
                      <a:r>
                        <a:rPr lang="en-US" b="1">
                          <a:latin typeface="Open Sans" panose="020B0606030504020204" pitchFamily="34" charset="0"/>
                          <a:ea typeface="Open Sans" panose="020B0606030504020204" pitchFamily="34" charset="0"/>
                          <a:cs typeface="Open Sans" panose="020B0606030504020204" pitchFamily="34" charset="0"/>
                        </a:rPr>
                        <a:t>4. Connect actors to use cases</a:t>
                      </a:r>
                      <a:endParaRPr lang="en-US">
                        <a:latin typeface="Open Sans" panose="020B0606030504020204" pitchFamily="34" charset="0"/>
                        <a:ea typeface="Open Sans" panose="020B0606030504020204" pitchFamily="34" charset="0"/>
                        <a:cs typeface="Open Sans" panose="020B0606030504020204" pitchFamily="34" charset="0"/>
                      </a:endParaRPr>
                    </a:p>
                  </a:txBody>
                  <a:tcPr anchor="ctr">
                    <a:lnL>
                      <a:noFill/>
                    </a:lnL>
                    <a:lnR>
                      <a:noFill/>
                    </a:lnR>
                    <a:lnT>
                      <a:noFill/>
                    </a:lnT>
                    <a:lnB>
                      <a:noFill/>
                    </a:lnB>
                  </a:tcPr>
                </a:tc>
                <a:tc>
                  <a:txBody>
                    <a:bodyPr/>
                    <a:lstStyle/>
                    <a:p>
                      <a:r>
                        <a:rPr lang="en-US" dirty="0">
                          <a:latin typeface="Open Sans" panose="020B0606030504020204" pitchFamily="34" charset="0"/>
                          <a:ea typeface="Open Sans" panose="020B0606030504020204" pitchFamily="34" charset="0"/>
                          <a:cs typeface="Open Sans" panose="020B0606030504020204" pitchFamily="34" charset="0"/>
                        </a:rPr>
                        <a:t>Draw association lines</a:t>
                      </a:r>
                    </a:p>
                  </a:txBody>
                  <a:tcPr anchor="ctr">
                    <a:lnL>
                      <a:noFill/>
                    </a:lnL>
                    <a:lnR>
                      <a:noFill/>
                    </a:lnR>
                    <a:lnT>
                      <a:noFill/>
                    </a:lnT>
                    <a:lnB>
                      <a:noFill/>
                    </a:lnB>
                  </a:tcPr>
                </a:tc>
                <a:tc>
                  <a:txBody>
                    <a:bodyPr/>
                    <a:lstStyle/>
                    <a:p>
                      <a:r>
                        <a:rPr lang="en-US">
                          <a:latin typeface="Open Sans" panose="020B0606030504020204" pitchFamily="34" charset="0"/>
                          <a:ea typeface="Open Sans" panose="020B0606030504020204" pitchFamily="34" charset="0"/>
                          <a:cs typeface="Open Sans" panose="020B0606030504020204" pitchFamily="34" charset="0"/>
                        </a:rPr>
                        <a:t>Customer → Place Order</a:t>
                      </a:r>
                    </a:p>
                  </a:txBody>
                  <a:tcPr anchor="ctr">
                    <a:lnL>
                      <a:noFill/>
                    </a:lnL>
                    <a:lnR>
                      <a:noFill/>
                    </a:lnR>
                    <a:lnT>
                      <a:noFill/>
                    </a:lnT>
                    <a:lnB>
                      <a:noFill/>
                    </a:lnB>
                  </a:tcPr>
                </a:tc>
                <a:extLst>
                  <a:ext uri="{0D108BD9-81ED-4DB2-BD59-A6C34878D82A}">
                    <a16:rowId xmlns:a16="http://schemas.microsoft.com/office/drawing/2014/main" val="1690478334"/>
                  </a:ext>
                </a:extLst>
              </a:tr>
              <a:tr h="0">
                <a:tc>
                  <a:txBody>
                    <a:bodyPr/>
                    <a:lstStyle/>
                    <a:p>
                      <a:r>
                        <a:rPr lang="en-US" b="1">
                          <a:latin typeface="Open Sans" panose="020B0606030504020204" pitchFamily="34" charset="0"/>
                          <a:ea typeface="Open Sans" panose="020B0606030504020204" pitchFamily="34" charset="0"/>
                          <a:cs typeface="Open Sans" panose="020B0606030504020204" pitchFamily="34" charset="0"/>
                        </a:rPr>
                        <a:t>5. Add relationships</a:t>
                      </a:r>
                      <a:endParaRPr lang="en-US">
                        <a:latin typeface="Open Sans" panose="020B0606030504020204" pitchFamily="34" charset="0"/>
                        <a:ea typeface="Open Sans" panose="020B0606030504020204" pitchFamily="34" charset="0"/>
                        <a:cs typeface="Open Sans" panose="020B0606030504020204" pitchFamily="34" charset="0"/>
                      </a:endParaRPr>
                    </a:p>
                  </a:txBody>
                  <a:tcPr anchor="ctr">
                    <a:lnL>
                      <a:noFill/>
                    </a:lnL>
                    <a:lnR>
                      <a:noFill/>
                    </a:lnR>
                    <a:lnT>
                      <a:noFill/>
                    </a:lnT>
                    <a:lnB>
                      <a:noFill/>
                    </a:lnB>
                  </a:tcPr>
                </a:tc>
                <a:tc>
                  <a:txBody>
                    <a:bodyPr/>
                    <a:lstStyle/>
                    <a:p>
                      <a:r>
                        <a:rPr lang="en-US" dirty="0">
                          <a:latin typeface="Open Sans" panose="020B0606030504020204" pitchFamily="34" charset="0"/>
                          <a:ea typeface="Open Sans" panose="020B0606030504020204" pitchFamily="34" charset="0"/>
                          <a:cs typeface="Open Sans" panose="020B0606030504020204" pitchFamily="34" charset="0"/>
                        </a:rPr>
                        <a:t>Use “include”, “extend” where needed</a:t>
                      </a:r>
                    </a:p>
                  </a:txBody>
                  <a:tcPr anchor="ctr">
                    <a:lnL>
                      <a:noFill/>
                    </a:lnL>
                    <a:lnR>
                      <a:noFill/>
                    </a:lnR>
                    <a:lnT>
                      <a:noFill/>
                    </a:lnT>
                    <a:lnB>
                      <a:noFill/>
                    </a:lnB>
                  </a:tcPr>
                </a:tc>
                <a:tc>
                  <a:txBody>
                    <a:bodyPr/>
                    <a:lstStyle/>
                    <a:p>
                      <a:r>
                        <a:rPr lang="en-US" dirty="0">
                          <a:latin typeface="Open Sans" panose="020B0606030504020204" pitchFamily="34" charset="0"/>
                          <a:ea typeface="Open Sans" panose="020B0606030504020204" pitchFamily="34" charset="0"/>
                          <a:cs typeface="Open Sans" panose="020B0606030504020204" pitchFamily="34" charset="0"/>
                        </a:rPr>
                        <a:t>“Checkout” includes “Payment”</a:t>
                      </a:r>
                    </a:p>
                  </a:txBody>
                  <a:tcPr anchor="ctr">
                    <a:lnL>
                      <a:noFill/>
                    </a:lnL>
                    <a:lnR>
                      <a:noFill/>
                    </a:lnR>
                    <a:lnT>
                      <a:noFill/>
                    </a:lnT>
                    <a:lnB>
                      <a:noFill/>
                    </a:lnB>
                  </a:tcPr>
                </a:tc>
                <a:extLst>
                  <a:ext uri="{0D108BD9-81ED-4DB2-BD59-A6C34878D82A}">
                    <a16:rowId xmlns:a16="http://schemas.microsoft.com/office/drawing/2014/main" val="3376363617"/>
                  </a:ext>
                </a:extLst>
              </a:tr>
            </a:tbl>
          </a:graphicData>
        </a:graphic>
      </p:graphicFrame>
    </p:spTree>
    <p:extLst>
      <p:ext uri="{BB962C8B-B14F-4D97-AF65-F5344CB8AC3E}">
        <p14:creationId xmlns:p14="http://schemas.microsoft.com/office/powerpoint/2010/main" val="22765968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652"/>
        <p:cNvGrpSpPr/>
        <p:nvPr/>
      </p:nvGrpSpPr>
      <p:grpSpPr>
        <a:xfrm>
          <a:off x="0" y="0"/>
          <a:ext cx="0" cy="0"/>
          <a:chOff x="0" y="0"/>
          <a:chExt cx="0" cy="0"/>
        </a:xfrm>
      </p:grpSpPr>
      <p:cxnSp>
        <p:nvCxnSpPr>
          <p:cNvPr id="658" name="Google Shape;658;p31"/>
          <p:cNvCxnSpPr/>
          <p:nvPr/>
        </p:nvCxnSpPr>
        <p:spPr>
          <a:xfrm>
            <a:off x="0" y="307163"/>
            <a:ext cx="4570500" cy="0"/>
          </a:xfrm>
          <a:prstGeom prst="straightConnector1">
            <a:avLst/>
          </a:prstGeom>
          <a:noFill/>
          <a:ln w="9525" cap="flat" cmpd="sng">
            <a:solidFill>
              <a:schemeClr val="dk1"/>
            </a:solidFill>
            <a:prstDash val="solid"/>
            <a:round/>
            <a:headEnd type="none" w="med" len="med"/>
            <a:tailEnd type="none" w="med" len="med"/>
          </a:ln>
        </p:spPr>
      </p:cxnSp>
      <p:sp>
        <p:nvSpPr>
          <p:cNvPr id="3" name="Title 2">
            <a:extLst>
              <a:ext uri="{FF2B5EF4-FFF2-40B4-BE49-F238E27FC236}">
                <a16:creationId xmlns:a16="http://schemas.microsoft.com/office/drawing/2014/main" id="{998B0E51-4EE2-40B1-BBE7-17426523A8E4}"/>
              </a:ext>
            </a:extLst>
          </p:cNvPr>
          <p:cNvSpPr>
            <a:spLocks noGrp="1"/>
          </p:cNvSpPr>
          <p:nvPr>
            <p:ph type="title"/>
          </p:nvPr>
        </p:nvSpPr>
        <p:spPr/>
        <p:txBody>
          <a:bodyPr/>
          <a:lstStyle/>
          <a:p>
            <a:r>
              <a:rPr lang="en-US" sz="2200" dirty="0">
                <a:latin typeface="Open Sans" panose="020B0606030504020204" pitchFamily="34" charset="0"/>
                <a:ea typeface="Open Sans" panose="020B0606030504020204" pitchFamily="34" charset="0"/>
                <a:cs typeface="Open Sans" panose="020B0606030504020204" pitchFamily="34" charset="0"/>
              </a:rPr>
              <a:t>🔗 4. Relationships Between Use Cases</a:t>
            </a:r>
            <a:endParaRPr lang="en-US" sz="2200" b="1" dirty="0">
              <a:latin typeface="Open Sans" panose="020B0606030504020204" pitchFamily="34" charset="0"/>
              <a:ea typeface="Open Sans" panose="020B0606030504020204" pitchFamily="34" charset="0"/>
              <a:cs typeface="Open Sans" panose="020B0606030504020204" pitchFamily="34" charset="0"/>
            </a:endParaRPr>
          </a:p>
        </p:txBody>
      </p:sp>
      <p:sp>
        <p:nvSpPr>
          <p:cNvPr id="6" name="TextBox 5">
            <a:extLst>
              <a:ext uri="{FF2B5EF4-FFF2-40B4-BE49-F238E27FC236}">
                <a16:creationId xmlns:a16="http://schemas.microsoft.com/office/drawing/2014/main" id="{70EDD9D3-5A6F-4602-B4F2-9221503A1059}"/>
              </a:ext>
            </a:extLst>
          </p:cNvPr>
          <p:cNvSpPr txBox="1"/>
          <p:nvPr/>
        </p:nvSpPr>
        <p:spPr>
          <a:xfrm>
            <a:off x="823303" y="1402199"/>
            <a:ext cx="7214140" cy="738664"/>
          </a:xfrm>
          <a:prstGeom prst="rect">
            <a:avLst/>
          </a:prstGeom>
          <a:noFill/>
        </p:spPr>
        <p:txBody>
          <a:bodyPr wrap="square">
            <a:spAutoFit/>
          </a:bodyPr>
          <a:lstStyle/>
          <a:p>
            <a:r>
              <a:rPr lang="en-US" b="0" i="0" dirty="0">
                <a:solidFill>
                  <a:srgbClr val="737C85"/>
                </a:solidFill>
                <a:effectLst/>
                <a:latin typeface="Open Sans" panose="020B0606030504020204" pitchFamily="34" charset="0"/>
              </a:rPr>
              <a:t> A relationship between two use cases is basically modeling the dependency between the two use cases. The reuse of an existing use case by using different types of relationships reduces the overall effort required in developing a system</a:t>
            </a:r>
            <a:endParaRPr lang="en-US" dirty="0"/>
          </a:p>
        </p:txBody>
      </p:sp>
      <p:sp>
        <p:nvSpPr>
          <p:cNvPr id="8" name="TextBox 7">
            <a:extLst>
              <a:ext uri="{FF2B5EF4-FFF2-40B4-BE49-F238E27FC236}">
                <a16:creationId xmlns:a16="http://schemas.microsoft.com/office/drawing/2014/main" id="{38E1115E-A77C-46BA-9DD3-D9DF1945F7A2}"/>
              </a:ext>
            </a:extLst>
          </p:cNvPr>
          <p:cNvSpPr txBox="1"/>
          <p:nvPr/>
        </p:nvSpPr>
        <p:spPr>
          <a:xfrm>
            <a:off x="823303" y="2578376"/>
            <a:ext cx="4575436" cy="1169551"/>
          </a:xfrm>
          <a:prstGeom prst="rect">
            <a:avLst/>
          </a:prstGeom>
          <a:noFill/>
        </p:spPr>
        <p:txBody>
          <a:bodyPr wrap="square">
            <a:spAutoFit/>
          </a:bodyPr>
          <a:lstStyle/>
          <a:p>
            <a:pPr algn="l"/>
            <a:r>
              <a:rPr lang="en-US" b="0" i="0" dirty="0">
                <a:solidFill>
                  <a:srgbClr val="333333"/>
                </a:solidFill>
                <a:effectLst/>
                <a:latin typeface="Open Sans" panose="020B0606030504020204" pitchFamily="34" charset="0"/>
              </a:rPr>
              <a:t>Association Link</a:t>
            </a:r>
            <a:br>
              <a:rPr lang="en-US" b="0" i="0" dirty="0">
                <a:solidFill>
                  <a:srgbClr val="333333"/>
                </a:solidFill>
                <a:effectLst/>
                <a:latin typeface="Open Sans" panose="020B0606030504020204" pitchFamily="34" charset="0"/>
              </a:rPr>
            </a:br>
            <a:br>
              <a:rPr lang="en-US" b="0" i="0" dirty="0">
                <a:solidFill>
                  <a:srgbClr val="333333"/>
                </a:solidFill>
                <a:effectLst/>
                <a:latin typeface="Open Sans" panose="020B0606030504020204" pitchFamily="34" charset="0"/>
              </a:rPr>
            </a:br>
            <a:r>
              <a:rPr lang="en-US" b="0" i="0" dirty="0">
                <a:solidFill>
                  <a:srgbClr val="737C85"/>
                </a:solidFill>
                <a:effectLst/>
                <a:latin typeface="Open Sans" panose="020B0606030504020204" pitchFamily="34" charset="0"/>
              </a:rPr>
              <a:t>illustrates a set of use cases for a system, i.e. the actors and the relationships between the actors and use cases</a:t>
            </a:r>
            <a:endParaRPr lang="en-US" b="0" i="0" dirty="0">
              <a:solidFill>
                <a:srgbClr val="333333"/>
              </a:solidFill>
              <a:effectLst/>
              <a:latin typeface="Open Sans" panose="020B0606030504020204" pitchFamily="34" charset="0"/>
            </a:endParaRPr>
          </a:p>
        </p:txBody>
      </p:sp>
      <p:pic>
        <p:nvPicPr>
          <p:cNvPr id="11266" name="Picture 2" descr="Use Case Diagram Example">
            <a:extLst>
              <a:ext uri="{FF2B5EF4-FFF2-40B4-BE49-F238E27FC236}">
                <a16:creationId xmlns:a16="http://schemas.microsoft.com/office/drawing/2014/main" id="{59272876-4C0E-4B95-AFE6-4E4481711D3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40462" y="3544124"/>
            <a:ext cx="2466975" cy="6953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8326393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652"/>
        <p:cNvGrpSpPr/>
        <p:nvPr/>
      </p:nvGrpSpPr>
      <p:grpSpPr>
        <a:xfrm>
          <a:off x="0" y="0"/>
          <a:ext cx="0" cy="0"/>
          <a:chOff x="0" y="0"/>
          <a:chExt cx="0" cy="0"/>
        </a:xfrm>
      </p:grpSpPr>
      <p:cxnSp>
        <p:nvCxnSpPr>
          <p:cNvPr id="658" name="Google Shape;658;p31"/>
          <p:cNvCxnSpPr/>
          <p:nvPr/>
        </p:nvCxnSpPr>
        <p:spPr>
          <a:xfrm>
            <a:off x="0" y="307163"/>
            <a:ext cx="4570500" cy="0"/>
          </a:xfrm>
          <a:prstGeom prst="straightConnector1">
            <a:avLst/>
          </a:prstGeom>
          <a:noFill/>
          <a:ln w="9525" cap="flat" cmpd="sng">
            <a:solidFill>
              <a:schemeClr val="dk1"/>
            </a:solidFill>
            <a:prstDash val="solid"/>
            <a:round/>
            <a:headEnd type="none" w="med" len="med"/>
            <a:tailEnd type="none" w="med" len="med"/>
          </a:ln>
        </p:spPr>
      </p:cxnSp>
      <p:sp>
        <p:nvSpPr>
          <p:cNvPr id="3" name="Title 2">
            <a:extLst>
              <a:ext uri="{FF2B5EF4-FFF2-40B4-BE49-F238E27FC236}">
                <a16:creationId xmlns:a16="http://schemas.microsoft.com/office/drawing/2014/main" id="{998B0E51-4EE2-40B1-BBE7-17426523A8E4}"/>
              </a:ext>
            </a:extLst>
          </p:cNvPr>
          <p:cNvSpPr>
            <a:spLocks noGrp="1"/>
          </p:cNvSpPr>
          <p:nvPr>
            <p:ph type="title"/>
          </p:nvPr>
        </p:nvSpPr>
        <p:spPr/>
        <p:txBody>
          <a:bodyPr/>
          <a:lstStyle/>
          <a:p>
            <a:r>
              <a:rPr lang="en-US" sz="2200" dirty="0">
                <a:latin typeface="Open Sans" panose="020B0606030504020204" pitchFamily="34" charset="0"/>
                <a:ea typeface="Open Sans" panose="020B0606030504020204" pitchFamily="34" charset="0"/>
                <a:cs typeface="Open Sans" panose="020B0606030504020204" pitchFamily="34" charset="0"/>
              </a:rPr>
              <a:t>🔗 4. Relationships Between Use Cases</a:t>
            </a:r>
            <a:endParaRPr lang="en-US" sz="2200" b="1" dirty="0">
              <a:latin typeface="Open Sans" panose="020B0606030504020204" pitchFamily="34" charset="0"/>
              <a:ea typeface="Open Sans" panose="020B0606030504020204" pitchFamily="34" charset="0"/>
              <a:cs typeface="Open Sans" panose="020B0606030504020204" pitchFamily="34" charset="0"/>
            </a:endParaRPr>
          </a:p>
        </p:txBody>
      </p:sp>
      <p:sp>
        <p:nvSpPr>
          <p:cNvPr id="8" name="TextBox 7">
            <a:extLst>
              <a:ext uri="{FF2B5EF4-FFF2-40B4-BE49-F238E27FC236}">
                <a16:creationId xmlns:a16="http://schemas.microsoft.com/office/drawing/2014/main" id="{38E1115E-A77C-46BA-9DD3-D9DF1945F7A2}"/>
              </a:ext>
            </a:extLst>
          </p:cNvPr>
          <p:cNvSpPr txBox="1"/>
          <p:nvPr/>
        </p:nvSpPr>
        <p:spPr>
          <a:xfrm>
            <a:off x="722375" y="1402199"/>
            <a:ext cx="3327111" cy="2462213"/>
          </a:xfrm>
          <a:prstGeom prst="rect">
            <a:avLst/>
          </a:prstGeom>
          <a:noFill/>
        </p:spPr>
        <p:txBody>
          <a:bodyPr wrap="square">
            <a:spAutoFit/>
          </a:bodyPr>
          <a:lstStyle/>
          <a:p>
            <a:pPr algn="l"/>
            <a:r>
              <a:rPr lang="en-US" b="0" i="0" dirty="0">
                <a:solidFill>
                  <a:srgbClr val="333333"/>
                </a:solidFill>
                <a:effectLst/>
                <a:latin typeface="Open Sans" panose="020B0606030504020204" pitchFamily="34" charset="0"/>
              </a:rPr>
              <a:t>Include Relationship</a:t>
            </a:r>
            <a:br>
              <a:rPr lang="en-US" b="0" i="0" dirty="0">
                <a:solidFill>
                  <a:srgbClr val="333333"/>
                </a:solidFill>
                <a:effectLst/>
                <a:latin typeface="Open Sans" panose="020B0606030504020204" pitchFamily="34" charset="0"/>
              </a:rPr>
            </a:br>
            <a:r>
              <a:rPr lang="en-US" b="0" i="0" dirty="0">
                <a:solidFill>
                  <a:srgbClr val="333333"/>
                </a:solidFill>
                <a:effectLst/>
                <a:latin typeface="Open Sans" panose="020B0606030504020204" pitchFamily="34" charset="0"/>
              </a:rPr>
              <a:t>A common function always performed</a:t>
            </a:r>
            <a:br>
              <a:rPr lang="en-US" b="0" i="0" dirty="0">
                <a:solidFill>
                  <a:srgbClr val="333333"/>
                </a:solidFill>
                <a:effectLst/>
                <a:latin typeface="Open Sans" panose="020B0606030504020204" pitchFamily="34" charset="0"/>
              </a:rPr>
            </a:br>
            <a:br>
              <a:rPr lang="en-US" b="0" i="0" dirty="0">
                <a:solidFill>
                  <a:srgbClr val="333333"/>
                </a:solidFill>
                <a:effectLst/>
                <a:latin typeface="Open Sans" panose="020B0606030504020204" pitchFamily="34" charset="0"/>
              </a:rPr>
            </a:br>
            <a:r>
              <a:rPr lang="en-US" b="0" i="0" dirty="0">
                <a:solidFill>
                  <a:srgbClr val="333333"/>
                </a:solidFill>
                <a:effectLst/>
                <a:latin typeface="Open Sans" panose="020B0606030504020204" pitchFamily="34" charset="0"/>
              </a:rPr>
              <a:t>adds additional functionality not specified in the base use case. The &lt;&lt;Include&gt;&gt; relationship is used to include common behavior from an included use case into a base use case in order to support the reuse of common behavior</a:t>
            </a:r>
          </a:p>
        </p:txBody>
      </p:sp>
      <p:pic>
        <p:nvPicPr>
          <p:cNvPr id="12290" name="Picture 2" descr="Use Case Diagram Include Example">
            <a:extLst>
              <a:ext uri="{FF2B5EF4-FFF2-40B4-BE49-F238E27FC236}">
                <a16:creationId xmlns:a16="http://schemas.microsoft.com/office/drawing/2014/main" id="{58B25272-0A51-4314-B4EC-F66B7C65145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56004" y="1993359"/>
            <a:ext cx="4419600" cy="18764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6723849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652"/>
        <p:cNvGrpSpPr/>
        <p:nvPr/>
      </p:nvGrpSpPr>
      <p:grpSpPr>
        <a:xfrm>
          <a:off x="0" y="0"/>
          <a:ext cx="0" cy="0"/>
          <a:chOff x="0" y="0"/>
          <a:chExt cx="0" cy="0"/>
        </a:xfrm>
      </p:grpSpPr>
      <p:cxnSp>
        <p:nvCxnSpPr>
          <p:cNvPr id="658" name="Google Shape;658;p31"/>
          <p:cNvCxnSpPr/>
          <p:nvPr/>
        </p:nvCxnSpPr>
        <p:spPr>
          <a:xfrm>
            <a:off x="0" y="307163"/>
            <a:ext cx="4570500" cy="0"/>
          </a:xfrm>
          <a:prstGeom prst="straightConnector1">
            <a:avLst/>
          </a:prstGeom>
          <a:noFill/>
          <a:ln w="9525" cap="flat" cmpd="sng">
            <a:solidFill>
              <a:schemeClr val="dk1"/>
            </a:solidFill>
            <a:prstDash val="solid"/>
            <a:round/>
            <a:headEnd type="none" w="med" len="med"/>
            <a:tailEnd type="none" w="med" len="med"/>
          </a:ln>
        </p:spPr>
      </p:cxnSp>
      <p:sp>
        <p:nvSpPr>
          <p:cNvPr id="3" name="Title 2">
            <a:extLst>
              <a:ext uri="{FF2B5EF4-FFF2-40B4-BE49-F238E27FC236}">
                <a16:creationId xmlns:a16="http://schemas.microsoft.com/office/drawing/2014/main" id="{998B0E51-4EE2-40B1-BBE7-17426523A8E4}"/>
              </a:ext>
            </a:extLst>
          </p:cNvPr>
          <p:cNvSpPr>
            <a:spLocks noGrp="1"/>
          </p:cNvSpPr>
          <p:nvPr>
            <p:ph type="title"/>
          </p:nvPr>
        </p:nvSpPr>
        <p:spPr/>
        <p:txBody>
          <a:bodyPr/>
          <a:lstStyle/>
          <a:p>
            <a:r>
              <a:rPr lang="en-US" sz="2200" dirty="0">
                <a:latin typeface="Open Sans" panose="020B0606030504020204" pitchFamily="34" charset="0"/>
                <a:ea typeface="Open Sans" panose="020B0606030504020204" pitchFamily="34" charset="0"/>
                <a:cs typeface="Open Sans" panose="020B0606030504020204" pitchFamily="34" charset="0"/>
              </a:rPr>
              <a:t>🔗 4. Relationships Between Use Cases</a:t>
            </a:r>
            <a:endParaRPr lang="en-US" sz="2200" b="1" dirty="0">
              <a:latin typeface="Open Sans" panose="020B0606030504020204" pitchFamily="34" charset="0"/>
              <a:ea typeface="Open Sans" panose="020B0606030504020204" pitchFamily="34" charset="0"/>
              <a:cs typeface="Open Sans" panose="020B0606030504020204" pitchFamily="34" charset="0"/>
            </a:endParaRPr>
          </a:p>
        </p:txBody>
      </p:sp>
      <p:sp>
        <p:nvSpPr>
          <p:cNvPr id="8" name="TextBox 7">
            <a:extLst>
              <a:ext uri="{FF2B5EF4-FFF2-40B4-BE49-F238E27FC236}">
                <a16:creationId xmlns:a16="http://schemas.microsoft.com/office/drawing/2014/main" id="{38E1115E-A77C-46BA-9DD3-D9DF1945F7A2}"/>
              </a:ext>
            </a:extLst>
          </p:cNvPr>
          <p:cNvSpPr txBox="1"/>
          <p:nvPr/>
        </p:nvSpPr>
        <p:spPr>
          <a:xfrm>
            <a:off x="722375" y="1402199"/>
            <a:ext cx="3327111" cy="2246769"/>
          </a:xfrm>
          <a:prstGeom prst="rect">
            <a:avLst/>
          </a:prstGeom>
          <a:noFill/>
        </p:spPr>
        <p:txBody>
          <a:bodyPr wrap="square">
            <a:spAutoFit/>
          </a:bodyPr>
          <a:lstStyle/>
          <a:p>
            <a:pPr algn="l"/>
            <a:r>
              <a:rPr lang="en-US" b="0" i="0" dirty="0">
                <a:solidFill>
                  <a:srgbClr val="333333"/>
                </a:solidFill>
                <a:effectLst/>
                <a:latin typeface="Open Sans" panose="020B0606030504020204" pitchFamily="34" charset="0"/>
              </a:rPr>
              <a:t>Extend Relationship</a:t>
            </a:r>
          </a:p>
          <a:p>
            <a:pPr algn="l"/>
            <a:endParaRPr lang="en-US" dirty="0">
              <a:solidFill>
                <a:srgbClr val="333333"/>
              </a:solidFill>
              <a:latin typeface="Open Sans" panose="020B0606030504020204" pitchFamily="34" charset="0"/>
            </a:endParaRPr>
          </a:p>
          <a:p>
            <a:pPr algn="l"/>
            <a:r>
              <a:rPr lang="en-US" dirty="0"/>
              <a:t>Optional or conditional function</a:t>
            </a:r>
            <a:br>
              <a:rPr lang="en-US" b="0" i="0" dirty="0">
                <a:solidFill>
                  <a:srgbClr val="333333"/>
                </a:solidFill>
                <a:effectLst/>
                <a:latin typeface="Open Sans" panose="020B0606030504020204" pitchFamily="34" charset="0"/>
              </a:rPr>
            </a:br>
            <a:r>
              <a:rPr lang="en-US" b="0" i="0" dirty="0">
                <a:solidFill>
                  <a:srgbClr val="333333"/>
                </a:solidFill>
                <a:effectLst/>
                <a:latin typeface="Open Sans" panose="020B0606030504020204" pitchFamily="34" charset="0"/>
              </a:rPr>
              <a:t>The extended relationships are important because they show optional functionality or system behavior. The &lt;&lt;extend&gt;&gt; relationship is used to include optional behavior from an extending use case in an extended use case.</a:t>
            </a:r>
          </a:p>
        </p:txBody>
      </p:sp>
      <p:pic>
        <p:nvPicPr>
          <p:cNvPr id="13314" name="Picture 2" descr="Use Case Diagram Extend Example">
            <a:extLst>
              <a:ext uri="{FF2B5EF4-FFF2-40B4-BE49-F238E27FC236}">
                <a16:creationId xmlns:a16="http://schemas.microsoft.com/office/drawing/2014/main" id="{55613A2F-45D5-48DE-9BE1-2E36CD03654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89450" y="2177920"/>
            <a:ext cx="4914900" cy="6953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9079331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652"/>
        <p:cNvGrpSpPr/>
        <p:nvPr/>
      </p:nvGrpSpPr>
      <p:grpSpPr>
        <a:xfrm>
          <a:off x="0" y="0"/>
          <a:ext cx="0" cy="0"/>
          <a:chOff x="0" y="0"/>
          <a:chExt cx="0" cy="0"/>
        </a:xfrm>
      </p:grpSpPr>
      <p:cxnSp>
        <p:nvCxnSpPr>
          <p:cNvPr id="658" name="Google Shape;658;p31"/>
          <p:cNvCxnSpPr/>
          <p:nvPr/>
        </p:nvCxnSpPr>
        <p:spPr>
          <a:xfrm>
            <a:off x="0" y="307163"/>
            <a:ext cx="4570500" cy="0"/>
          </a:xfrm>
          <a:prstGeom prst="straightConnector1">
            <a:avLst/>
          </a:prstGeom>
          <a:noFill/>
          <a:ln w="9525" cap="flat" cmpd="sng">
            <a:solidFill>
              <a:schemeClr val="dk1"/>
            </a:solidFill>
            <a:prstDash val="solid"/>
            <a:round/>
            <a:headEnd type="none" w="med" len="med"/>
            <a:tailEnd type="none" w="med" len="med"/>
          </a:ln>
        </p:spPr>
      </p:cxnSp>
      <p:sp>
        <p:nvSpPr>
          <p:cNvPr id="3" name="Title 2">
            <a:extLst>
              <a:ext uri="{FF2B5EF4-FFF2-40B4-BE49-F238E27FC236}">
                <a16:creationId xmlns:a16="http://schemas.microsoft.com/office/drawing/2014/main" id="{998B0E51-4EE2-40B1-BBE7-17426523A8E4}"/>
              </a:ext>
            </a:extLst>
          </p:cNvPr>
          <p:cNvSpPr>
            <a:spLocks noGrp="1"/>
          </p:cNvSpPr>
          <p:nvPr>
            <p:ph type="title"/>
          </p:nvPr>
        </p:nvSpPr>
        <p:spPr/>
        <p:txBody>
          <a:bodyPr/>
          <a:lstStyle/>
          <a:p>
            <a:r>
              <a:rPr lang="en-US" sz="2200" dirty="0">
                <a:latin typeface="Open Sans" panose="020B0606030504020204" pitchFamily="34" charset="0"/>
                <a:ea typeface="Open Sans" panose="020B0606030504020204" pitchFamily="34" charset="0"/>
                <a:cs typeface="Open Sans" panose="020B0606030504020204" pitchFamily="34" charset="0"/>
              </a:rPr>
              <a:t>🔗 4. Relationships Between Use Cases</a:t>
            </a:r>
            <a:endParaRPr lang="en-US" sz="2200" b="1" dirty="0">
              <a:latin typeface="Open Sans" panose="020B0606030504020204" pitchFamily="34" charset="0"/>
              <a:ea typeface="Open Sans" panose="020B0606030504020204" pitchFamily="34" charset="0"/>
              <a:cs typeface="Open Sans" panose="020B0606030504020204" pitchFamily="34" charset="0"/>
            </a:endParaRPr>
          </a:p>
        </p:txBody>
      </p:sp>
      <p:sp>
        <p:nvSpPr>
          <p:cNvPr id="8" name="TextBox 7">
            <a:extLst>
              <a:ext uri="{FF2B5EF4-FFF2-40B4-BE49-F238E27FC236}">
                <a16:creationId xmlns:a16="http://schemas.microsoft.com/office/drawing/2014/main" id="{38E1115E-A77C-46BA-9DD3-D9DF1945F7A2}"/>
              </a:ext>
            </a:extLst>
          </p:cNvPr>
          <p:cNvSpPr txBox="1"/>
          <p:nvPr/>
        </p:nvSpPr>
        <p:spPr>
          <a:xfrm>
            <a:off x="722375" y="1402199"/>
            <a:ext cx="3327111" cy="3108543"/>
          </a:xfrm>
          <a:prstGeom prst="rect">
            <a:avLst/>
          </a:prstGeom>
          <a:noFill/>
        </p:spPr>
        <p:txBody>
          <a:bodyPr wrap="square">
            <a:spAutoFit/>
          </a:bodyPr>
          <a:lstStyle/>
          <a:p>
            <a:pPr algn="l"/>
            <a:r>
              <a:rPr lang="en-US" b="0" i="0" dirty="0">
                <a:solidFill>
                  <a:srgbClr val="333333"/>
                </a:solidFill>
                <a:effectLst/>
                <a:latin typeface="Open Sans" panose="020B0606030504020204" pitchFamily="34" charset="0"/>
              </a:rPr>
              <a:t>Generalization (Inheritance)</a:t>
            </a:r>
          </a:p>
          <a:p>
            <a:pPr algn="l"/>
            <a:endParaRPr lang="en-US" dirty="0">
              <a:solidFill>
                <a:srgbClr val="333333"/>
              </a:solidFill>
              <a:latin typeface="Open Sans" panose="020B0606030504020204" pitchFamily="34" charset="0"/>
            </a:endParaRPr>
          </a:p>
          <a:p>
            <a:pPr algn="l"/>
            <a:r>
              <a:rPr lang="en-US" dirty="0"/>
              <a:t>One actor or use case is a specialized version of another</a:t>
            </a:r>
            <a:endParaRPr lang="en-US" dirty="0">
              <a:solidFill>
                <a:srgbClr val="333333"/>
              </a:solidFill>
              <a:latin typeface="Open Sans" panose="020B0606030504020204" pitchFamily="34" charset="0"/>
            </a:endParaRPr>
          </a:p>
          <a:p>
            <a:pPr algn="l"/>
            <a:r>
              <a:rPr lang="en-US" b="0" i="0" dirty="0">
                <a:solidFill>
                  <a:srgbClr val="737C85"/>
                </a:solidFill>
                <a:effectLst/>
                <a:latin typeface="Open Sans" panose="020B0606030504020204" pitchFamily="34" charset="0"/>
              </a:rPr>
              <a:t>A generalization relationship means that a child use case inherits the behavior and meaning of the parent use case. The child may add or override the behavior of the </a:t>
            </a:r>
            <a:r>
              <a:rPr lang="en-US" b="0" i="0" dirty="0" err="1">
                <a:solidFill>
                  <a:srgbClr val="737C85"/>
                </a:solidFill>
                <a:effectLst/>
                <a:latin typeface="Open Sans" panose="020B0606030504020204" pitchFamily="34" charset="0"/>
              </a:rPr>
              <a:t>parentA</a:t>
            </a:r>
            <a:r>
              <a:rPr lang="en-US" b="0" i="0" dirty="0">
                <a:solidFill>
                  <a:srgbClr val="737C85"/>
                </a:solidFill>
                <a:effectLst/>
                <a:latin typeface="Open Sans" panose="020B0606030504020204" pitchFamily="34" charset="0"/>
              </a:rPr>
              <a:t> generalization relationship means that a child use case inherits the behavior and meaning of the parent use case. The child may add or override the behavior of the parent</a:t>
            </a:r>
            <a:endParaRPr lang="en-US" dirty="0">
              <a:solidFill>
                <a:srgbClr val="333333"/>
              </a:solidFill>
              <a:latin typeface="Open Sans" panose="020B0606030504020204" pitchFamily="34" charset="0"/>
            </a:endParaRPr>
          </a:p>
        </p:txBody>
      </p:sp>
      <p:pic>
        <p:nvPicPr>
          <p:cNvPr id="14338" name="Picture 2" descr="Use Case Diagram Generalization Example">
            <a:extLst>
              <a:ext uri="{FF2B5EF4-FFF2-40B4-BE49-F238E27FC236}">
                <a16:creationId xmlns:a16="http://schemas.microsoft.com/office/drawing/2014/main" id="{A74BF16A-018D-4AE1-A5D5-19284F66B4B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74651" y="1843087"/>
            <a:ext cx="3019425" cy="14573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0944071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1001"/>
        <p:cNvGrpSpPr/>
        <p:nvPr/>
      </p:nvGrpSpPr>
      <p:grpSpPr>
        <a:xfrm>
          <a:off x="0" y="0"/>
          <a:ext cx="0" cy="0"/>
          <a:chOff x="0" y="0"/>
          <a:chExt cx="0" cy="0"/>
        </a:xfrm>
      </p:grpSpPr>
      <p:sp>
        <p:nvSpPr>
          <p:cNvPr id="1002" name="Google Shape;1002;p36"/>
          <p:cNvSpPr txBox="1">
            <a:spLocks noGrp="1"/>
          </p:cNvSpPr>
          <p:nvPr>
            <p:ph type="title"/>
          </p:nvPr>
        </p:nvSpPr>
        <p:spPr>
          <a:xfrm>
            <a:off x="1117793" y="1588607"/>
            <a:ext cx="6456575" cy="983143"/>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US" sz="2000" dirty="0"/>
              <a:t>Use Case Diagram </a:t>
            </a:r>
            <a:br>
              <a:rPr lang="en-US" sz="2000" dirty="0"/>
            </a:br>
            <a:r>
              <a:rPr lang="en-US" sz="2000" dirty="0"/>
              <a:t>Examples &amp; Case Study</a:t>
            </a:r>
            <a:endParaRPr sz="2000" dirty="0"/>
          </a:p>
        </p:txBody>
      </p:sp>
      <p:grpSp>
        <p:nvGrpSpPr>
          <p:cNvPr id="1004" name="Google Shape;1004;p36"/>
          <p:cNvGrpSpPr/>
          <p:nvPr/>
        </p:nvGrpSpPr>
        <p:grpSpPr>
          <a:xfrm>
            <a:off x="6674916" y="4059932"/>
            <a:ext cx="821098" cy="821018"/>
            <a:chOff x="276382" y="1174752"/>
            <a:chExt cx="895027" cy="894940"/>
          </a:xfrm>
        </p:grpSpPr>
        <p:grpSp>
          <p:nvGrpSpPr>
            <p:cNvPr id="1005" name="Google Shape;1005;p36"/>
            <p:cNvGrpSpPr/>
            <p:nvPr/>
          </p:nvGrpSpPr>
          <p:grpSpPr>
            <a:xfrm>
              <a:off x="276382" y="1174752"/>
              <a:ext cx="895027" cy="894940"/>
              <a:chOff x="2861096" y="3889198"/>
              <a:chExt cx="397772" cy="397716"/>
            </a:xfrm>
          </p:grpSpPr>
          <p:sp>
            <p:nvSpPr>
              <p:cNvPr id="1006" name="Google Shape;1006;p36"/>
              <p:cNvSpPr/>
              <p:nvPr/>
            </p:nvSpPr>
            <p:spPr>
              <a:xfrm>
                <a:off x="2861096" y="3889198"/>
                <a:ext cx="397772" cy="397716"/>
              </a:xfrm>
              <a:custGeom>
                <a:avLst/>
                <a:gdLst/>
                <a:ahLst/>
                <a:cxnLst/>
                <a:rect l="l" t="t" r="r" b="b"/>
                <a:pathLst>
                  <a:path w="7080" h="7079" extrusionOk="0">
                    <a:moveTo>
                      <a:pt x="3545" y="0"/>
                    </a:moveTo>
                    <a:cubicBezTo>
                      <a:pt x="1588" y="0"/>
                      <a:pt x="1" y="1588"/>
                      <a:pt x="1" y="3535"/>
                    </a:cubicBezTo>
                    <a:cubicBezTo>
                      <a:pt x="1" y="5491"/>
                      <a:pt x="1588" y="7079"/>
                      <a:pt x="3545" y="7079"/>
                    </a:cubicBezTo>
                    <a:cubicBezTo>
                      <a:pt x="5501" y="7079"/>
                      <a:pt x="7079" y="5491"/>
                      <a:pt x="7079" y="3535"/>
                    </a:cubicBezTo>
                    <a:cubicBezTo>
                      <a:pt x="7079" y="1588"/>
                      <a:pt x="5501" y="0"/>
                      <a:pt x="3545" y="0"/>
                    </a:cubicBezTo>
                    <a:close/>
                  </a:path>
                </a:pathLst>
              </a:custGeom>
              <a:solidFill>
                <a:schemeClr val="accent3"/>
              </a:solidFill>
              <a:ln w="9525" cap="flat" cmpd="sng">
                <a:solidFill>
                  <a:schemeClr val="dk1"/>
                </a:solidFill>
                <a:prstDash val="solid"/>
                <a:miter lim="945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7" name="Google Shape;1007;p36"/>
              <p:cNvSpPr/>
              <p:nvPr/>
            </p:nvSpPr>
            <p:spPr>
              <a:xfrm>
                <a:off x="2907821" y="3931467"/>
                <a:ext cx="304332" cy="313132"/>
              </a:xfrm>
              <a:custGeom>
                <a:avLst/>
                <a:gdLst/>
                <a:ahLst/>
                <a:cxnLst/>
                <a:rect l="l" t="t" r="r" b="b"/>
                <a:pathLst>
                  <a:path w="4282" h="4282" extrusionOk="0">
                    <a:moveTo>
                      <a:pt x="2146" y="1"/>
                    </a:moveTo>
                    <a:cubicBezTo>
                      <a:pt x="964" y="1"/>
                      <a:pt x="0" y="955"/>
                      <a:pt x="0" y="2137"/>
                    </a:cubicBezTo>
                    <a:cubicBezTo>
                      <a:pt x="0" y="3327"/>
                      <a:pt x="964" y="4282"/>
                      <a:pt x="2146" y="4282"/>
                    </a:cubicBezTo>
                    <a:cubicBezTo>
                      <a:pt x="3327" y="4282"/>
                      <a:pt x="4281" y="3327"/>
                      <a:pt x="4281" y="2137"/>
                    </a:cubicBezTo>
                    <a:cubicBezTo>
                      <a:pt x="4281" y="955"/>
                      <a:pt x="3327" y="1"/>
                      <a:pt x="2146" y="1"/>
                    </a:cubicBezTo>
                    <a:close/>
                  </a:path>
                </a:pathLst>
              </a:custGeom>
              <a:solidFill>
                <a:schemeClr val="accent1"/>
              </a:solidFill>
              <a:ln w="9525" cap="flat" cmpd="sng">
                <a:solidFill>
                  <a:schemeClr val="dk1"/>
                </a:solidFill>
                <a:prstDash val="solid"/>
                <a:miter lim="945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08" name="Google Shape;1008;p36"/>
            <p:cNvSpPr/>
            <p:nvPr/>
          </p:nvSpPr>
          <p:spPr>
            <a:xfrm>
              <a:off x="698100" y="1366625"/>
              <a:ext cx="195250" cy="467375"/>
            </a:xfrm>
            <a:custGeom>
              <a:avLst/>
              <a:gdLst/>
              <a:ahLst/>
              <a:cxnLst/>
              <a:rect l="l" t="t" r="r" b="b"/>
              <a:pathLst>
                <a:path w="7810" h="18695" extrusionOk="0">
                  <a:moveTo>
                    <a:pt x="5916" y="0"/>
                  </a:moveTo>
                  <a:lnTo>
                    <a:pt x="0" y="9939"/>
                  </a:lnTo>
                  <a:lnTo>
                    <a:pt x="7810" y="18695"/>
                  </a:lnTo>
                </a:path>
              </a:pathLst>
            </a:custGeom>
            <a:noFill/>
            <a:ln w="9525" cap="flat" cmpd="sng">
              <a:solidFill>
                <a:schemeClr val="dk1"/>
              </a:solidFill>
              <a:prstDash val="solid"/>
              <a:round/>
              <a:headEnd type="none" w="med" len="med"/>
              <a:tailEnd type="none" w="med" len="med"/>
            </a:ln>
          </p:spPr>
        </p:sp>
      </p:grpSp>
      <p:grpSp>
        <p:nvGrpSpPr>
          <p:cNvPr id="1009" name="Google Shape;1009;p36"/>
          <p:cNvGrpSpPr/>
          <p:nvPr/>
        </p:nvGrpSpPr>
        <p:grpSpPr>
          <a:xfrm rot="-507535">
            <a:off x="1091350" y="139897"/>
            <a:ext cx="519443" cy="799194"/>
            <a:chOff x="3334313" y="1341356"/>
            <a:chExt cx="798434" cy="1228438"/>
          </a:xfrm>
        </p:grpSpPr>
        <p:sp>
          <p:nvSpPr>
            <p:cNvPr id="1010" name="Google Shape;1010;p36"/>
            <p:cNvSpPr/>
            <p:nvPr/>
          </p:nvSpPr>
          <p:spPr>
            <a:xfrm>
              <a:off x="3334313" y="1341356"/>
              <a:ext cx="798434" cy="999971"/>
            </a:xfrm>
            <a:custGeom>
              <a:avLst/>
              <a:gdLst/>
              <a:ahLst/>
              <a:cxnLst/>
              <a:rect l="l" t="t" r="r" b="b"/>
              <a:pathLst>
                <a:path w="16152" h="20228" extrusionOk="0">
                  <a:moveTo>
                    <a:pt x="8144" y="1"/>
                  </a:moveTo>
                  <a:cubicBezTo>
                    <a:pt x="8069" y="1"/>
                    <a:pt x="7995" y="2"/>
                    <a:pt x="7920" y="4"/>
                  </a:cubicBezTo>
                  <a:cubicBezTo>
                    <a:pt x="3791" y="117"/>
                    <a:pt x="379" y="3444"/>
                    <a:pt x="152" y="7564"/>
                  </a:cubicBezTo>
                  <a:cubicBezTo>
                    <a:pt x="1" y="10305"/>
                    <a:pt x="1239" y="12762"/>
                    <a:pt x="3214" y="14312"/>
                  </a:cubicBezTo>
                  <a:cubicBezTo>
                    <a:pt x="3791" y="14765"/>
                    <a:pt x="4291" y="15323"/>
                    <a:pt x="4641" y="15966"/>
                  </a:cubicBezTo>
                  <a:cubicBezTo>
                    <a:pt x="4991" y="16589"/>
                    <a:pt x="5274" y="17393"/>
                    <a:pt x="5340" y="18357"/>
                  </a:cubicBezTo>
                  <a:lnTo>
                    <a:pt x="5340" y="20228"/>
                  </a:lnTo>
                  <a:lnTo>
                    <a:pt x="10945" y="20228"/>
                  </a:lnTo>
                  <a:lnTo>
                    <a:pt x="10954" y="18347"/>
                  </a:lnTo>
                  <a:cubicBezTo>
                    <a:pt x="11020" y="17383"/>
                    <a:pt x="11304" y="16599"/>
                    <a:pt x="11644" y="15966"/>
                  </a:cubicBezTo>
                  <a:cubicBezTo>
                    <a:pt x="12003" y="15314"/>
                    <a:pt x="12513" y="14756"/>
                    <a:pt x="13099" y="14293"/>
                  </a:cubicBezTo>
                  <a:cubicBezTo>
                    <a:pt x="14961" y="12828"/>
                    <a:pt x="16152" y="10560"/>
                    <a:pt x="16152" y="8008"/>
                  </a:cubicBezTo>
                  <a:cubicBezTo>
                    <a:pt x="16152" y="3584"/>
                    <a:pt x="12568" y="1"/>
                    <a:pt x="8144" y="1"/>
                  </a:cubicBezTo>
                  <a:close/>
                </a:path>
              </a:pathLst>
            </a:custGeom>
            <a:solidFill>
              <a:schemeClr val="dk2"/>
            </a:solidFill>
            <a:ln w="9525" cap="flat" cmpd="sng">
              <a:solidFill>
                <a:schemeClr val="dk1"/>
              </a:solidFill>
              <a:prstDash val="solid"/>
              <a:miter lim="945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1" name="Google Shape;1011;p36"/>
            <p:cNvSpPr/>
            <p:nvPr/>
          </p:nvSpPr>
          <p:spPr>
            <a:xfrm>
              <a:off x="3625368" y="2491686"/>
              <a:ext cx="222891" cy="78107"/>
            </a:xfrm>
            <a:custGeom>
              <a:avLst/>
              <a:gdLst/>
              <a:ahLst/>
              <a:cxnLst/>
              <a:rect l="l" t="t" r="r" b="b"/>
              <a:pathLst>
                <a:path w="4509" h="1580" extrusionOk="0">
                  <a:moveTo>
                    <a:pt x="1" y="1"/>
                  </a:moveTo>
                  <a:lnTo>
                    <a:pt x="1" y="1579"/>
                  </a:lnTo>
                  <a:lnTo>
                    <a:pt x="4509" y="1579"/>
                  </a:lnTo>
                  <a:lnTo>
                    <a:pt x="4509" y="1"/>
                  </a:lnTo>
                  <a:close/>
                </a:path>
              </a:pathLst>
            </a:custGeom>
            <a:solidFill>
              <a:schemeClr val="accent1"/>
            </a:solidFill>
            <a:ln w="9525" cap="flat" cmpd="sng">
              <a:solidFill>
                <a:schemeClr val="dk1"/>
              </a:solidFill>
              <a:prstDash val="solid"/>
              <a:miter lim="945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2" name="Google Shape;1012;p36"/>
            <p:cNvSpPr/>
            <p:nvPr/>
          </p:nvSpPr>
          <p:spPr>
            <a:xfrm>
              <a:off x="3560415" y="2332410"/>
              <a:ext cx="353245" cy="177126"/>
            </a:xfrm>
            <a:custGeom>
              <a:avLst/>
              <a:gdLst/>
              <a:ahLst/>
              <a:cxnLst/>
              <a:rect l="l" t="t" r="r" b="b"/>
              <a:pathLst>
                <a:path w="7146" h="3583" extrusionOk="0">
                  <a:moveTo>
                    <a:pt x="1" y="0"/>
                  </a:moveTo>
                  <a:lnTo>
                    <a:pt x="1" y="3582"/>
                  </a:lnTo>
                  <a:lnTo>
                    <a:pt x="7146" y="3582"/>
                  </a:lnTo>
                  <a:lnTo>
                    <a:pt x="7146" y="0"/>
                  </a:lnTo>
                  <a:close/>
                </a:path>
              </a:pathLst>
            </a:custGeom>
            <a:solidFill>
              <a:schemeClr val="accent3"/>
            </a:solidFill>
            <a:ln w="9525" cap="flat" cmpd="sng">
              <a:solidFill>
                <a:schemeClr val="dk1"/>
              </a:solidFill>
              <a:prstDash val="solid"/>
              <a:miter lim="945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3" name="Google Shape;1013;p36"/>
            <p:cNvSpPr/>
            <p:nvPr/>
          </p:nvSpPr>
          <p:spPr>
            <a:xfrm>
              <a:off x="3546425" y="2360884"/>
              <a:ext cx="381273" cy="27634"/>
            </a:xfrm>
            <a:custGeom>
              <a:avLst/>
              <a:gdLst/>
              <a:ahLst/>
              <a:cxnLst/>
              <a:rect l="l" t="t" r="r" b="b"/>
              <a:pathLst>
                <a:path w="7713" h="559" extrusionOk="0">
                  <a:moveTo>
                    <a:pt x="0" y="1"/>
                  </a:moveTo>
                  <a:lnTo>
                    <a:pt x="0" y="558"/>
                  </a:lnTo>
                  <a:lnTo>
                    <a:pt x="7712" y="558"/>
                  </a:lnTo>
                  <a:lnTo>
                    <a:pt x="771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4" name="Google Shape;1014;p36"/>
            <p:cNvSpPr/>
            <p:nvPr/>
          </p:nvSpPr>
          <p:spPr>
            <a:xfrm>
              <a:off x="3546425" y="2407154"/>
              <a:ext cx="381273" cy="27585"/>
            </a:xfrm>
            <a:custGeom>
              <a:avLst/>
              <a:gdLst/>
              <a:ahLst/>
              <a:cxnLst/>
              <a:rect l="l" t="t" r="r" b="b"/>
              <a:pathLst>
                <a:path w="7713" h="558" extrusionOk="0">
                  <a:moveTo>
                    <a:pt x="0" y="0"/>
                  </a:moveTo>
                  <a:lnTo>
                    <a:pt x="0" y="558"/>
                  </a:lnTo>
                  <a:lnTo>
                    <a:pt x="7712" y="558"/>
                  </a:lnTo>
                  <a:lnTo>
                    <a:pt x="771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5" name="Google Shape;1015;p36"/>
            <p:cNvSpPr/>
            <p:nvPr/>
          </p:nvSpPr>
          <p:spPr>
            <a:xfrm>
              <a:off x="3546425" y="2453424"/>
              <a:ext cx="381273" cy="27585"/>
            </a:xfrm>
            <a:custGeom>
              <a:avLst/>
              <a:gdLst/>
              <a:ahLst/>
              <a:cxnLst/>
              <a:rect l="l" t="t" r="r" b="b"/>
              <a:pathLst>
                <a:path w="7713" h="558" extrusionOk="0">
                  <a:moveTo>
                    <a:pt x="0" y="0"/>
                  </a:moveTo>
                  <a:lnTo>
                    <a:pt x="0" y="558"/>
                  </a:lnTo>
                  <a:lnTo>
                    <a:pt x="7712" y="558"/>
                  </a:lnTo>
                  <a:lnTo>
                    <a:pt x="771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6" name="Google Shape;1016;p36"/>
            <p:cNvSpPr/>
            <p:nvPr/>
          </p:nvSpPr>
          <p:spPr>
            <a:xfrm>
              <a:off x="3502530" y="1574141"/>
              <a:ext cx="488195" cy="377090"/>
            </a:xfrm>
            <a:custGeom>
              <a:avLst/>
              <a:gdLst/>
              <a:ahLst/>
              <a:cxnLst/>
              <a:rect l="l" t="t" r="r" b="b"/>
              <a:pathLst>
                <a:path w="9876" h="7628" fill="none" extrusionOk="0">
                  <a:moveTo>
                    <a:pt x="0" y="5435"/>
                  </a:moveTo>
                  <a:lnTo>
                    <a:pt x="1777" y="29"/>
                  </a:lnTo>
                  <a:lnTo>
                    <a:pt x="2826" y="7628"/>
                  </a:lnTo>
                  <a:lnTo>
                    <a:pt x="4801" y="1"/>
                  </a:lnTo>
                  <a:lnTo>
                    <a:pt x="6578" y="6333"/>
                  </a:lnTo>
                  <a:lnTo>
                    <a:pt x="8288" y="332"/>
                  </a:lnTo>
                  <a:lnTo>
                    <a:pt x="9876" y="5227"/>
                  </a:lnTo>
                </a:path>
              </a:pathLst>
            </a:custGeom>
            <a:solidFill>
              <a:schemeClr val="dk2"/>
            </a:solidFill>
            <a:ln w="9525" cap="flat" cmpd="sng">
              <a:solidFill>
                <a:schemeClr val="dk1"/>
              </a:solidFill>
              <a:prstDash val="solid"/>
              <a:miter lim="945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337402773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652"/>
        <p:cNvGrpSpPr/>
        <p:nvPr/>
      </p:nvGrpSpPr>
      <p:grpSpPr>
        <a:xfrm>
          <a:off x="0" y="0"/>
          <a:ext cx="0" cy="0"/>
          <a:chOff x="0" y="0"/>
          <a:chExt cx="0" cy="0"/>
        </a:xfrm>
      </p:grpSpPr>
      <p:cxnSp>
        <p:nvCxnSpPr>
          <p:cNvPr id="658" name="Google Shape;658;p31"/>
          <p:cNvCxnSpPr/>
          <p:nvPr/>
        </p:nvCxnSpPr>
        <p:spPr>
          <a:xfrm>
            <a:off x="0" y="307163"/>
            <a:ext cx="4570500" cy="0"/>
          </a:xfrm>
          <a:prstGeom prst="straightConnector1">
            <a:avLst/>
          </a:prstGeom>
          <a:noFill/>
          <a:ln w="9525" cap="flat" cmpd="sng">
            <a:solidFill>
              <a:schemeClr val="dk1"/>
            </a:solidFill>
            <a:prstDash val="solid"/>
            <a:round/>
            <a:headEnd type="none" w="med" len="med"/>
            <a:tailEnd type="none" w="med" len="med"/>
          </a:ln>
        </p:spPr>
      </p:cxnSp>
      <p:sp>
        <p:nvSpPr>
          <p:cNvPr id="3" name="Title 2">
            <a:extLst>
              <a:ext uri="{FF2B5EF4-FFF2-40B4-BE49-F238E27FC236}">
                <a16:creationId xmlns:a16="http://schemas.microsoft.com/office/drawing/2014/main" id="{998B0E51-4EE2-40B1-BBE7-17426523A8E4}"/>
              </a:ext>
            </a:extLst>
          </p:cNvPr>
          <p:cNvSpPr>
            <a:spLocks noGrp="1"/>
          </p:cNvSpPr>
          <p:nvPr>
            <p:ph type="title"/>
          </p:nvPr>
        </p:nvSpPr>
        <p:spPr/>
        <p:txBody>
          <a:bodyPr/>
          <a:lstStyle/>
          <a:p>
            <a:r>
              <a:rPr lang="en-US" sz="2200" dirty="0">
                <a:latin typeface="Open Sans" panose="020B0606030504020204" pitchFamily="34" charset="0"/>
                <a:ea typeface="Open Sans" panose="020B0606030504020204" pitchFamily="34" charset="0"/>
                <a:cs typeface="Open Sans" panose="020B0606030504020204" pitchFamily="34" charset="0"/>
              </a:rPr>
              <a:t>3</a:t>
            </a:r>
            <a:r>
              <a:rPr lang="en-US" sz="2200" b="1" dirty="0">
                <a:latin typeface="Open Sans" panose="020B0606030504020204" pitchFamily="34" charset="0"/>
                <a:ea typeface="Open Sans" panose="020B0606030504020204" pitchFamily="34" charset="0"/>
                <a:cs typeface="Open Sans" panose="020B0606030504020204" pitchFamily="34" charset="0"/>
              </a:rPr>
              <a:t>. What is an Activity Diagram?</a:t>
            </a:r>
          </a:p>
        </p:txBody>
      </p:sp>
      <p:sp>
        <p:nvSpPr>
          <p:cNvPr id="4" name="Rectangle 1">
            <a:extLst>
              <a:ext uri="{FF2B5EF4-FFF2-40B4-BE49-F238E27FC236}">
                <a16:creationId xmlns:a16="http://schemas.microsoft.com/office/drawing/2014/main" id="{09056CBE-D910-4B57-8A34-8D593B6DE3E3}"/>
              </a:ext>
            </a:extLst>
          </p:cNvPr>
          <p:cNvSpPr>
            <a:spLocks noChangeArrowheads="1"/>
          </p:cNvSpPr>
          <p:nvPr/>
        </p:nvSpPr>
        <p:spPr bwMode="auto">
          <a:xfrm>
            <a:off x="722375" y="1290675"/>
            <a:ext cx="7586738" cy="14157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tx1"/>
                </a:solidFill>
                <a:effectLst/>
                <a:latin typeface="Arial" panose="020B0604020202020204" pitchFamily="34" charset="0"/>
              </a:rPr>
              <a:t>Definition</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Arial" panose="020B0604020202020204" pitchFamily="34" charset="0"/>
              </a:rPr>
              <a:t>An Activity Diagram is a </a:t>
            </a:r>
            <a:r>
              <a:rPr kumimoji="0" lang="en-US" altLang="en-US" sz="1800" b="1" i="0" u="none" strike="noStrike" cap="none" normalizeH="0" baseline="0" dirty="0">
                <a:ln>
                  <a:noFill/>
                </a:ln>
                <a:solidFill>
                  <a:schemeClr val="tx1"/>
                </a:solidFill>
                <a:effectLst/>
                <a:latin typeface="Arial" panose="020B0604020202020204" pitchFamily="34" charset="0"/>
              </a:rPr>
              <a:t>UML diagram</a:t>
            </a:r>
            <a:r>
              <a:rPr kumimoji="0" lang="en-US" altLang="en-US" sz="1800" b="0" i="0" u="none" strike="noStrike" cap="none" normalizeH="0" baseline="0" dirty="0">
                <a:ln>
                  <a:noFill/>
                </a:ln>
                <a:solidFill>
                  <a:schemeClr val="tx1"/>
                </a:solidFill>
                <a:effectLst/>
                <a:latin typeface="Arial" panose="020B0604020202020204" pitchFamily="34" charset="0"/>
              </a:rPr>
              <a:t> that shows the </a:t>
            </a:r>
            <a:r>
              <a:rPr kumimoji="0" lang="en-US" altLang="en-US" sz="1800" b="1" i="0" u="none" strike="noStrike" cap="none" normalizeH="0" baseline="0" dirty="0">
                <a:ln>
                  <a:noFill/>
                </a:ln>
                <a:solidFill>
                  <a:schemeClr val="tx1"/>
                </a:solidFill>
                <a:effectLst/>
                <a:latin typeface="Arial" panose="020B0604020202020204" pitchFamily="34" charset="0"/>
              </a:rPr>
              <a:t>flow of activities</a:t>
            </a:r>
            <a:r>
              <a:rPr kumimoji="0" lang="en-US" altLang="en-US" sz="1800" b="0" i="0" u="none" strike="noStrike" cap="none" normalizeH="0" baseline="0" dirty="0">
                <a:ln>
                  <a:noFill/>
                </a:ln>
                <a:solidFill>
                  <a:schemeClr val="tx1"/>
                </a:solidFill>
                <a:effectLst/>
                <a:latin typeface="Arial" panose="020B0604020202020204" pitchFamily="34" charset="0"/>
              </a:rPr>
              <a:t> (actions, decisions, and parallel processes) in a system or business process.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It focuses on </a:t>
            </a:r>
            <a:r>
              <a:rPr kumimoji="0" lang="en-US" altLang="en-US" sz="1800" b="1" i="0" u="none" strike="noStrike" cap="none" normalizeH="0" baseline="0" dirty="0">
                <a:ln>
                  <a:noFill/>
                </a:ln>
                <a:solidFill>
                  <a:schemeClr val="tx1"/>
                </a:solidFill>
                <a:effectLst/>
                <a:latin typeface="Arial" panose="020B0604020202020204" pitchFamily="34" charset="0"/>
              </a:rPr>
              <a:t>how work moves</a:t>
            </a:r>
            <a:r>
              <a:rPr kumimoji="0" lang="en-US" altLang="en-US" sz="1800" b="0" i="0" u="none" strike="noStrike" cap="none" normalizeH="0" baseline="0" dirty="0">
                <a:ln>
                  <a:noFill/>
                </a:ln>
                <a:solidFill>
                  <a:schemeClr val="tx1"/>
                </a:solidFill>
                <a:effectLst/>
                <a:latin typeface="Arial" panose="020B0604020202020204" pitchFamily="34" charset="0"/>
              </a:rPr>
              <a:t> from one activity(</a:t>
            </a:r>
            <a:r>
              <a:rPr kumimoji="0" lang="en-US" altLang="en-US" sz="1800" b="0" i="0" u="none" strike="noStrike" cap="none" normalizeH="0" baseline="0" dirty="0" err="1">
                <a:ln>
                  <a:noFill/>
                </a:ln>
                <a:solidFill>
                  <a:schemeClr val="tx1"/>
                </a:solidFill>
                <a:effectLst/>
                <a:latin typeface="Arial" panose="020B0604020202020204" pitchFamily="34" charset="0"/>
              </a:rPr>
              <a:t>UseCase</a:t>
            </a:r>
            <a:r>
              <a:rPr kumimoji="0" lang="en-US" altLang="en-US" sz="1800" b="0" i="0" u="none" strike="noStrike" cap="none" normalizeH="0" baseline="0" dirty="0">
                <a:ln>
                  <a:noFill/>
                </a:ln>
                <a:solidFill>
                  <a:schemeClr val="tx1"/>
                </a:solidFill>
                <a:effectLst/>
                <a:latin typeface="Arial" panose="020B0604020202020204" pitchFamily="34" charset="0"/>
              </a:rPr>
              <a:t>) to another.</a:t>
            </a:r>
          </a:p>
        </p:txBody>
      </p:sp>
      <p:sp>
        <p:nvSpPr>
          <p:cNvPr id="11" name="TextBox 10">
            <a:extLst>
              <a:ext uri="{FF2B5EF4-FFF2-40B4-BE49-F238E27FC236}">
                <a16:creationId xmlns:a16="http://schemas.microsoft.com/office/drawing/2014/main" id="{F254ABEE-36C5-4C57-B79E-8439DCB40FDB}"/>
              </a:ext>
            </a:extLst>
          </p:cNvPr>
          <p:cNvSpPr txBox="1"/>
          <p:nvPr/>
        </p:nvSpPr>
        <p:spPr>
          <a:xfrm>
            <a:off x="722375" y="2960181"/>
            <a:ext cx="4575312" cy="1169551"/>
          </a:xfrm>
          <a:prstGeom prst="rect">
            <a:avLst/>
          </a:prstGeom>
          <a:noFill/>
        </p:spPr>
        <p:txBody>
          <a:bodyPr wrap="square">
            <a:spAutoFit/>
          </a:bodyPr>
          <a:lstStyle/>
          <a:p>
            <a:r>
              <a:rPr lang="en-US" b="1" dirty="0"/>
              <a:t>Purpose</a:t>
            </a:r>
          </a:p>
          <a:p>
            <a:pPr>
              <a:buFont typeface="Arial" panose="020B0604020202020204" pitchFamily="34" charset="0"/>
              <a:buChar char="•"/>
            </a:pPr>
            <a:r>
              <a:rPr lang="en-US" dirty="0"/>
              <a:t>To </a:t>
            </a:r>
            <a:r>
              <a:rPr lang="en-US" b="1" dirty="0"/>
              <a:t>visualize business workflows</a:t>
            </a:r>
            <a:r>
              <a:rPr lang="en-US" dirty="0"/>
              <a:t>.</a:t>
            </a:r>
          </a:p>
          <a:p>
            <a:pPr>
              <a:buFont typeface="Arial" panose="020B0604020202020204" pitchFamily="34" charset="0"/>
              <a:buChar char="•"/>
            </a:pPr>
            <a:r>
              <a:rPr lang="en-US" dirty="0"/>
              <a:t>To </a:t>
            </a:r>
            <a:r>
              <a:rPr lang="en-US" b="1" dirty="0"/>
              <a:t>understand logic</a:t>
            </a:r>
            <a:r>
              <a:rPr lang="en-US" dirty="0"/>
              <a:t> before implementation.</a:t>
            </a:r>
          </a:p>
          <a:p>
            <a:pPr>
              <a:buFont typeface="Arial" panose="020B0604020202020204" pitchFamily="34" charset="0"/>
              <a:buChar char="•"/>
            </a:pPr>
            <a:r>
              <a:rPr lang="en-US" dirty="0"/>
              <a:t>To </a:t>
            </a:r>
            <a:r>
              <a:rPr lang="en-US" b="1" dirty="0"/>
              <a:t>identify decision points</a:t>
            </a:r>
            <a:r>
              <a:rPr lang="en-US" dirty="0"/>
              <a:t> and </a:t>
            </a:r>
            <a:r>
              <a:rPr lang="en-US" b="1" dirty="0"/>
              <a:t>parallel tasks</a:t>
            </a:r>
            <a:r>
              <a:rPr lang="en-US" dirty="0"/>
              <a:t>.</a:t>
            </a:r>
          </a:p>
          <a:p>
            <a:pPr>
              <a:buFont typeface="Arial" panose="020B0604020202020204" pitchFamily="34" charset="0"/>
              <a:buChar char="•"/>
            </a:pPr>
            <a:r>
              <a:rPr lang="en-US" dirty="0"/>
              <a:t>To </a:t>
            </a:r>
            <a:r>
              <a:rPr lang="en-US" b="1" dirty="0"/>
              <a:t>clarify requirements</a:t>
            </a:r>
            <a:r>
              <a:rPr lang="en-US" dirty="0"/>
              <a:t> for developers and testers</a:t>
            </a:r>
          </a:p>
        </p:txBody>
      </p:sp>
    </p:spTree>
    <p:extLst>
      <p:ext uri="{BB962C8B-B14F-4D97-AF65-F5344CB8AC3E}">
        <p14:creationId xmlns:p14="http://schemas.microsoft.com/office/powerpoint/2010/main" val="161370055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652"/>
        <p:cNvGrpSpPr/>
        <p:nvPr/>
      </p:nvGrpSpPr>
      <p:grpSpPr>
        <a:xfrm>
          <a:off x="0" y="0"/>
          <a:ext cx="0" cy="0"/>
          <a:chOff x="0" y="0"/>
          <a:chExt cx="0" cy="0"/>
        </a:xfrm>
      </p:grpSpPr>
      <p:cxnSp>
        <p:nvCxnSpPr>
          <p:cNvPr id="658" name="Google Shape;658;p31"/>
          <p:cNvCxnSpPr/>
          <p:nvPr/>
        </p:nvCxnSpPr>
        <p:spPr>
          <a:xfrm>
            <a:off x="0" y="307163"/>
            <a:ext cx="4570500" cy="0"/>
          </a:xfrm>
          <a:prstGeom prst="straightConnector1">
            <a:avLst/>
          </a:prstGeom>
          <a:noFill/>
          <a:ln w="9525" cap="flat" cmpd="sng">
            <a:solidFill>
              <a:schemeClr val="dk1"/>
            </a:solidFill>
            <a:prstDash val="solid"/>
            <a:round/>
            <a:headEnd type="none" w="med" len="med"/>
            <a:tailEnd type="none" w="med" len="med"/>
          </a:ln>
        </p:spPr>
      </p:cxnSp>
      <p:sp>
        <p:nvSpPr>
          <p:cNvPr id="3" name="Title 2">
            <a:extLst>
              <a:ext uri="{FF2B5EF4-FFF2-40B4-BE49-F238E27FC236}">
                <a16:creationId xmlns:a16="http://schemas.microsoft.com/office/drawing/2014/main" id="{998B0E51-4EE2-40B1-BBE7-17426523A8E4}"/>
              </a:ext>
            </a:extLst>
          </p:cNvPr>
          <p:cNvSpPr>
            <a:spLocks noGrp="1"/>
          </p:cNvSpPr>
          <p:nvPr>
            <p:ph type="title"/>
          </p:nvPr>
        </p:nvSpPr>
        <p:spPr/>
        <p:txBody>
          <a:bodyPr/>
          <a:lstStyle/>
          <a:p>
            <a:r>
              <a:rPr lang="en-US" sz="2200" b="1" dirty="0">
                <a:latin typeface="Open Sans" panose="020B0606030504020204" pitchFamily="34" charset="0"/>
                <a:ea typeface="Open Sans" panose="020B0606030504020204" pitchFamily="34" charset="0"/>
                <a:cs typeface="Open Sans" panose="020B0606030504020204" pitchFamily="34" charset="0"/>
              </a:rPr>
              <a:t>Key Elements</a:t>
            </a:r>
          </a:p>
        </p:txBody>
      </p:sp>
      <p:sp>
        <p:nvSpPr>
          <p:cNvPr id="7" name="TextBox 6">
            <a:extLst>
              <a:ext uri="{FF2B5EF4-FFF2-40B4-BE49-F238E27FC236}">
                <a16:creationId xmlns:a16="http://schemas.microsoft.com/office/drawing/2014/main" id="{C8574E92-82AC-46C1-BFD6-F64D8FECC98E}"/>
              </a:ext>
            </a:extLst>
          </p:cNvPr>
          <p:cNvSpPr txBox="1"/>
          <p:nvPr/>
        </p:nvSpPr>
        <p:spPr>
          <a:xfrm>
            <a:off x="707623" y="1515884"/>
            <a:ext cx="4575312" cy="523220"/>
          </a:xfrm>
          <a:prstGeom prst="rect">
            <a:avLst/>
          </a:prstGeom>
          <a:noFill/>
        </p:spPr>
        <p:txBody>
          <a:bodyPr wrap="square">
            <a:spAutoFit/>
          </a:bodyPr>
          <a:lstStyle/>
          <a:p>
            <a:r>
              <a:rPr lang="en-US" b="1" i="0" dirty="0">
                <a:solidFill>
                  <a:srgbClr val="737C85"/>
                </a:solidFill>
                <a:effectLst/>
                <a:latin typeface="Open Sans" panose="020B0606030504020204" pitchFamily="34" charset="0"/>
              </a:rPr>
              <a:t>Action</a:t>
            </a:r>
            <a:br>
              <a:rPr lang="en-US" b="1" i="0" dirty="0">
                <a:solidFill>
                  <a:srgbClr val="737C85"/>
                </a:solidFill>
                <a:effectLst/>
                <a:latin typeface="Open Sans" panose="020B0606030504020204" pitchFamily="34" charset="0"/>
              </a:rPr>
            </a:br>
            <a:r>
              <a:rPr lang="en-US" b="1" i="0" dirty="0">
                <a:solidFill>
                  <a:srgbClr val="737C85"/>
                </a:solidFill>
                <a:effectLst/>
                <a:latin typeface="Open Sans" panose="020B0606030504020204" pitchFamily="34" charset="0"/>
              </a:rPr>
              <a:t>A task to be performed</a:t>
            </a:r>
            <a:endParaRPr lang="en-US" dirty="0"/>
          </a:p>
        </p:txBody>
      </p:sp>
      <p:pic>
        <p:nvPicPr>
          <p:cNvPr id="2052" name="Picture 4" descr="Activity Diagram Notation - Action">
            <a:extLst>
              <a:ext uri="{FF2B5EF4-FFF2-40B4-BE49-F238E27FC236}">
                <a16:creationId xmlns:a16="http://schemas.microsoft.com/office/drawing/2014/main" id="{2FCAD9FB-215F-4CB6-92E1-41223A0D048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64797" y="1473881"/>
            <a:ext cx="840942" cy="565223"/>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07C69822-E7BE-4D20-8C2E-30A7B1DDC95E}"/>
              </a:ext>
            </a:extLst>
          </p:cNvPr>
          <p:cNvSpPr txBox="1"/>
          <p:nvPr/>
        </p:nvSpPr>
        <p:spPr>
          <a:xfrm>
            <a:off x="722375" y="2581177"/>
            <a:ext cx="3286408" cy="523220"/>
          </a:xfrm>
          <a:prstGeom prst="rect">
            <a:avLst/>
          </a:prstGeom>
          <a:noFill/>
        </p:spPr>
        <p:txBody>
          <a:bodyPr wrap="square">
            <a:spAutoFit/>
          </a:bodyPr>
          <a:lstStyle/>
          <a:p>
            <a:r>
              <a:rPr lang="en-US" b="1" i="0" dirty="0">
                <a:solidFill>
                  <a:srgbClr val="737C85"/>
                </a:solidFill>
                <a:effectLst/>
                <a:latin typeface="Open Sans" panose="020B0606030504020204" pitchFamily="34" charset="0"/>
              </a:rPr>
              <a:t>Control Flow</a:t>
            </a:r>
            <a:br>
              <a:rPr lang="en-US" b="1" i="0" dirty="0">
                <a:solidFill>
                  <a:srgbClr val="737C85"/>
                </a:solidFill>
                <a:effectLst/>
                <a:latin typeface="Open Sans" panose="020B0606030504020204" pitchFamily="34" charset="0"/>
              </a:rPr>
            </a:br>
            <a:r>
              <a:rPr lang="en-US" b="1" i="0" dirty="0">
                <a:solidFill>
                  <a:srgbClr val="737C85"/>
                </a:solidFill>
                <a:effectLst/>
                <a:latin typeface="Open Sans" panose="020B0606030504020204" pitchFamily="34" charset="0"/>
              </a:rPr>
              <a:t>Shows the sequence of execution</a:t>
            </a:r>
            <a:endParaRPr lang="en-US" dirty="0"/>
          </a:p>
        </p:txBody>
      </p:sp>
      <p:pic>
        <p:nvPicPr>
          <p:cNvPr id="2054" name="Picture 6" descr="Activity Diagram Notation - Control Flow">
            <a:extLst>
              <a:ext uri="{FF2B5EF4-FFF2-40B4-BE49-F238E27FC236}">
                <a16:creationId xmlns:a16="http://schemas.microsoft.com/office/drawing/2014/main" id="{D915B42E-60BB-4578-AB2E-FBB02400C28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68870" y="2900777"/>
            <a:ext cx="1400175" cy="123825"/>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8291ED75-68C7-4BDE-8476-CD9028232223}"/>
              </a:ext>
            </a:extLst>
          </p:cNvPr>
          <p:cNvSpPr txBox="1"/>
          <p:nvPr/>
        </p:nvSpPr>
        <p:spPr>
          <a:xfrm>
            <a:off x="722375" y="3646470"/>
            <a:ext cx="3286408" cy="1169551"/>
          </a:xfrm>
          <a:prstGeom prst="rect">
            <a:avLst/>
          </a:prstGeom>
          <a:noFill/>
        </p:spPr>
        <p:txBody>
          <a:bodyPr wrap="square">
            <a:spAutoFit/>
          </a:bodyPr>
          <a:lstStyle/>
          <a:p>
            <a:r>
              <a:rPr lang="en-US" b="1" i="0" dirty="0">
                <a:solidFill>
                  <a:srgbClr val="737C85"/>
                </a:solidFill>
                <a:effectLst/>
                <a:latin typeface="Open Sans" panose="020B0606030504020204" pitchFamily="34" charset="0"/>
              </a:rPr>
              <a:t>Control Flow</a:t>
            </a:r>
            <a:br>
              <a:rPr lang="en-US" b="1" i="0" dirty="0">
                <a:solidFill>
                  <a:srgbClr val="737C85"/>
                </a:solidFill>
                <a:effectLst/>
                <a:latin typeface="Open Sans" panose="020B0606030504020204" pitchFamily="34" charset="0"/>
              </a:rPr>
            </a:br>
            <a:r>
              <a:rPr lang="en-US" b="1" i="0" dirty="0">
                <a:solidFill>
                  <a:srgbClr val="737C85"/>
                </a:solidFill>
                <a:effectLst/>
                <a:latin typeface="Open Sans" panose="020B0606030504020204" pitchFamily="34" charset="0"/>
              </a:rPr>
              <a:t>Portrays the beginning of a set of actions or activities</a:t>
            </a:r>
          </a:p>
          <a:p>
            <a:endParaRPr lang="en-US" b="1" i="0" dirty="0">
              <a:solidFill>
                <a:srgbClr val="737C85"/>
              </a:solidFill>
              <a:effectLst/>
              <a:latin typeface="Open Sans" panose="020B0606030504020204" pitchFamily="34" charset="0"/>
            </a:endParaRPr>
          </a:p>
          <a:p>
            <a:endParaRPr lang="en-US" dirty="0"/>
          </a:p>
        </p:txBody>
      </p:sp>
      <p:pic>
        <p:nvPicPr>
          <p:cNvPr id="2057" name="Picture 9" descr="Activity Diagram Notation - Initial Node">
            <a:extLst>
              <a:ext uri="{FF2B5EF4-FFF2-40B4-BE49-F238E27FC236}">
                <a16:creationId xmlns:a16="http://schemas.microsoft.com/office/drawing/2014/main" id="{D8411095-DA5F-4126-954A-D4D0173C951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368870" y="4035374"/>
            <a:ext cx="190500" cy="190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2963392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652"/>
        <p:cNvGrpSpPr/>
        <p:nvPr/>
      </p:nvGrpSpPr>
      <p:grpSpPr>
        <a:xfrm>
          <a:off x="0" y="0"/>
          <a:ext cx="0" cy="0"/>
          <a:chOff x="0" y="0"/>
          <a:chExt cx="0" cy="0"/>
        </a:xfrm>
      </p:grpSpPr>
      <p:cxnSp>
        <p:nvCxnSpPr>
          <p:cNvPr id="658" name="Google Shape;658;p31"/>
          <p:cNvCxnSpPr/>
          <p:nvPr/>
        </p:nvCxnSpPr>
        <p:spPr>
          <a:xfrm>
            <a:off x="0" y="307163"/>
            <a:ext cx="4570500" cy="0"/>
          </a:xfrm>
          <a:prstGeom prst="straightConnector1">
            <a:avLst/>
          </a:prstGeom>
          <a:noFill/>
          <a:ln w="9525" cap="flat" cmpd="sng">
            <a:solidFill>
              <a:schemeClr val="dk1"/>
            </a:solidFill>
            <a:prstDash val="solid"/>
            <a:round/>
            <a:headEnd type="none" w="med" len="med"/>
            <a:tailEnd type="none" w="med" len="med"/>
          </a:ln>
        </p:spPr>
      </p:cxnSp>
      <p:sp>
        <p:nvSpPr>
          <p:cNvPr id="3" name="Title 2">
            <a:extLst>
              <a:ext uri="{FF2B5EF4-FFF2-40B4-BE49-F238E27FC236}">
                <a16:creationId xmlns:a16="http://schemas.microsoft.com/office/drawing/2014/main" id="{998B0E51-4EE2-40B1-BBE7-17426523A8E4}"/>
              </a:ext>
            </a:extLst>
          </p:cNvPr>
          <p:cNvSpPr>
            <a:spLocks noGrp="1"/>
          </p:cNvSpPr>
          <p:nvPr>
            <p:ph type="title"/>
          </p:nvPr>
        </p:nvSpPr>
        <p:spPr/>
        <p:txBody>
          <a:bodyPr/>
          <a:lstStyle/>
          <a:p>
            <a:r>
              <a:rPr lang="en-US" sz="2200" b="1" dirty="0">
                <a:latin typeface="Open Sans" panose="020B0606030504020204" pitchFamily="34" charset="0"/>
                <a:ea typeface="Open Sans" panose="020B0606030504020204" pitchFamily="34" charset="0"/>
                <a:cs typeface="Open Sans" panose="020B0606030504020204" pitchFamily="34" charset="0"/>
              </a:rPr>
              <a:t>Key Elements</a:t>
            </a:r>
          </a:p>
        </p:txBody>
      </p:sp>
      <p:sp>
        <p:nvSpPr>
          <p:cNvPr id="7" name="TextBox 6">
            <a:extLst>
              <a:ext uri="{FF2B5EF4-FFF2-40B4-BE49-F238E27FC236}">
                <a16:creationId xmlns:a16="http://schemas.microsoft.com/office/drawing/2014/main" id="{C8574E92-82AC-46C1-BFD6-F64D8FECC98E}"/>
              </a:ext>
            </a:extLst>
          </p:cNvPr>
          <p:cNvSpPr txBox="1"/>
          <p:nvPr/>
        </p:nvSpPr>
        <p:spPr>
          <a:xfrm>
            <a:off x="722375" y="1413593"/>
            <a:ext cx="5940684" cy="954107"/>
          </a:xfrm>
          <a:prstGeom prst="rect">
            <a:avLst/>
          </a:prstGeom>
          <a:noFill/>
        </p:spPr>
        <p:txBody>
          <a:bodyPr wrap="square">
            <a:spAutoFit/>
          </a:bodyPr>
          <a:lstStyle/>
          <a:p>
            <a:r>
              <a:rPr lang="en-US" b="1" i="0" dirty="0">
                <a:solidFill>
                  <a:srgbClr val="737C85"/>
                </a:solidFill>
                <a:effectLst/>
                <a:latin typeface="Open Sans" panose="020B0606030504020204" pitchFamily="34" charset="0"/>
              </a:rPr>
              <a:t>Activity Final Node</a:t>
            </a:r>
            <a:br>
              <a:rPr lang="en-US" b="1" i="0" dirty="0">
                <a:solidFill>
                  <a:srgbClr val="737C85"/>
                </a:solidFill>
                <a:effectLst/>
                <a:latin typeface="Open Sans" panose="020B0606030504020204" pitchFamily="34" charset="0"/>
              </a:rPr>
            </a:br>
            <a:r>
              <a:rPr lang="en-US" b="1" i="0" dirty="0">
                <a:solidFill>
                  <a:srgbClr val="737C85"/>
                </a:solidFill>
                <a:effectLst/>
                <a:latin typeface="Open Sans" panose="020B0606030504020204" pitchFamily="34" charset="0"/>
              </a:rPr>
              <a:t>Stop all control flows and object flows in an activity (or action)</a:t>
            </a:r>
          </a:p>
          <a:p>
            <a:endParaRPr lang="en-US" b="1" i="0" dirty="0">
              <a:solidFill>
                <a:srgbClr val="737C85"/>
              </a:solidFill>
              <a:effectLst/>
              <a:latin typeface="Open Sans" panose="020B0606030504020204" pitchFamily="34" charset="0"/>
            </a:endParaRPr>
          </a:p>
          <a:p>
            <a:endParaRPr lang="en-US" dirty="0"/>
          </a:p>
        </p:txBody>
      </p:sp>
      <p:pic>
        <p:nvPicPr>
          <p:cNvPr id="3074" name="Picture 2" descr="Activity Diagram Notation - Activity Final Node">
            <a:extLst>
              <a:ext uri="{FF2B5EF4-FFF2-40B4-BE49-F238E27FC236}">
                <a16:creationId xmlns:a16="http://schemas.microsoft.com/office/drawing/2014/main" id="{AC007096-9B5A-4C44-B2F3-C7187A3E608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68443" y="1717481"/>
            <a:ext cx="200025" cy="200025"/>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2" name="Table 1">
            <a:extLst>
              <a:ext uri="{FF2B5EF4-FFF2-40B4-BE49-F238E27FC236}">
                <a16:creationId xmlns:a16="http://schemas.microsoft.com/office/drawing/2014/main" id="{9E7964FD-5751-469B-A53A-F75DF8C2D5CD}"/>
              </a:ext>
            </a:extLst>
          </p:cNvPr>
          <p:cNvGraphicFramePr>
            <a:graphicFrameLocks noGrp="1"/>
          </p:cNvGraphicFramePr>
          <p:nvPr>
            <p:extLst>
              <p:ext uri="{D42A27DB-BD31-4B8C-83A1-F6EECF244321}">
                <p14:modId xmlns:p14="http://schemas.microsoft.com/office/powerpoint/2010/main" val="3401882771"/>
              </p:ext>
            </p:extLst>
          </p:nvPr>
        </p:nvGraphicFramePr>
        <p:xfrm>
          <a:off x="722375" y="2075152"/>
          <a:ext cx="2983865" cy="1511300"/>
        </p:xfrm>
        <a:graphic>
          <a:graphicData uri="http://schemas.openxmlformats.org/drawingml/2006/table">
            <a:tbl>
              <a:tblPr/>
              <a:tblGrid>
                <a:gridCol w="2983865">
                  <a:extLst>
                    <a:ext uri="{9D8B030D-6E8A-4147-A177-3AD203B41FA5}">
                      <a16:colId xmlns:a16="http://schemas.microsoft.com/office/drawing/2014/main" val="2622759890"/>
                    </a:ext>
                  </a:extLst>
                </a:gridCol>
              </a:tblGrid>
              <a:tr h="0">
                <a:tc>
                  <a:txBody>
                    <a:bodyPr/>
                    <a:lstStyle/>
                    <a:p>
                      <a:pPr algn="l"/>
                      <a:r>
                        <a:rPr lang="en-US" b="1" dirty="0">
                          <a:solidFill>
                            <a:srgbClr val="737C85"/>
                          </a:solidFill>
                          <a:effectLst/>
                          <a:latin typeface="Open Sans" panose="020B0606030504020204" pitchFamily="34" charset="0"/>
                        </a:rPr>
                        <a:t>Decision Node</a:t>
                      </a:r>
                      <a:endParaRPr lang="en-US" b="0" dirty="0">
                        <a:solidFill>
                          <a:srgbClr val="737C85"/>
                        </a:solidFill>
                        <a:effectLst/>
                        <a:latin typeface="Open Sans" panose="020B0606030504020204" pitchFamily="34" charset="0"/>
                      </a:endParaRPr>
                    </a:p>
                    <a:p>
                      <a:pPr algn="l"/>
                      <a:r>
                        <a:rPr lang="en-US" b="0" dirty="0">
                          <a:solidFill>
                            <a:srgbClr val="737C85"/>
                          </a:solidFill>
                          <a:effectLst/>
                          <a:latin typeface="Open Sans" panose="020B0606030504020204" pitchFamily="34" charset="0"/>
                        </a:rPr>
                        <a:t>Represent a test condition to ensure that the control flow or object flow only goes down one path</a:t>
                      </a:r>
                    </a:p>
                  </a:txBody>
                  <a:tcPr marT="317500" marB="127000" anchor="ctr">
                    <a:lnL>
                      <a:noFill/>
                    </a:lnL>
                    <a:lnR w="6350" cap="flat" cmpd="sng" algn="ctr">
                      <a:solidFill>
                        <a:srgbClr val="F1F1F1"/>
                      </a:solidFill>
                      <a:prstDash val="solid"/>
                      <a:round/>
                      <a:headEnd type="none" w="med" len="med"/>
                      <a:tailEnd type="none" w="med" len="med"/>
                    </a:lnR>
                    <a:lnT>
                      <a:noFill/>
                    </a:lnT>
                    <a:lnB w="6350" cap="flat" cmpd="sng" algn="ctr">
                      <a:solidFill>
                        <a:srgbClr val="F1F1F1"/>
                      </a:solidFill>
                      <a:prstDash val="solid"/>
                      <a:round/>
                      <a:headEnd type="none" w="med" len="med"/>
                      <a:tailEnd type="none" w="med" len="med"/>
                    </a:lnB>
                    <a:solidFill>
                      <a:srgbClr val="FFFFFF"/>
                    </a:solidFill>
                  </a:tcPr>
                </a:tc>
                <a:extLst>
                  <a:ext uri="{0D108BD9-81ED-4DB2-BD59-A6C34878D82A}">
                    <a16:rowId xmlns:a16="http://schemas.microsoft.com/office/drawing/2014/main" val="725911010"/>
                  </a:ext>
                </a:extLst>
              </a:tr>
            </a:tbl>
          </a:graphicData>
        </a:graphic>
      </p:graphicFrame>
      <p:pic>
        <p:nvPicPr>
          <p:cNvPr id="3075" name="Picture 3" descr="Activity Diagram Notation - Decision Node">
            <a:extLst>
              <a:ext uri="{FF2B5EF4-FFF2-40B4-BE49-F238E27FC236}">
                <a16:creationId xmlns:a16="http://schemas.microsoft.com/office/drawing/2014/main" id="{982169C8-3338-4A38-B208-79DCD2D9821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50307" y="3678110"/>
            <a:ext cx="1973572" cy="638161"/>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4" name="Table 3">
            <a:extLst>
              <a:ext uri="{FF2B5EF4-FFF2-40B4-BE49-F238E27FC236}">
                <a16:creationId xmlns:a16="http://schemas.microsoft.com/office/drawing/2014/main" id="{1C97B698-5A34-4580-8F5A-30FE745DC9FB}"/>
              </a:ext>
            </a:extLst>
          </p:cNvPr>
          <p:cNvGraphicFramePr>
            <a:graphicFrameLocks noGrp="1"/>
          </p:cNvGraphicFramePr>
          <p:nvPr>
            <p:extLst>
              <p:ext uri="{D42A27DB-BD31-4B8C-83A1-F6EECF244321}">
                <p14:modId xmlns:p14="http://schemas.microsoft.com/office/powerpoint/2010/main" val="3044891545"/>
              </p:ext>
            </p:extLst>
          </p:nvPr>
        </p:nvGraphicFramePr>
        <p:xfrm>
          <a:off x="5238329" y="2075152"/>
          <a:ext cx="3273154" cy="1297940"/>
        </p:xfrm>
        <a:graphic>
          <a:graphicData uri="http://schemas.openxmlformats.org/drawingml/2006/table">
            <a:tbl>
              <a:tblPr/>
              <a:tblGrid>
                <a:gridCol w="3273154">
                  <a:extLst>
                    <a:ext uri="{9D8B030D-6E8A-4147-A177-3AD203B41FA5}">
                      <a16:colId xmlns:a16="http://schemas.microsoft.com/office/drawing/2014/main" val="1098598952"/>
                    </a:ext>
                  </a:extLst>
                </a:gridCol>
              </a:tblGrid>
              <a:tr h="0">
                <a:tc>
                  <a:txBody>
                    <a:bodyPr/>
                    <a:lstStyle/>
                    <a:p>
                      <a:pPr algn="l"/>
                      <a:r>
                        <a:rPr lang="en-US" b="1" dirty="0">
                          <a:solidFill>
                            <a:srgbClr val="737C85"/>
                          </a:solidFill>
                          <a:effectLst/>
                          <a:latin typeface="Open Sans" panose="020B0606030504020204" pitchFamily="34" charset="0"/>
                        </a:rPr>
                        <a:t>Merge Node</a:t>
                      </a:r>
                      <a:endParaRPr lang="en-US" b="0" dirty="0">
                        <a:solidFill>
                          <a:srgbClr val="737C85"/>
                        </a:solidFill>
                        <a:effectLst/>
                        <a:latin typeface="Open Sans" panose="020B0606030504020204" pitchFamily="34" charset="0"/>
                      </a:endParaRPr>
                    </a:p>
                    <a:p>
                      <a:pPr algn="l"/>
                      <a:r>
                        <a:rPr lang="en-US" b="0" dirty="0">
                          <a:solidFill>
                            <a:srgbClr val="737C85"/>
                          </a:solidFill>
                          <a:effectLst/>
                          <a:latin typeface="Open Sans" panose="020B0606030504020204" pitchFamily="34" charset="0"/>
                        </a:rPr>
                        <a:t>Bring back together different decision paths that were created using a decision-node.</a:t>
                      </a:r>
                    </a:p>
                  </a:txBody>
                  <a:tcPr marT="317500" marB="127000" anchor="ctr">
                    <a:lnL>
                      <a:noFill/>
                    </a:lnL>
                    <a:lnR w="6350" cap="flat" cmpd="sng" algn="ctr">
                      <a:solidFill>
                        <a:srgbClr val="F1F1F1"/>
                      </a:solidFill>
                      <a:prstDash val="solid"/>
                      <a:round/>
                      <a:headEnd type="none" w="med" len="med"/>
                      <a:tailEnd type="none" w="med" len="med"/>
                    </a:lnR>
                    <a:lnT>
                      <a:noFill/>
                    </a:lnT>
                    <a:lnB w="6350" cap="flat" cmpd="sng" algn="ctr">
                      <a:solidFill>
                        <a:srgbClr val="F1F1F1"/>
                      </a:solidFill>
                      <a:prstDash val="solid"/>
                      <a:round/>
                      <a:headEnd type="none" w="med" len="med"/>
                      <a:tailEnd type="none" w="med" len="med"/>
                    </a:lnB>
                    <a:solidFill>
                      <a:srgbClr val="FFFFFF"/>
                    </a:solidFill>
                  </a:tcPr>
                </a:tc>
                <a:extLst>
                  <a:ext uri="{0D108BD9-81ED-4DB2-BD59-A6C34878D82A}">
                    <a16:rowId xmlns:a16="http://schemas.microsoft.com/office/drawing/2014/main" val="1877447714"/>
                  </a:ext>
                </a:extLst>
              </a:tr>
            </a:tbl>
          </a:graphicData>
        </a:graphic>
      </p:graphicFrame>
      <p:pic>
        <p:nvPicPr>
          <p:cNvPr id="3076" name="Picture 4" descr="Activity Diagram Notation - Merge Node">
            <a:extLst>
              <a:ext uri="{FF2B5EF4-FFF2-40B4-BE49-F238E27FC236}">
                <a16:creationId xmlns:a16="http://schemas.microsoft.com/office/drawing/2014/main" id="{4F524392-3B18-48FF-8BA4-BAE2D4BE4C2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636541" y="3530738"/>
            <a:ext cx="2053035" cy="7838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2421656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652"/>
        <p:cNvGrpSpPr/>
        <p:nvPr/>
      </p:nvGrpSpPr>
      <p:grpSpPr>
        <a:xfrm>
          <a:off x="0" y="0"/>
          <a:ext cx="0" cy="0"/>
          <a:chOff x="0" y="0"/>
          <a:chExt cx="0" cy="0"/>
        </a:xfrm>
      </p:grpSpPr>
      <p:cxnSp>
        <p:nvCxnSpPr>
          <p:cNvPr id="658" name="Google Shape;658;p31"/>
          <p:cNvCxnSpPr/>
          <p:nvPr/>
        </p:nvCxnSpPr>
        <p:spPr>
          <a:xfrm>
            <a:off x="0" y="307163"/>
            <a:ext cx="4570500" cy="0"/>
          </a:xfrm>
          <a:prstGeom prst="straightConnector1">
            <a:avLst/>
          </a:prstGeom>
          <a:noFill/>
          <a:ln w="9525" cap="flat" cmpd="sng">
            <a:solidFill>
              <a:schemeClr val="dk1"/>
            </a:solidFill>
            <a:prstDash val="solid"/>
            <a:round/>
            <a:headEnd type="none" w="med" len="med"/>
            <a:tailEnd type="none" w="med" len="med"/>
          </a:ln>
        </p:spPr>
      </p:cxnSp>
      <p:sp>
        <p:nvSpPr>
          <p:cNvPr id="3" name="Title 2">
            <a:extLst>
              <a:ext uri="{FF2B5EF4-FFF2-40B4-BE49-F238E27FC236}">
                <a16:creationId xmlns:a16="http://schemas.microsoft.com/office/drawing/2014/main" id="{998B0E51-4EE2-40B1-BBE7-17426523A8E4}"/>
              </a:ext>
            </a:extLst>
          </p:cNvPr>
          <p:cNvSpPr>
            <a:spLocks noGrp="1"/>
          </p:cNvSpPr>
          <p:nvPr>
            <p:ph type="title"/>
          </p:nvPr>
        </p:nvSpPr>
        <p:spPr/>
        <p:txBody>
          <a:bodyPr/>
          <a:lstStyle/>
          <a:p>
            <a:r>
              <a:rPr lang="en-US" sz="2200" b="1" dirty="0">
                <a:latin typeface="Open Sans" panose="020B0606030504020204" pitchFamily="34" charset="0"/>
                <a:ea typeface="Open Sans" panose="020B0606030504020204" pitchFamily="34" charset="0"/>
                <a:cs typeface="Open Sans" panose="020B0606030504020204" pitchFamily="34" charset="0"/>
              </a:rPr>
              <a:t>2. Key Elements</a:t>
            </a:r>
          </a:p>
        </p:txBody>
      </p:sp>
      <p:pic>
        <p:nvPicPr>
          <p:cNvPr id="3076" name="Picture 4" descr="Activity Diagram Notation - Merge Node">
            <a:extLst>
              <a:ext uri="{FF2B5EF4-FFF2-40B4-BE49-F238E27FC236}">
                <a16:creationId xmlns:a16="http://schemas.microsoft.com/office/drawing/2014/main" id="{4F524392-3B18-48FF-8BA4-BAE2D4BE4C2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25094" y="2420767"/>
            <a:ext cx="1047750" cy="400050"/>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5" name="Table 4">
            <a:extLst>
              <a:ext uri="{FF2B5EF4-FFF2-40B4-BE49-F238E27FC236}">
                <a16:creationId xmlns:a16="http://schemas.microsoft.com/office/drawing/2014/main" id="{C204D118-5D55-4C6A-9BCD-7BA3438E2B72}"/>
              </a:ext>
            </a:extLst>
          </p:cNvPr>
          <p:cNvGraphicFramePr>
            <a:graphicFrameLocks noGrp="1"/>
          </p:cNvGraphicFramePr>
          <p:nvPr>
            <p:extLst>
              <p:ext uri="{D42A27DB-BD31-4B8C-83A1-F6EECF244321}">
                <p14:modId xmlns:p14="http://schemas.microsoft.com/office/powerpoint/2010/main" val="1896107683"/>
              </p:ext>
            </p:extLst>
          </p:nvPr>
        </p:nvGraphicFramePr>
        <p:xfrm>
          <a:off x="722375" y="1442789"/>
          <a:ext cx="3333351" cy="1554791"/>
        </p:xfrm>
        <a:graphic>
          <a:graphicData uri="http://schemas.openxmlformats.org/drawingml/2006/table">
            <a:tbl>
              <a:tblPr/>
              <a:tblGrid>
                <a:gridCol w="3333351">
                  <a:extLst>
                    <a:ext uri="{9D8B030D-6E8A-4147-A177-3AD203B41FA5}">
                      <a16:colId xmlns:a16="http://schemas.microsoft.com/office/drawing/2014/main" val="2255693145"/>
                    </a:ext>
                  </a:extLst>
                </a:gridCol>
              </a:tblGrid>
              <a:tr h="1554791">
                <a:tc>
                  <a:txBody>
                    <a:bodyPr/>
                    <a:lstStyle/>
                    <a:p>
                      <a:pPr algn="l"/>
                      <a:r>
                        <a:rPr lang="en-US" b="1" dirty="0">
                          <a:solidFill>
                            <a:srgbClr val="737C85"/>
                          </a:solidFill>
                          <a:effectLst/>
                          <a:latin typeface="Open Sans" panose="020B0606030504020204" pitchFamily="34" charset="0"/>
                        </a:rPr>
                        <a:t>Fork Node</a:t>
                      </a:r>
                      <a:endParaRPr lang="en-US" b="0" dirty="0">
                        <a:solidFill>
                          <a:srgbClr val="737C85"/>
                        </a:solidFill>
                        <a:effectLst/>
                        <a:latin typeface="Open Sans" panose="020B0606030504020204" pitchFamily="34" charset="0"/>
                      </a:endParaRPr>
                    </a:p>
                    <a:p>
                      <a:pPr algn="l"/>
                      <a:r>
                        <a:rPr lang="en-US" b="0" dirty="0">
                          <a:solidFill>
                            <a:srgbClr val="737C85"/>
                          </a:solidFill>
                          <a:effectLst/>
                          <a:latin typeface="Open Sans" panose="020B0606030504020204" pitchFamily="34" charset="0"/>
                        </a:rPr>
                        <a:t>Split behavior into a set of parallel or concurrent flows of activities (or actions)</a:t>
                      </a:r>
                    </a:p>
                  </a:txBody>
                  <a:tcPr marT="317500" marB="127000" anchor="ctr">
                    <a:lnL>
                      <a:noFill/>
                    </a:lnL>
                    <a:lnR w="6350" cap="flat" cmpd="sng" algn="ctr">
                      <a:solidFill>
                        <a:srgbClr val="F1F1F1"/>
                      </a:solidFill>
                      <a:prstDash val="solid"/>
                      <a:round/>
                      <a:headEnd type="none" w="med" len="med"/>
                      <a:tailEnd type="none" w="med" len="med"/>
                    </a:lnR>
                    <a:lnT>
                      <a:noFill/>
                    </a:lnT>
                    <a:lnB w="6350" cap="flat" cmpd="sng" algn="ctr">
                      <a:solidFill>
                        <a:srgbClr val="F1F1F1"/>
                      </a:solidFill>
                      <a:prstDash val="solid"/>
                      <a:round/>
                      <a:headEnd type="none" w="med" len="med"/>
                      <a:tailEnd type="none" w="med" len="med"/>
                    </a:lnB>
                    <a:solidFill>
                      <a:srgbClr val="FFFFFF"/>
                    </a:solidFill>
                  </a:tcPr>
                </a:tc>
                <a:extLst>
                  <a:ext uri="{0D108BD9-81ED-4DB2-BD59-A6C34878D82A}">
                    <a16:rowId xmlns:a16="http://schemas.microsoft.com/office/drawing/2014/main" val="403998855"/>
                  </a:ext>
                </a:extLst>
              </a:tr>
            </a:tbl>
          </a:graphicData>
        </a:graphic>
      </p:graphicFrame>
      <p:pic>
        <p:nvPicPr>
          <p:cNvPr id="4097" name="Picture 1" descr="Activity Diagram Notation - Fork Node">
            <a:extLst>
              <a:ext uri="{FF2B5EF4-FFF2-40B4-BE49-F238E27FC236}">
                <a16:creationId xmlns:a16="http://schemas.microsoft.com/office/drawing/2014/main" id="{295B4544-CEFA-4FAA-8AF2-5717CF904B4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68642" y="3160698"/>
            <a:ext cx="1683941" cy="847474"/>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6" name="Table 5">
            <a:extLst>
              <a:ext uri="{FF2B5EF4-FFF2-40B4-BE49-F238E27FC236}">
                <a16:creationId xmlns:a16="http://schemas.microsoft.com/office/drawing/2014/main" id="{F01CF4BA-3DD8-4F23-A2AA-0E6506BEF91A}"/>
              </a:ext>
            </a:extLst>
          </p:cNvPr>
          <p:cNvGraphicFramePr>
            <a:graphicFrameLocks noGrp="1"/>
          </p:cNvGraphicFramePr>
          <p:nvPr>
            <p:extLst>
              <p:ext uri="{D42A27DB-BD31-4B8C-83A1-F6EECF244321}">
                <p14:modId xmlns:p14="http://schemas.microsoft.com/office/powerpoint/2010/main" val="2858812654"/>
              </p:ext>
            </p:extLst>
          </p:nvPr>
        </p:nvGraphicFramePr>
        <p:xfrm>
          <a:off x="5088276" y="1571214"/>
          <a:ext cx="2983865" cy="1297940"/>
        </p:xfrm>
        <a:graphic>
          <a:graphicData uri="http://schemas.openxmlformats.org/drawingml/2006/table">
            <a:tbl>
              <a:tblPr/>
              <a:tblGrid>
                <a:gridCol w="2983865">
                  <a:extLst>
                    <a:ext uri="{9D8B030D-6E8A-4147-A177-3AD203B41FA5}">
                      <a16:colId xmlns:a16="http://schemas.microsoft.com/office/drawing/2014/main" val="2529997133"/>
                    </a:ext>
                  </a:extLst>
                </a:gridCol>
              </a:tblGrid>
              <a:tr h="0">
                <a:tc>
                  <a:txBody>
                    <a:bodyPr/>
                    <a:lstStyle/>
                    <a:p>
                      <a:pPr algn="l"/>
                      <a:r>
                        <a:rPr lang="en-US" b="1" dirty="0">
                          <a:solidFill>
                            <a:srgbClr val="737C85"/>
                          </a:solidFill>
                          <a:effectLst/>
                          <a:latin typeface="Open Sans" panose="020B0606030504020204" pitchFamily="34" charset="0"/>
                        </a:rPr>
                        <a:t>Join Node</a:t>
                      </a:r>
                      <a:endParaRPr lang="en-US" b="0" dirty="0">
                        <a:solidFill>
                          <a:srgbClr val="737C85"/>
                        </a:solidFill>
                        <a:effectLst/>
                        <a:latin typeface="Open Sans" panose="020B0606030504020204" pitchFamily="34" charset="0"/>
                      </a:endParaRPr>
                    </a:p>
                    <a:p>
                      <a:pPr algn="l"/>
                      <a:r>
                        <a:rPr lang="en-US" b="0" dirty="0">
                          <a:solidFill>
                            <a:srgbClr val="737C85"/>
                          </a:solidFill>
                          <a:effectLst/>
                          <a:latin typeface="Open Sans" panose="020B0606030504020204" pitchFamily="34" charset="0"/>
                        </a:rPr>
                        <a:t>Bring back together a set of parallel or concurrent flows of activities (or actions).</a:t>
                      </a:r>
                    </a:p>
                  </a:txBody>
                  <a:tcPr marT="317500" marB="127000" anchor="ctr">
                    <a:lnL>
                      <a:noFill/>
                    </a:lnL>
                    <a:lnR w="6350" cap="flat" cmpd="sng" algn="ctr">
                      <a:solidFill>
                        <a:srgbClr val="F1F1F1"/>
                      </a:solidFill>
                      <a:prstDash val="solid"/>
                      <a:round/>
                      <a:headEnd type="none" w="med" len="med"/>
                      <a:tailEnd type="none" w="med" len="med"/>
                    </a:lnR>
                    <a:lnT>
                      <a:noFill/>
                    </a:lnT>
                    <a:lnB w="6350" cap="flat" cmpd="sng" algn="ctr">
                      <a:solidFill>
                        <a:srgbClr val="F1F1F1"/>
                      </a:solidFill>
                      <a:prstDash val="solid"/>
                      <a:round/>
                      <a:headEnd type="none" w="med" len="med"/>
                      <a:tailEnd type="none" w="med" len="med"/>
                    </a:lnB>
                    <a:solidFill>
                      <a:srgbClr val="FFFFFF"/>
                    </a:solidFill>
                  </a:tcPr>
                </a:tc>
                <a:extLst>
                  <a:ext uri="{0D108BD9-81ED-4DB2-BD59-A6C34878D82A}">
                    <a16:rowId xmlns:a16="http://schemas.microsoft.com/office/drawing/2014/main" val="2215197789"/>
                  </a:ext>
                </a:extLst>
              </a:tr>
            </a:tbl>
          </a:graphicData>
        </a:graphic>
      </p:graphicFrame>
      <p:pic>
        <p:nvPicPr>
          <p:cNvPr id="4098" name="Picture 2" descr="Activity Diagram Notation - Join Node">
            <a:extLst>
              <a:ext uri="{FF2B5EF4-FFF2-40B4-BE49-F238E27FC236}">
                <a16:creationId xmlns:a16="http://schemas.microsoft.com/office/drawing/2014/main" id="{71538896-D8AA-4CCE-9AC9-4F5D77193EB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646522" y="3246422"/>
            <a:ext cx="1752761" cy="7334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9930621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652"/>
        <p:cNvGrpSpPr/>
        <p:nvPr/>
      </p:nvGrpSpPr>
      <p:grpSpPr>
        <a:xfrm>
          <a:off x="0" y="0"/>
          <a:ext cx="0" cy="0"/>
          <a:chOff x="0" y="0"/>
          <a:chExt cx="0" cy="0"/>
        </a:xfrm>
      </p:grpSpPr>
      <p:cxnSp>
        <p:nvCxnSpPr>
          <p:cNvPr id="658" name="Google Shape;658;p31"/>
          <p:cNvCxnSpPr/>
          <p:nvPr/>
        </p:nvCxnSpPr>
        <p:spPr>
          <a:xfrm>
            <a:off x="0" y="307163"/>
            <a:ext cx="4570500" cy="0"/>
          </a:xfrm>
          <a:prstGeom prst="straightConnector1">
            <a:avLst/>
          </a:prstGeom>
          <a:noFill/>
          <a:ln w="9525" cap="flat" cmpd="sng">
            <a:solidFill>
              <a:schemeClr val="dk1"/>
            </a:solidFill>
            <a:prstDash val="solid"/>
            <a:round/>
            <a:headEnd type="none" w="med" len="med"/>
            <a:tailEnd type="none" w="med" len="med"/>
          </a:ln>
        </p:spPr>
      </p:cxnSp>
      <p:sp>
        <p:nvSpPr>
          <p:cNvPr id="3" name="Title 2">
            <a:extLst>
              <a:ext uri="{FF2B5EF4-FFF2-40B4-BE49-F238E27FC236}">
                <a16:creationId xmlns:a16="http://schemas.microsoft.com/office/drawing/2014/main" id="{998B0E51-4EE2-40B1-BBE7-17426523A8E4}"/>
              </a:ext>
            </a:extLst>
          </p:cNvPr>
          <p:cNvSpPr>
            <a:spLocks noGrp="1"/>
          </p:cNvSpPr>
          <p:nvPr>
            <p:ph type="title"/>
          </p:nvPr>
        </p:nvSpPr>
        <p:spPr/>
        <p:txBody>
          <a:bodyPr/>
          <a:lstStyle/>
          <a:p>
            <a:r>
              <a:rPr lang="en-US" sz="2200" b="1" dirty="0">
                <a:latin typeface="Open Sans" panose="020B0606030504020204" pitchFamily="34" charset="0"/>
                <a:ea typeface="Open Sans" panose="020B0606030504020204" pitchFamily="34" charset="0"/>
                <a:cs typeface="Open Sans" panose="020B0606030504020204" pitchFamily="34" charset="0"/>
              </a:rPr>
              <a:t>2. Key Elements</a:t>
            </a:r>
          </a:p>
        </p:txBody>
      </p:sp>
      <p:sp>
        <p:nvSpPr>
          <p:cNvPr id="10" name="TextBox 9">
            <a:extLst>
              <a:ext uri="{FF2B5EF4-FFF2-40B4-BE49-F238E27FC236}">
                <a16:creationId xmlns:a16="http://schemas.microsoft.com/office/drawing/2014/main" id="{A6115701-52DE-4050-8F61-A1875AFC2DBD}"/>
              </a:ext>
            </a:extLst>
          </p:cNvPr>
          <p:cNvSpPr txBox="1"/>
          <p:nvPr/>
        </p:nvSpPr>
        <p:spPr>
          <a:xfrm>
            <a:off x="722375" y="1543574"/>
            <a:ext cx="5273268" cy="1077218"/>
          </a:xfrm>
          <a:prstGeom prst="rect">
            <a:avLst/>
          </a:prstGeom>
          <a:noFill/>
        </p:spPr>
        <p:txBody>
          <a:bodyPr wrap="square">
            <a:spAutoFit/>
          </a:bodyPr>
          <a:lstStyle/>
          <a:p>
            <a:pPr algn="l"/>
            <a:r>
              <a:rPr lang="en-US" sz="1600" b="1" i="0" dirty="0">
                <a:solidFill>
                  <a:srgbClr val="737C85"/>
                </a:solidFill>
                <a:effectLst/>
                <a:latin typeface="Open Sans" panose="020B0606030504020204" pitchFamily="34" charset="0"/>
              </a:rPr>
              <a:t>Swimlane and Partition</a:t>
            </a:r>
            <a:endParaRPr lang="en-US" sz="1600" b="0" i="0" dirty="0">
              <a:solidFill>
                <a:srgbClr val="737C85"/>
              </a:solidFill>
              <a:effectLst/>
              <a:latin typeface="Open Sans" panose="020B0606030504020204" pitchFamily="34" charset="0"/>
            </a:endParaRPr>
          </a:p>
          <a:p>
            <a:pPr algn="l"/>
            <a:r>
              <a:rPr lang="en-US" sz="1600" b="0" i="0" dirty="0">
                <a:solidFill>
                  <a:srgbClr val="737C85"/>
                </a:solidFill>
                <a:effectLst/>
                <a:latin typeface="Open Sans" panose="020B0606030504020204" pitchFamily="34" charset="0"/>
              </a:rPr>
              <a:t>A way to group activities performed by the same actor on an activity diagram or to group activities in a single thread</a:t>
            </a:r>
          </a:p>
        </p:txBody>
      </p:sp>
      <p:pic>
        <p:nvPicPr>
          <p:cNvPr id="5122" name="Picture 2" descr="Activity Diagram Notation - Swimlane and Partition">
            <a:extLst>
              <a:ext uri="{FF2B5EF4-FFF2-40B4-BE49-F238E27FC236}">
                <a16:creationId xmlns:a16="http://schemas.microsoft.com/office/drawing/2014/main" id="{2E30154E-5EFB-4305-8FC9-8C7BB5BD8C7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00119" y="1611152"/>
            <a:ext cx="2321456" cy="23214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3194556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652"/>
        <p:cNvGrpSpPr/>
        <p:nvPr/>
      </p:nvGrpSpPr>
      <p:grpSpPr>
        <a:xfrm>
          <a:off x="0" y="0"/>
          <a:ext cx="0" cy="0"/>
          <a:chOff x="0" y="0"/>
          <a:chExt cx="0" cy="0"/>
        </a:xfrm>
      </p:grpSpPr>
      <p:cxnSp>
        <p:nvCxnSpPr>
          <p:cNvPr id="658" name="Google Shape;658;p31"/>
          <p:cNvCxnSpPr/>
          <p:nvPr/>
        </p:nvCxnSpPr>
        <p:spPr>
          <a:xfrm>
            <a:off x="0" y="307163"/>
            <a:ext cx="4570500" cy="0"/>
          </a:xfrm>
          <a:prstGeom prst="straightConnector1">
            <a:avLst/>
          </a:prstGeom>
          <a:noFill/>
          <a:ln w="9525" cap="flat" cmpd="sng">
            <a:solidFill>
              <a:schemeClr val="dk1"/>
            </a:solidFill>
            <a:prstDash val="solid"/>
            <a:round/>
            <a:headEnd type="none" w="med" len="med"/>
            <a:tailEnd type="none" w="med" len="med"/>
          </a:ln>
        </p:spPr>
      </p:cxnSp>
      <p:sp>
        <p:nvSpPr>
          <p:cNvPr id="3" name="Title 2">
            <a:extLst>
              <a:ext uri="{FF2B5EF4-FFF2-40B4-BE49-F238E27FC236}">
                <a16:creationId xmlns:a16="http://schemas.microsoft.com/office/drawing/2014/main" id="{998B0E51-4EE2-40B1-BBE7-17426523A8E4}"/>
              </a:ext>
            </a:extLst>
          </p:cNvPr>
          <p:cNvSpPr>
            <a:spLocks noGrp="1"/>
          </p:cNvSpPr>
          <p:nvPr>
            <p:ph type="title"/>
          </p:nvPr>
        </p:nvSpPr>
        <p:spPr/>
        <p:txBody>
          <a:bodyPr/>
          <a:lstStyle/>
          <a:p>
            <a:r>
              <a:rPr lang="en-US" sz="2200" dirty="0">
                <a:latin typeface="Open Sans" panose="020B0606030504020204" pitchFamily="34" charset="0"/>
                <a:ea typeface="Open Sans" panose="020B0606030504020204" pitchFamily="34" charset="0"/>
                <a:cs typeface="Open Sans" panose="020B0606030504020204" pitchFamily="34" charset="0"/>
              </a:rPr>
              <a:t>When to Use It?</a:t>
            </a:r>
            <a:endParaRPr lang="en-US" sz="2200" b="1" dirty="0">
              <a:latin typeface="Open Sans" panose="020B0606030504020204" pitchFamily="34" charset="0"/>
              <a:ea typeface="Open Sans" panose="020B0606030504020204" pitchFamily="34" charset="0"/>
              <a:cs typeface="Open Sans" panose="020B0606030504020204" pitchFamily="34" charset="0"/>
            </a:endParaRPr>
          </a:p>
        </p:txBody>
      </p:sp>
      <p:sp>
        <p:nvSpPr>
          <p:cNvPr id="13" name="TextBox 12">
            <a:extLst>
              <a:ext uri="{FF2B5EF4-FFF2-40B4-BE49-F238E27FC236}">
                <a16:creationId xmlns:a16="http://schemas.microsoft.com/office/drawing/2014/main" id="{441D22BD-ABEA-4188-853E-14695100170E}"/>
              </a:ext>
            </a:extLst>
          </p:cNvPr>
          <p:cNvSpPr txBox="1"/>
          <p:nvPr/>
        </p:nvSpPr>
        <p:spPr>
          <a:xfrm>
            <a:off x="722375" y="1682454"/>
            <a:ext cx="7699200" cy="1569660"/>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rPr>
              <a:t>During requirements analysis → to model business processes.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1" i="0" u="none" strike="noStrike" cap="none" normalizeH="0" baseline="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rPr>
              <a:t>During design → to show how operations or methods work.</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1" i="0" u="none" strike="noStrike" cap="none" normalizeH="0" baseline="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rPr>
              <a:t>Often based on a Use Case (each major use case can have one activity diagram)</a:t>
            </a:r>
            <a:r>
              <a:rPr kumimoji="0" lang="en-US" altLang="en-US" sz="1600" b="0" i="0" u="none" strike="noStrike" cap="none" normalizeH="0" baseline="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rPr>
              <a:t>.</a:t>
            </a:r>
          </a:p>
        </p:txBody>
      </p:sp>
    </p:spTree>
    <p:extLst>
      <p:ext uri="{BB962C8B-B14F-4D97-AF65-F5344CB8AC3E}">
        <p14:creationId xmlns:p14="http://schemas.microsoft.com/office/powerpoint/2010/main" val="245453345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1001"/>
        <p:cNvGrpSpPr/>
        <p:nvPr/>
      </p:nvGrpSpPr>
      <p:grpSpPr>
        <a:xfrm>
          <a:off x="0" y="0"/>
          <a:ext cx="0" cy="0"/>
          <a:chOff x="0" y="0"/>
          <a:chExt cx="0" cy="0"/>
        </a:xfrm>
      </p:grpSpPr>
      <p:sp>
        <p:nvSpPr>
          <p:cNvPr id="1002" name="Google Shape;1002;p36"/>
          <p:cNvSpPr txBox="1">
            <a:spLocks noGrp="1"/>
          </p:cNvSpPr>
          <p:nvPr>
            <p:ph type="title"/>
          </p:nvPr>
        </p:nvSpPr>
        <p:spPr>
          <a:xfrm>
            <a:off x="1117793" y="1588607"/>
            <a:ext cx="6456575" cy="983143"/>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US" sz="2000" dirty="0"/>
              <a:t>Activity Diagram </a:t>
            </a:r>
            <a:br>
              <a:rPr lang="en-US" sz="2000" dirty="0"/>
            </a:br>
            <a:r>
              <a:rPr lang="en-US" sz="2000" dirty="0"/>
              <a:t>Examples &amp; Case Study</a:t>
            </a:r>
            <a:endParaRPr sz="2000" dirty="0"/>
          </a:p>
        </p:txBody>
      </p:sp>
      <p:grpSp>
        <p:nvGrpSpPr>
          <p:cNvPr id="1004" name="Google Shape;1004;p36"/>
          <p:cNvGrpSpPr/>
          <p:nvPr/>
        </p:nvGrpSpPr>
        <p:grpSpPr>
          <a:xfrm>
            <a:off x="6674916" y="4059932"/>
            <a:ext cx="821098" cy="821018"/>
            <a:chOff x="276382" y="1174752"/>
            <a:chExt cx="895027" cy="894940"/>
          </a:xfrm>
        </p:grpSpPr>
        <p:grpSp>
          <p:nvGrpSpPr>
            <p:cNvPr id="1005" name="Google Shape;1005;p36"/>
            <p:cNvGrpSpPr/>
            <p:nvPr/>
          </p:nvGrpSpPr>
          <p:grpSpPr>
            <a:xfrm>
              <a:off x="276382" y="1174752"/>
              <a:ext cx="895027" cy="894940"/>
              <a:chOff x="2861096" y="3889198"/>
              <a:chExt cx="397772" cy="397716"/>
            </a:xfrm>
          </p:grpSpPr>
          <p:sp>
            <p:nvSpPr>
              <p:cNvPr id="1006" name="Google Shape;1006;p36"/>
              <p:cNvSpPr/>
              <p:nvPr/>
            </p:nvSpPr>
            <p:spPr>
              <a:xfrm>
                <a:off x="2861096" y="3889198"/>
                <a:ext cx="397772" cy="397716"/>
              </a:xfrm>
              <a:custGeom>
                <a:avLst/>
                <a:gdLst/>
                <a:ahLst/>
                <a:cxnLst/>
                <a:rect l="l" t="t" r="r" b="b"/>
                <a:pathLst>
                  <a:path w="7080" h="7079" extrusionOk="0">
                    <a:moveTo>
                      <a:pt x="3545" y="0"/>
                    </a:moveTo>
                    <a:cubicBezTo>
                      <a:pt x="1588" y="0"/>
                      <a:pt x="1" y="1588"/>
                      <a:pt x="1" y="3535"/>
                    </a:cubicBezTo>
                    <a:cubicBezTo>
                      <a:pt x="1" y="5491"/>
                      <a:pt x="1588" y="7079"/>
                      <a:pt x="3545" y="7079"/>
                    </a:cubicBezTo>
                    <a:cubicBezTo>
                      <a:pt x="5501" y="7079"/>
                      <a:pt x="7079" y="5491"/>
                      <a:pt x="7079" y="3535"/>
                    </a:cubicBezTo>
                    <a:cubicBezTo>
                      <a:pt x="7079" y="1588"/>
                      <a:pt x="5501" y="0"/>
                      <a:pt x="3545" y="0"/>
                    </a:cubicBezTo>
                    <a:close/>
                  </a:path>
                </a:pathLst>
              </a:custGeom>
              <a:solidFill>
                <a:schemeClr val="accent3"/>
              </a:solidFill>
              <a:ln w="9525" cap="flat" cmpd="sng">
                <a:solidFill>
                  <a:schemeClr val="dk1"/>
                </a:solidFill>
                <a:prstDash val="solid"/>
                <a:miter lim="945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7" name="Google Shape;1007;p36"/>
              <p:cNvSpPr/>
              <p:nvPr/>
            </p:nvSpPr>
            <p:spPr>
              <a:xfrm>
                <a:off x="2907821" y="3931467"/>
                <a:ext cx="304332" cy="313132"/>
              </a:xfrm>
              <a:custGeom>
                <a:avLst/>
                <a:gdLst/>
                <a:ahLst/>
                <a:cxnLst/>
                <a:rect l="l" t="t" r="r" b="b"/>
                <a:pathLst>
                  <a:path w="4282" h="4282" extrusionOk="0">
                    <a:moveTo>
                      <a:pt x="2146" y="1"/>
                    </a:moveTo>
                    <a:cubicBezTo>
                      <a:pt x="964" y="1"/>
                      <a:pt x="0" y="955"/>
                      <a:pt x="0" y="2137"/>
                    </a:cubicBezTo>
                    <a:cubicBezTo>
                      <a:pt x="0" y="3327"/>
                      <a:pt x="964" y="4282"/>
                      <a:pt x="2146" y="4282"/>
                    </a:cubicBezTo>
                    <a:cubicBezTo>
                      <a:pt x="3327" y="4282"/>
                      <a:pt x="4281" y="3327"/>
                      <a:pt x="4281" y="2137"/>
                    </a:cubicBezTo>
                    <a:cubicBezTo>
                      <a:pt x="4281" y="955"/>
                      <a:pt x="3327" y="1"/>
                      <a:pt x="2146" y="1"/>
                    </a:cubicBezTo>
                    <a:close/>
                  </a:path>
                </a:pathLst>
              </a:custGeom>
              <a:solidFill>
                <a:schemeClr val="accent1"/>
              </a:solidFill>
              <a:ln w="9525" cap="flat" cmpd="sng">
                <a:solidFill>
                  <a:schemeClr val="dk1"/>
                </a:solidFill>
                <a:prstDash val="solid"/>
                <a:miter lim="945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08" name="Google Shape;1008;p36"/>
            <p:cNvSpPr/>
            <p:nvPr/>
          </p:nvSpPr>
          <p:spPr>
            <a:xfrm>
              <a:off x="698100" y="1366625"/>
              <a:ext cx="195250" cy="467375"/>
            </a:xfrm>
            <a:custGeom>
              <a:avLst/>
              <a:gdLst/>
              <a:ahLst/>
              <a:cxnLst/>
              <a:rect l="l" t="t" r="r" b="b"/>
              <a:pathLst>
                <a:path w="7810" h="18695" extrusionOk="0">
                  <a:moveTo>
                    <a:pt x="5916" y="0"/>
                  </a:moveTo>
                  <a:lnTo>
                    <a:pt x="0" y="9939"/>
                  </a:lnTo>
                  <a:lnTo>
                    <a:pt x="7810" y="18695"/>
                  </a:lnTo>
                </a:path>
              </a:pathLst>
            </a:custGeom>
            <a:noFill/>
            <a:ln w="9525" cap="flat" cmpd="sng">
              <a:solidFill>
                <a:schemeClr val="dk1"/>
              </a:solidFill>
              <a:prstDash val="solid"/>
              <a:round/>
              <a:headEnd type="none" w="med" len="med"/>
              <a:tailEnd type="none" w="med" len="med"/>
            </a:ln>
          </p:spPr>
        </p:sp>
      </p:grpSp>
      <p:grpSp>
        <p:nvGrpSpPr>
          <p:cNvPr id="1009" name="Google Shape;1009;p36"/>
          <p:cNvGrpSpPr/>
          <p:nvPr/>
        </p:nvGrpSpPr>
        <p:grpSpPr>
          <a:xfrm rot="-507535">
            <a:off x="1091350" y="139897"/>
            <a:ext cx="519443" cy="799194"/>
            <a:chOff x="3334313" y="1341356"/>
            <a:chExt cx="798434" cy="1228438"/>
          </a:xfrm>
        </p:grpSpPr>
        <p:sp>
          <p:nvSpPr>
            <p:cNvPr id="1010" name="Google Shape;1010;p36"/>
            <p:cNvSpPr/>
            <p:nvPr/>
          </p:nvSpPr>
          <p:spPr>
            <a:xfrm>
              <a:off x="3334313" y="1341356"/>
              <a:ext cx="798434" cy="999971"/>
            </a:xfrm>
            <a:custGeom>
              <a:avLst/>
              <a:gdLst/>
              <a:ahLst/>
              <a:cxnLst/>
              <a:rect l="l" t="t" r="r" b="b"/>
              <a:pathLst>
                <a:path w="16152" h="20228" extrusionOk="0">
                  <a:moveTo>
                    <a:pt x="8144" y="1"/>
                  </a:moveTo>
                  <a:cubicBezTo>
                    <a:pt x="8069" y="1"/>
                    <a:pt x="7995" y="2"/>
                    <a:pt x="7920" y="4"/>
                  </a:cubicBezTo>
                  <a:cubicBezTo>
                    <a:pt x="3791" y="117"/>
                    <a:pt x="379" y="3444"/>
                    <a:pt x="152" y="7564"/>
                  </a:cubicBezTo>
                  <a:cubicBezTo>
                    <a:pt x="1" y="10305"/>
                    <a:pt x="1239" y="12762"/>
                    <a:pt x="3214" y="14312"/>
                  </a:cubicBezTo>
                  <a:cubicBezTo>
                    <a:pt x="3791" y="14765"/>
                    <a:pt x="4291" y="15323"/>
                    <a:pt x="4641" y="15966"/>
                  </a:cubicBezTo>
                  <a:cubicBezTo>
                    <a:pt x="4991" y="16589"/>
                    <a:pt x="5274" y="17393"/>
                    <a:pt x="5340" y="18357"/>
                  </a:cubicBezTo>
                  <a:lnTo>
                    <a:pt x="5340" y="20228"/>
                  </a:lnTo>
                  <a:lnTo>
                    <a:pt x="10945" y="20228"/>
                  </a:lnTo>
                  <a:lnTo>
                    <a:pt x="10954" y="18347"/>
                  </a:lnTo>
                  <a:cubicBezTo>
                    <a:pt x="11020" y="17383"/>
                    <a:pt x="11304" y="16599"/>
                    <a:pt x="11644" y="15966"/>
                  </a:cubicBezTo>
                  <a:cubicBezTo>
                    <a:pt x="12003" y="15314"/>
                    <a:pt x="12513" y="14756"/>
                    <a:pt x="13099" y="14293"/>
                  </a:cubicBezTo>
                  <a:cubicBezTo>
                    <a:pt x="14961" y="12828"/>
                    <a:pt x="16152" y="10560"/>
                    <a:pt x="16152" y="8008"/>
                  </a:cubicBezTo>
                  <a:cubicBezTo>
                    <a:pt x="16152" y="3584"/>
                    <a:pt x="12568" y="1"/>
                    <a:pt x="8144" y="1"/>
                  </a:cubicBezTo>
                  <a:close/>
                </a:path>
              </a:pathLst>
            </a:custGeom>
            <a:solidFill>
              <a:schemeClr val="dk2"/>
            </a:solidFill>
            <a:ln w="9525" cap="flat" cmpd="sng">
              <a:solidFill>
                <a:schemeClr val="dk1"/>
              </a:solidFill>
              <a:prstDash val="solid"/>
              <a:miter lim="945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1" name="Google Shape;1011;p36"/>
            <p:cNvSpPr/>
            <p:nvPr/>
          </p:nvSpPr>
          <p:spPr>
            <a:xfrm>
              <a:off x="3625368" y="2491686"/>
              <a:ext cx="222891" cy="78107"/>
            </a:xfrm>
            <a:custGeom>
              <a:avLst/>
              <a:gdLst/>
              <a:ahLst/>
              <a:cxnLst/>
              <a:rect l="l" t="t" r="r" b="b"/>
              <a:pathLst>
                <a:path w="4509" h="1580" extrusionOk="0">
                  <a:moveTo>
                    <a:pt x="1" y="1"/>
                  </a:moveTo>
                  <a:lnTo>
                    <a:pt x="1" y="1579"/>
                  </a:lnTo>
                  <a:lnTo>
                    <a:pt x="4509" y="1579"/>
                  </a:lnTo>
                  <a:lnTo>
                    <a:pt x="4509" y="1"/>
                  </a:lnTo>
                  <a:close/>
                </a:path>
              </a:pathLst>
            </a:custGeom>
            <a:solidFill>
              <a:schemeClr val="accent1"/>
            </a:solidFill>
            <a:ln w="9525" cap="flat" cmpd="sng">
              <a:solidFill>
                <a:schemeClr val="dk1"/>
              </a:solidFill>
              <a:prstDash val="solid"/>
              <a:miter lim="945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2" name="Google Shape;1012;p36"/>
            <p:cNvSpPr/>
            <p:nvPr/>
          </p:nvSpPr>
          <p:spPr>
            <a:xfrm>
              <a:off x="3560415" y="2332410"/>
              <a:ext cx="353245" cy="177126"/>
            </a:xfrm>
            <a:custGeom>
              <a:avLst/>
              <a:gdLst/>
              <a:ahLst/>
              <a:cxnLst/>
              <a:rect l="l" t="t" r="r" b="b"/>
              <a:pathLst>
                <a:path w="7146" h="3583" extrusionOk="0">
                  <a:moveTo>
                    <a:pt x="1" y="0"/>
                  </a:moveTo>
                  <a:lnTo>
                    <a:pt x="1" y="3582"/>
                  </a:lnTo>
                  <a:lnTo>
                    <a:pt x="7146" y="3582"/>
                  </a:lnTo>
                  <a:lnTo>
                    <a:pt x="7146" y="0"/>
                  </a:lnTo>
                  <a:close/>
                </a:path>
              </a:pathLst>
            </a:custGeom>
            <a:solidFill>
              <a:schemeClr val="accent3"/>
            </a:solidFill>
            <a:ln w="9525" cap="flat" cmpd="sng">
              <a:solidFill>
                <a:schemeClr val="dk1"/>
              </a:solidFill>
              <a:prstDash val="solid"/>
              <a:miter lim="945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3" name="Google Shape;1013;p36"/>
            <p:cNvSpPr/>
            <p:nvPr/>
          </p:nvSpPr>
          <p:spPr>
            <a:xfrm>
              <a:off x="3546425" y="2360884"/>
              <a:ext cx="381273" cy="27634"/>
            </a:xfrm>
            <a:custGeom>
              <a:avLst/>
              <a:gdLst/>
              <a:ahLst/>
              <a:cxnLst/>
              <a:rect l="l" t="t" r="r" b="b"/>
              <a:pathLst>
                <a:path w="7713" h="559" extrusionOk="0">
                  <a:moveTo>
                    <a:pt x="0" y="1"/>
                  </a:moveTo>
                  <a:lnTo>
                    <a:pt x="0" y="558"/>
                  </a:lnTo>
                  <a:lnTo>
                    <a:pt x="7712" y="558"/>
                  </a:lnTo>
                  <a:lnTo>
                    <a:pt x="771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4" name="Google Shape;1014;p36"/>
            <p:cNvSpPr/>
            <p:nvPr/>
          </p:nvSpPr>
          <p:spPr>
            <a:xfrm>
              <a:off x="3546425" y="2407154"/>
              <a:ext cx="381273" cy="27585"/>
            </a:xfrm>
            <a:custGeom>
              <a:avLst/>
              <a:gdLst/>
              <a:ahLst/>
              <a:cxnLst/>
              <a:rect l="l" t="t" r="r" b="b"/>
              <a:pathLst>
                <a:path w="7713" h="558" extrusionOk="0">
                  <a:moveTo>
                    <a:pt x="0" y="0"/>
                  </a:moveTo>
                  <a:lnTo>
                    <a:pt x="0" y="558"/>
                  </a:lnTo>
                  <a:lnTo>
                    <a:pt x="7712" y="558"/>
                  </a:lnTo>
                  <a:lnTo>
                    <a:pt x="771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5" name="Google Shape;1015;p36"/>
            <p:cNvSpPr/>
            <p:nvPr/>
          </p:nvSpPr>
          <p:spPr>
            <a:xfrm>
              <a:off x="3546425" y="2453424"/>
              <a:ext cx="381273" cy="27585"/>
            </a:xfrm>
            <a:custGeom>
              <a:avLst/>
              <a:gdLst/>
              <a:ahLst/>
              <a:cxnLst/>
              <a:rect l="l" t="t" r="r" b="b"/>
              <a:pathLst>
                <a:path w="7713" h="558" extrusionOk="0">
                  <a:moveTo>
                    <a:pt x="0" y="0"/>
                  </a:moveTo>
                  <a:lnTo>
                    <a:pt x="0" y="558"/>
                  </a:lnTo>
                  <a:lnTo>
                    <a:pt x="7712" y="558"/>
                  </a:lnTo>
                  <a:lnTo>
                    <a:pt x="771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6" name="Google Shape;1016;p36"/>
            <p:cNvSpPr/>
            <p:nvPr/>
          </p:nvSpPr>
          <p:spPr>
            <a:xfrm>
              <a:off x="3502530" y="1574141"/>
              <a:ext cx="488195" cy="377090"/>
            </a:xfrm>
            <a:custGeom>
              <a:avLst/>
              <a:gdLst/>
              <a:ahLst/>
              <a:cxnLst/>
              <a:rect l="l" t="t" r="r" b="b"/>
              <a:pathLst>
                <a:path w="9876" h="7628" fill="none" extrusionOk="0">
                  <a:moveTo>
                    <a:pt x="0" y="5435"/>
                  </a:moveTo>
                  <a:lnTo>
                    <a:pt x="1777" y="29"/>
                  </a:lnTo>
                  <a:lnTo>
                    <a:pt x="2826" y="7628"/>
                  </a:lnTo>
                  <a:lnTo>
                    <a:pt x="4801" y="1"/>
                  </a:lnTo>
                  <a:lnTo>
                    <a:pt x="6578" y="6333"/>
                  </a:lnTo>
                  <a:lnTo>
                    <a:pt x="8288" y="332"/>
                  </a:lnTo>
                  <a:lnTo>
                    <a:pt x="9876" y="5227"/>
                  </a:lnTo>
                </a:path>
              </a:pathLst>
            </a:custGeom>
            <a:solidFill>
              <a:schemeClr val="dk2"/>
            </a:solidFill>
            <a:ln w="9525" cap="flat" cmpd="sng">
              <a:solidFill>
                <a:schemeClr val="dk1"/>
              </a:solidFill>
              <a:prstDash val="solid"/>
              <a:miter lim="945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139682033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1001"/>
        <p:cNvGrpSpPr/>
        <p:nvPr/>
      </p:nvGrpSpPr>
      <p:grpSpPr>
        <a:xfrm>
          <a:off x="0" y="0"/>
          <a:ext cx="0" cy="0"/>
          <a:chOff x="0" y="0"/>
          <a:chExt cx="0" cy="0"/>
        </a:xfrm>
      </p:grpSpPr>
      <p:sp>
        <p:nvSpPr>
          <p:cNvPr id="1002" name="Google Shape;1002;p36"/>
          <p:cNvSpPr txBox="1">
            <a:spLocks noGrp="1"/>
          </p:cNvSpPr>
          <p:nvPr>
            <p:ph type="title"/>
          </p:nvPr>
        </p:nvSpPr>
        <p:spPr>
          <a:xfrm>
            <a:off x="1110918" y="1541465"/>
            <a:ext cx="6809299" cy="148781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US" sz="2000" dirty="0"/>
              <a:t>Case Study: For the Requirements, we have collected that we need to make a different diagram for 3 of the requirements </a:t>
            </a:r>
            <a:endParaRPr sz="2000" dirty="0"/>
          </a:p>
        </p:txBody>
      </p:sp>
      <p:grpSp>
        <p:nvGrpSpPr>
          <p:cNvPr id="1004" name="Google Shape;1004;p36"/>
          <p:cNvGrpSpPr/>
          <p:nvPr/>
        </p:nvGrpSpPr>
        <p:grpSpPr>
          <a:xfrm>
            <a:off x="6674916" y="4059932"/>
            <a:ext cx="821098" cy="821018"/>
            <a:chOff x="276382" y="1174752"/>
            <a:chExt cx="895027" cy="894940"/>
          </a:xfrm>
        </p:grpSpPr>
        <p:grpSp>
          <p:nvGrpSpPr>
            <p:cNvPr id="1005" name="Google Shape;1005;p36"/>
            <p:cNvGrpSpPr/>
            <p:nvPr/>
          </p:nvGrpSpPr>
          <p:grpSpPr>
            <a:xfrm>
              <a:off x="276382" y="1174752"/>
              <a:ext cx="895027" cy="894940"/>
              <a:chOff x="2861096" y="3889198"/>
              <a:chExt cx="397772" cy="397716"/>
            </a:xfrm>
          </p:grpSpPr>
          <p:sp>
            <p:nvSpPr>
              <p:cNvPr id="1006" name="Google Shape;1006;p36"/>
              <p:cNvSpPr/>
              <p:nvPr/>
            </p:nvSpPr>
            <p:spPr>
              <a:xfrm>
                <a:off x="2861096" y="3889198"/>
                <a:ext cx="397772" cy="397716"/>
              </a:xfrm>
              <a:custGeom>
                <a:avLst/>
                <a:gdLst/>
                <a:ahLst/>
                <a:cxnLst/>
                <a:rect l="l" t="t" r="r" b="b"/>
                <a:pathLst>
                  <a:path w="7080" h="7079" extrusionOk="0">
                    <a:moveTo>
                      <a:pt x="3545" y="0"/>
                    </a:moveTo>
                    <a:cubicBezTo>
                      <a:pt x="1588" y="0"/>
                      <a:pt x="1" y="1588"/>
                      <a:pt x="1" y="3535"/>
                    </a:cubicBezTo>
                    <a:cubicBezTo>
                      <a:pt x="1" y="5491"/>
                      <a:pt x="1588" y="7079"/>
                      <a:pt x="3545" y="7079"/>
                    </a:cubicBezTo>
                    <a:cubicBezTo>
                      <a:pt x="5501" y="7079"/>
                      <a:pt x="7079" y="5491"/>
                      <a:pt x="7079" y="3535"/>
                    </a:cubicBezTo>
                    <a:cubicBezTo>
                      <a:pt x="7079" y="1588"/>
                      <a:pt x="5501" y="0"/>
                      <a:pt x="3545" y="0"/>
                    </a:cubicBezTo>
                    <a:close/>
                  </a:path>
                </a:pathLst>
              </a:custGeom>
              <a:solidFill>
                <a:schemeClr val="accent3"/>
              </a:solidFill>
              <a:ln w="9525" cap="flat" cmpd="sng">
                <a:solidFill>
                  <a:schemeClr val="dk1"/>
                </a:solidFill>
                <a:prstDash val="solid"/>
                <a:miter lim="945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7" name="Google Shape;1007;p36"/>
              <p:cNvSpPr/>
              <p:nvPr/>
            </p:nvSpPr>
            <p:spPr>
              <a:xfrm>
                <a:off x="2907821" y="3931467"/>
                <a:ext cx="304332" cy="313132"/>
              </a:xfrm>
              <a:custGeom>
                <a:avLst/>
                <a:gdLst/>
                <a:ahLst/>
                <a:cxnLst/>
                <a:rect l="l" t="t" r="r" b="b"/>
                <a:pathLst>
                  <a:path w="4282" h="4282" extrusionOk="0">
                    <a:moveTo>
                      <a:pt x="2146" y="1"/>
                    </a:moveTo>
                    <a:cubicBezTo>
                      <a:pt x="964" y="1"/>
                      <a:pt x="0" y="955"/>
                      <a:pt x="0" y="2137"/>
                    </a:cubicBezTo>
                    <a:cubicBezTo>
                      <a:pt x="0" y="3327"/>
                      <a:pt x="964" y="4282"/>
                      <a:pt x="2146" y="4282"/>
                    </a:cubicBezTo>
                    <a:cubicBezTo>
                      <a:pt x="3327" y="4282"/>
                      <a:pt x="4281" y="3327"/>
                      <a:pt x="4281" y="2137"/>
                    </a:cubicBezTo>
                    <a:cubicBezTo>
                      <a:pt x="4281" y="955"/>
                      <a:pt x="3327" y="1"/>
                      <a:pt x="2146" y="1"/>
                    </a:cubicBezTo>
                    <a:close/>
                  </a:path>
                </a:pathLst>
              </a:custGeom>
              <a:solidFill>
                <a:schemeClr val="accent1"/>
              </a:solidFill>
              <a:ln w="9525" cap="flat" cmpd="sng">
                <a:solidFill>
                  <a:schemeClr val="dk1"/>
                </a:solidFill>
                <a:prstDash val="solid"/>
                <a:miter lim="945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08" name="Google Shape;1008;p36"/>
            <p:cNvSpPr/>
            <p:nvPr/>
          </p:nvSpPr>
          <p:spPr>
            <a:xfrm>
              <a:off x="698100" y="1366625"/>
              <a:ext cx="195250" cy="467375"/>
            </a:xfrm>
            <a:custGeom>
              <a:avLst/>
              <a:gdLst/>
              <a:ahLst/>
              <a:cxnLst/>
              <a:rect l="l" t="t" r="r" b="b"/>
              <a:pathLst>
                <a:path w="7810" h="18695" extrusionOk="0">
                  <a:moveTo>
                    <a:pt x="5916" y="0"/>
                  </a:moveTo>
                  <a:lnTo>
                    <a:pt x="0" y="9939"/>
                  </a:lnTo>
                  <a:lnTo>
                    <a:pt x="7810" y="18695"/>
                  </a:lnTo>
                </a:path>
              </a:pathLst>
            </a:custGeom>
            <a:noFill/>
            <a:ln w="9525" cap="flat" cmpd="sng">
              <a:solidFill>
                <a:schemeClr val="dk1"/>
              </a:solidFill>
              <a:prstDash val="solid"/>
              <a:round/>
              <a:headEnd type="none" w="med" len="med"/>
              <a:tailEnd type="none" w="med" len="med"/>
            </a:ln>
          </p:spPr>
        </p:sp>
      </p:grpSp>
      <p:grpSp>
        <p:nvGrpSpPr>
          <p:cNvPr id="1009" name="Google Shape;1009;p36"/>
          <p:cNvGrpSpPr/>
          <p:nvPr/>
        </p:nvGrpSpPr>
        <p:grpSpPr>
          <a:xfrm rot="-507535">
            <a:off x="1091350" y="139897"/>
            <a:ext cx="519443" cy="799194"/>
            <a:chOff x="3334313" y="1341356"/>
            <a:chExt cx="798434" cy="1228438"/>
          </a:xfrm>
        </p:grpSpPr>
        <p:sp>
          <p:nvSpPr>
            <p:cNvPr id="1010" name="Google Shape;1010;p36"/>
            <p:cNvSpPr/>
            <p:nvPr/>
          </p:nvSpPr>
          <p:spPr>
            <a:xfrm>
              <a:off x="3334313" y="1341356"/>
              <a:ext cx="798434" cy="999971"/>
            </a:xfrm>
            <a:custGeom>
              <a:avLst/>
              <a:gdLst/>
              <a:ahLst/>
              <a:cxnLst/>
              <a:rect l="l" t="t" r="r" b="b"/>
              <a:pathLst>
                <a:path w="16152" h="20228" extrusionOk="0">
                  <a:moveTo>
                    <a:pt x="8144" y="1"/>
                  </a:moveTo>
                  <a:cubicBezTo>
                    <a:pt x="8069" y="1"/>
                    <a:pt x="7995" y="2"/>
                    <a:pt x="7920" y="4"/>
                  </a:cubicBezTo>
                  <a:cubicBezTo>
                    <a:pt x="3791" y="117"/>
                    <a:pt x="379" y="3444"/>
                    <a:pt x="152" y="7564"/>
                  </a:cubicBezTo>
                  <a:cubicBezTo>
                    <a:pt x="1" y="10305"/>
                    <a:pt x="1239" y="12762"/>
                    <a:pt x="3214" y="14312"/>
                  </a:cubicBezTo>
                  <a:cubicBezTo>
                    <a:pt x="3791" y="14765"/>
                    <a:pt x="4291" y="15323"/>
                    <a:pt x="4641" y="15966"/>
                  </a:cubicBezTo>
                  <a:cubicBezTo>
                    <a:pt x="4991" y="16589"/>
                    <a:pt x="5274" y="17393"/>
                    <a:pt x="5340" y="18357"/>
                  </a:cubicBezTo>
                  <a:lnTo>
                    <a:pt x="5340" y="20228"/>
                  </a:lnTo>
                  <a:lnTo>
                    <a:pt x="10945" y="20228"/>
                  </a:lnTo>
                  <a:lnTo>
                    <a:pt x="10954" y="18347"/>
                  </a:lnTo>
                  <a:cubicBezTo>
                    <a:pt x="11020" y="17383"/>
                    <a:pt x="11304" y="16599"/>
                    <a:pt x="11644" y="15966"/>
                  </a:cubicBezTo>
                  <a:cubicBezTo>
                    <a:pt x="12003" y="15314"/>
                    <a:pt x="12513" y="14756"/>
                    <a:pt x="13099" y="14293"/>
                  </a:cubicBezTo>
                  <a:cubicBezTo>
                    <a:pt x="14961" y="12828"/>
                    <a:pt x="16152" y="10560"/>
                    <a:pt x="16152" y="8008"/>
                  </a:cubicBezTo>
                  <a:cubicBezTo>
                    <a:pt x="16152" y="3584"/>
                    <a:pt x="12568" y="1"/>
                    <a:pt x="8144" y="1"/>
                  </a:cubicBezTo>
                  <a:close/>
                </a:path>
              </a:pathLst>
            </a:custGeom>
            <a:solidFill>
              <a:schemeClr val="dk2"/>
            </a:solidFill>
            <a:ln w="9525" cap="flat" cmpd="sng">
              <a:solidFill>
                <a:schemeClr val="dk1"/>
              </a:solidFill>
              <a:prstDash val="solid"/>
              <a:miter lim="945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1" name="Google Shape;1011;p36"/>
            <p:cNvSpPr/>
            <p:nvPr/>
          </p:nvSpPr>
          <p:spPr>
            <a:xfrm>
              <a:off x="3625368" y="2491686"/>
              <a:ext cx="222891" cy="78107"/>
            </a:xfrm>
            <a:custGeom>
              <a:avLst/>
              <a:gdLst/>
              <a:ahLst/>
              <a:cxnLst/>
              <a:rect l="l" t="t" r="r" b="b"/>
              <a:pathLst>
                <a:path w="4509" h="1580" extrusionOk="0">
                  <a:moveTo>
                    <a:pt x="1" y="1"/>
                  </a:moveTo>
                  <a:lnTo>
                    <a:pt x="1" y="1579"/>
                  </a:lnTo>
                  <a:lnTo>
                    <a:pt x="4509" y="1579"/>
                  </a:lnTo>
                  <a:lnTo>
                    <a:pt x="4509" y="1"/>
                  </a:lnTo>
                  <a:close/>
                </a:path>
              </a:pathLst>
            </a:custGeom>
            <a:solidFill>
              <a:schemeClr val="accent1"/>
            </a:solidFill>
            <a:ln w="9525" cap="flat" cmpd="sng">
              <a:solidFill>
                <a:schemeClr val="dk1"/>
              </a:solidFill>
              <a:prstDash val="solid"/>
              <a:miter lim="945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2" name="Google Shape;1012;p36"/>
            <p:cNvSpPr/>
            <p:nvPr/>
          </p:nvSpPr>
          <p:spPr>
            <a:xfrm>
              <a:off x="3560415" y="2332410"/>
              <a:ext cx="353245" cy="177126"/>
            </a:xfrm>
            <a:custGeom>
              <a:avLst/>
              <a:gdLst/>
              <a:ahLst/>
              <a:cxnLst/>
              <a:rect l="l" t="t" r="r" b="b"/>
              <a:pathLst>
                <a:path w="7146" h="3583" extrusionOk="0">
                  <a:moveTo>
                    <a:pt x="1" y="0"/>
                  </a:moveTo>
                  <a:lnTo>
                    <a:pt x="1" y="3582"/>
                  </a:lnTo>
                  <a:lnTo>
                    <a:pt x="7146" y="3582"/>
                  </a:lnTo>
                  <a:lnTo>
                    <a:pt x="7146" y="0"/>
                  </a:lnTo>
                  <a:close/>
                </a:path>
              </a:pathLst>
            </a:custGeom>
            <a:solidFill>
              <a:schemeClr val="accent3"/>
            </a:solidFill>
            <a:ln w="9525" cap="flat" cmpd="sng">
              <a:solidFill>
                <a:schemeClr val="dk1"/>
              </a:solidFill>
              <a:prstDash val="solid"/>
              <a:miter lim="945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3" name="Google Shape;1013;p36"/>
            <p:cNvSpPr/>
            <p:nvPr/>
          </p:nvSpPr>
          <p:spPr>
            <a:xfrm>
              <a:off x="3546425" y="2360884"/>
              <a:ext cx="381273" cy="27634"/>
            </a:xfrm>
            <a:custGeom>
              <a:avLst/>
              <a:gdLst/>
              <a:ahLst/>
              <a:cxnLst/>
              <a:rect l="l" t="t" r="r" b="b"/>
              <a:pathLst>
                <a:path w="7713" h="559" extrusionOk="0">
                  <a:moveTo>
                    <a:pt x="0" y="1"/>
                  </a:moveTo>
                  <a:lnTo>
                    <a:pt x="0" y="558"/>
                  </a:lnTo>
                  <a:lnTo>
                    <a:pt x="7712" y="558"/>
                  </a:lnTo>
                  <a:lnTo>
                    <a:pt x="771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4" name="Google Shape;1014;p36"/>
            <p:cNvSpPr/>
            <p:nvPr/>
          </p:nvSpPr>
          <p:spPr>
            <a:xfrm>
              <a:off x="3546425" y="2407154"/>
              <a:ext cx="381273" cy="27585"/>
            </a:xfrm>
            <a:custGeom>
              <a:avLst/>
              <a:gdLst/>
              <a:ahLst/>
              <a:cxnLst/>
              <a:rect l="l" t="t" r="r" b="b"/>
              <a:pathLst>
                <a:path w="7713" h="558" extrusionOk="0">
                  <a:moveTo>
                    <a:pt x="0" y="0"/>
                  </a:moveTo>
                  <a:lnTo>
                    <a:pt x="0" y="558"/>
                  </a:lnTo>
                  <a:lnTo>
                    <a:pt x="7712" y="558"/>
                  </a:lnTo>
                  <a:lnTo>
                    <a:pt x="771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5" name="Google Shape;1015;p36"/>
            <p:cNvSpPr/>
            <p:nvPr/>
          </p:nvSpPr>
          <p:spPr>
            <a:xfrm>
              <a:off x="3546425" y="2453424"/>
              <a:ext cx="381273" cy="27585"/>
            </a:xfrm>
            <a:custGeom>
              <a:avLst/>
              <a:gdLst/>
              <a:ahLst/>
              <a:cxnLst/>
              <a:rect l="l" t="t" r="r" b="b"/>
              <a:pathLst>
                <a:path w="7713" h="558" extrusionOk="0">
                  <a:moveTo>
                    <a:pt x="0" y="0"/>
                  </a:moveTo>
                  <a:lnTo>
                    <a:pt x="0" y="558"/>
                  </a:lnTo>
                  <a:lnTo>
                    <a:pt x="7712" y="558"/>
                  </a:lnTo>
                  <a:lnTo>
                    <a:pt x="771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6" name="Google Shape;1016;p36"/>
            <p:cNvSpPr/>
            <p:nvPr/>
          </p:nvSpPr>
          <p:spPr>
            <a:xfrm>
              <a:off x="3502530" y="1574141"/>
              <a:ext cx="488195" cy="377090"/>
            </a:xfrm>
            <a:custGeom>
              <a:avLst/>
              <a:gdLst/>
              <a:ahLst/>
              <a:cxnLst/>
              <a:rect l="l" t="t" r="r" b="b"/>
              <a:pathLst>
                <a:path w="9876" h="7628" fill="none" extrusionOk="0">
                  <a:moveTo>
                    <a:pt x="0" y="5435"/>
                  </a:moveTo>
                  <a:lnTo>
                    <a:pt x="1777" y="29"/>
                  </a:lnTo>
                  <a:lnTo>
                    <a:pt x="2826" y="7628"/>
                  </a:lnTo>
                  <a:lnTo>
                    <a:pt x="4801" y="1"/>
                  </a:lnTo>
                  <a:lnTo>
                    <a:pt x="6578" y="6333"/>
                  </a:lnTo>
                  <a:lnTo>
                    <a:pt x="8288" y="332"/>
                  </a:lnTo>
                  <a:lnTo>
                    <a:pt x="9876" y="5227"/>
                  </a:lnTo>
                </a:path>
              </a:pathLst>
            </a:custGeom>
            <a:solidFill>
              <a:schemeClr val="dk2"/>
            </a:solidFill>
            <a:ln w="9525" cap="flat" cmpd="sng">
              <a:solidFill>
                <a:schemeClr val="dk1"/>
              </a:solidFill>
              <a:prstDash val="solid"/>
              <a:miter lim="945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60155243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1361"/>
        <p:cNvGrpSpPr/>
        <p:nvPr/>
      </p:nvGrpSpPr>
      <p:grpSpPr>
        <a:xfrm>
          <a:off x="0" y="0"/>
          <a:ext cx="0" cy="0"/>
          <a:chOff x="0" y="0"/>
          <a:chExt cx="0" cy="0"/>
        </a:xfrm>
      </p:grpSpPr>
      <p:sp>
        <p:nvSpPr>
          <p:cNvPr id="1362" name="Google Shape;1362;p45"/>
          <p:cNvSpPr txBox="1">
            <a:spLocks noGrp="1"/>
          </p:cNvSpPr>
          <p:nvPr>
            <p:ph type="ctrTitle"/>
          </p:nvPr>
        </p:nvSpPr>
        <p:spPr>
          <a:xfrm>
            <a:off x="4910550" y="849513"/>
            <a:ext cx="3070200" cy="8985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Thanks</a:t>
            </a:r>
            <a:endParaRPr dirty="0"/>
          </a:p>
        </p:txBody>
      </p:sp>
      <p:sp>
        <p:nvSpPr>
          <p:cNvPr id="1363" name="Google Shape;1363;p45"/>
          <p:cNvSpPr txBox="1">
            <a:spLocks noGrp="1"/>
          </p:cNvSpPr>
          <p:nvPr>
            <p:ph type="subTitle" idx="1"/>
          </p:nvPr>
        </p:nvSpPr>
        <p:spPr>
          <a:xfrm>
            <a:off x="4910550" y="1632463"/>
            <a:ext cx="3070200" cy="1077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lt1"/>
              </a:buClr>
              <a:buSzPts val="1100"/>
              <a:buFont typeface="Arial"/>
              <a:buNone/>
            </a:pPr>
            <a:r>
              <a:rPr lang="en" dirty="0"/>
              <a:t>Do you have any questions?</a:t>
            </a:r>
            <a:endParaRPr dirty="0"/>
          </a:p>
        </p:txBody>
      </p:sp>
      <p:sp>
        <p:nvSpPr>
          <p:cNvPr id="1364" name="Google Shape;1364;p45"/>
          <p:cNvSpPr txBox="1">
            <a:spLocks noGrp="1"/>
          </p:cNvSpPr>
          <p:nvPr>
            <p:ph type="subTitle" idx="4294967295"/>
          </p:nvPr>
        </p:nvSpPr>
        <p:spPr>
          <a:xfrm>
            <a:off x="4910550" y="3969381"/>
            <a:ext cx="2529300" cy="324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000"/>
              <a:t>Please keep this slide for attribution</a:t>
            </a:r>
            <a:endParaRPr sz="1000"/>
          </a:p>
        </p:txBody>
      </p:sp>
      <p:grpSp>
        <p:nvGrpSpPr>
          <p:cNvPr id="1399" name="Google Shape;1399;p45"/>
          <p:cNvGrpSpPr/>
          <p:nvPr/>
        </p:nvGrpSpPr>
        <p:grpSpPr>
          <a:xfrm>
            <a:off x="978225" y="1047663"/>
            <a:ext cx="2955759" cy="3015056"/>
            <a:chOff x="978225" y="1047663"/>
            <a:chExt cx="2955759" cy="3015056"/>
          </a:xfrm>
        </p:grpSpPr>
        <p:grpSp>
          <p:nvGrpSpPr>
            <p:cNvPr id="1400" name="Google Shape;1400;p45"/>
            <p:cNvGrpSpPr/>
            <p:nvPr/>
          </p:nvGrpSpPr>
          <p:grpSpPr>
            <a:xfrm>
              <a:off x="1730941" y="3173354"/>
              <a:ext cx="1929389" cy="889365"/>
              <a:chOff x="1357431" y="3124637"/>
              <a:chExt cx="1777420" cy="819313"/>
            </a:xfrm>
          </p:grpSpPr>
          <p:sp>
            <p:nvSpPr>
              <p:cNvPr id="1401" name="Google Shape;1401;p45"/>
              <p:cNvSpPr/>
              <p:nvPr/>
            </p:nvSpPr>
            <p:spPr>
              <a:xfrm rot="-5400000" flipH="1">
                <a:off x="2807102" y="3557025"/>
                <a:ext cx="391200" cy="264299"/>
              </a:xfrm>
              <a:custGeom>
                <a:avLst/>
                <a:gdLst/>
                <a:ahLst/>
                <a:cxnLst/>
                <a:rect l="l" t="t" r="r" b="b"/>
                <a:pathLst>
                  <a:path w="10935" h="21870" fill="none" extrusionOk="0">
                    <a:moveTo>
                      <a:pt x="0" y="21869"/>
                    </a:moveTo>
                    <a:lnTo>
                      <a:pt x="10935" y="21869"/>
                    </a:lnTo>
                    <a:lnTo>
                      <a:pt x="10935" y="1"/>
                    </a:lnTo>
                  </a:path>
                </a:pathLst>
              </a:custGeom>
              <a:noFill/>
              <a:ln w="9525" cap="flat" cmpd="sng">
                <a:solidFill>
                  <a:schemeClr val="dk1"/>
                </a:solidFill>
                <a:prstDash val="solid"/>
                <a:miter lim="945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2" name="Google Shape;1402;p45"/>
              <p:cNvSpPr/>
              <p:nvPr/>
            </p:nvSpPr>
            <p:spPr>
              <a:xfrm rot="5400000">
                <a:off x="1737532" y="2744536"/>
                <a:ext cx="760147" cy="1520348"/>
              </a:xfrm>
              <a:custGeom>
                <a:avLst/>
                <a:gdLst/>
                <a:ahLst/>
                <a:cxnLst/>
                <a:rect l="l" t="t" r="r" b="b"/>
                <a:pathLst>
                  <a:path w="10935" h="21870" fill="none" extrusionOk="0">
                    <a:moveTo>
                      <a:pt x="0" y="21869"/>
                    </a:moveTo>
                    <a:lnTo>
                      <a:pt x="10935" y="21869"/>
                    </a:lnTo>
                    <a:lnTo>
                      <a:pt x="10935" y="1"/>
                    </a:lnTo>
                  </a:path>
                </a:pathLst>
              </a:custGeom>
              <a:noFill/>
              <a:ln w="9525" cap="flat" cmpd="sng">
                <a:solidFill>
                  <a:schemeClr val="dk1"/>
                </a:solidFill>
                <a:prstDash val="solid"/>
                <a:miter lim="945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3" name="Google Shape;1403;p45"/>
              <p:cNvSpPr/>
              <p:nvPr/>
            </p:nvSpPr>
            <p:spPr>
              <a:xfrm rot="5400000">
                <a:off x="1956590" y="3821671"/>
                <a:ext cx="122277" cy="122281"/>
              </a:xfrm>
              <a:custGeom>
                <a:avLst/>
                <a:gdLst/>
                <a:ahLst/>
                <a:cxnLst/>
                <a:rect l="l" t="t" r="r" b="b"/>
                <a:pathLst>
                  <a:path w="1759" h="1759" extrusionOk="0">
                    <a:moveTo>
                      <a:pt x="879" y="1"/>
                    </a:moveTo>
                    <a:cubicBezTo>
                      <a:pt x="397" y="1"/>
                      <a:pt x="0" y="398"/>
                      <a:pt x="0" y="880"/>
                    </a:cubicBezTo>
                    <a:cubicBezTo>
                      <a:pt x="0" y="1371"/>
                      <a:pt x="397" y="1758"/>
                      <a:pt x="879" y="1758"/>
                    </a:cubicBezTo>
                    <a:cubicBezTo>
                      <a:pt x="1361" y="1758"/>
                      <a:pt x="1758" y="1371"/>
                      <a:pt x="1758" y="880"/>
                    </a:cubicBezTo>
                    <a:cubicBezTo>
                      <a:pt x="1758" y="398"/>
                      <a:pt x="1361" y="1"/>
                      <a:pt x="879" y="1"/>
                    </a:cubicBezTo>
                    <a:close/>
                  </a:path>
                </a:pathLst>
              </a:custGeom>
              <a:solidFill>
                <a:srgbClr val="FFFFFF"/>
              </a:solidFill>
              <a:ln w="9525" cap="flat" cmpd="sng">
                <a:solidFill>
                  <a:schemeClr val="dk1"/>
                </a:solidFill>
                <a:prstDash val="solid"/>
                <a:miter lim="945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1404" name="Google Shape;1404;p45"/>
            <p:cNvCxnSpPr/>
            <p:nvPr/>
          </p:nvCxnSpPr>
          <p:spPr>
            <a:xfrm>
              <a:off x="2967680" y="1533380"/>
              <a:ext cx="689100" cy="0"/>
            </a:xfrm>
            <a:prstGeom prst="straightConnector1">
              <a:avLst/>
            </a:prstGeom>
            <a:noFill/>
            <a:ln w="9525" cap="flat" cmpd="sng">
              <a:solidFill>
                <a:schemeClr val="dk1"/>
              </a:solidFill>
              <a:prstDash val="solid"/>
              <a:round/>
              <a:headEnd type="none" w="med" len="med"/>
              <a:tailEnd type="none" w="med" len="med"/>
            </a:ln>
          </p:spPr>
        </p:cxnSp>
        <p:sp>
          <p:nvSpPr>
            <p:cNvPr id="1405" name="Google Shape;1405;p45"/>
            <p:cNvSpPr/>
            <p:nvPr/>
          </p:nvSpPr>
          <p:spPr>
            <a:xfrm rot="5400000" flipH="1">
              <a:off x="1816919" y="1183846"/>
              <a:ext cx="695439" cy="1390932"/>
            </a:xfrm>
            <a:custGeom>
              <a:avLst/>
              <a:gdLst/>
              <a:ahLst/>
              <a:cxnLst/>
              <a:rect l="l" t="t" r="r" b="b"/>
              <a:pathLst>
                <a:path w="10935" h="21870" fill="none" extrusionOk="0">
                  <a:moveTo>
                    <a:pt x="0" y="21869"/>
                  </a:moveTo>
                  <a:lnTo>
                    <a:pt x="10935" y="21869"/>
                  </a:lnTo>
                  <a:lnTo>
                    <a:pt x="10935" y="1"/>
                  </a:lnTo>
                </a:path>
              </a:pathLst>
            </a:custGeom>
            <a:noFill/>
            <a:ln w="9525" cap="flat" cmpd="sng">
              <a:solidFill>
                <a:schemeClr val="dk1"/>
              </a:solidFill>
              <a:prstDash val="solid"/>
              <a:miter lim="945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6" name="Google Shape;1406;p45"/>
            <p:cNvSpPr/>
            <p:nvPr/>
          </p:nvSpPr>
          <p:spPr>
            <a:xfrm rot="5400000" flipH="1">
              <a:off x="2017325" y="1477446"/>
              <a:ext cx="111868" cy="111872"/>
            </a:xfrm>
            <a:custGeom>
              <a:avLst/>
              <a:gdLst/>
              <a:ahLst/>
              <a:cxnLst/>
              <a:rect l="l" t="t" r="r" b="b"/>
              <a:pathLst>
                <a:path w="1759" h="1759" extrusionOk="0">
                  <a:moveTo>
                    <a:pt x="879" y="1"/>
                  </a:moveTo>
                  <a:cubicBezTo>
                    <a:pt x="397" y="1"/>
                    <a:pt x="0" y="398"/>
                    <a:pt x="0" y="880"/>
                  </a:cubicBezTo>
                  <a:cubicBezTo>
                    <a:pt x="0" y="1371"/>
                    <a:pt x="397" y="1758"/>
                    <a:pt x="879" y="1758"/>
                  </a:cubicBezTo>
                  <a:cubicBezTo>
                    <a:pt x="1361" y="1758"/>
                    <a:pt x="1758" y="1371"/>
                    <a:pt x="1758" y="880"/>
                  </a:cubicBezTo>
                  <a:cubicBezTo>
                    <a:pt x="1758" y="398"/>
                    <a:pt x="1361" y="1"/>
                    <a:pt x="879" y="1"/>
                  </a:cubicBezTo>
                  <a:close/>
                </a:path>
              </a:pathLst>
            </a:custGeom>
            <a:solidFill>
              <a:srgbClr val="FFFFFF"/>
            </a:solidFill>
            <a:ln w="9525" cap="flat" cmpd="sng">
              <a:solidFill>
                <a:schemeClr val="dk1"/>
              </a:solidFill>
              <a:prstDash val="solid"/>
              <a:miter lim="945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7" name="Google Shape;1407;p45"/>
            <p:cNvSpPr/>
            <p:nvPr/>
          </p:nvSpPr>
          <p:spPr>
            <a:xfrm>
              <a:off x="978225" y="1883458"/>
              <a:ext cx="1592220" cy="1880466"/>
            </a:xfrm>
            <a:custGeom>
              <a:avLst/>
              <a:gdLst/>
              <a:ahLst/>
              <a:cxnLst/>
              <a:rect l="l" t="t" r="r" b="b"/>
              <a:pathLst>
                <a:path w="17853" h="21085" extrusionOk="0">
                  <a:moveTo>
                    <a:pt x="0" y="0"/>
                  </a:moveTo>
                  <a:lnTo>
                    <a:pt x="0" y="21085"/>
                  </a:lnTo>
                  <a:lnTo>
                    <a:pt x="17852" y="21085"/>
                  </a:lnTo>
                  <a:lnTo>
                    <a:pt x="17852" y="0"/>
                  </a:lnTo>
                  <a:close/>
                </a:path>
              </a:pathLst>
            </a:custGeom>
            <a:solidFill>
              <a:schemeClr val="lt2"/>
            </a:solidFill>
            <a:ln w="9525" cap="flat" cmpd="sng">
              <a:solidFill>
                <a:schemeClr val="dk1"/>
              </a:solidFill>
              <a:prstDash val="solid"/>
              <a:miter lim="945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8" name="Google Shape;1408;p45"/>
            <p:cNvSpPr/>
            <p:nvPr/>
          </p:nvSpPr>
          <p:spPr>
            <a:xfrm>
              <a:off x="978225" y="1883458"/>
              <a:ext cx="1592220" cy="531097"/>
            </a:xfrm>
            <a:custGeom>
              <a:avLst/>
              <a:gdLst/>
              <a:ahLst/>
              <a:cxnLst/>
              <a:rect l="l" t="t" r="r" b="b"/>
              <a:pathLst>
                <a:path w="17853" h="5955" extrusionOk="0">
                  <a:moveTo>
                    <a:pt x="0" y="0"/>
                  </a:moveTo>
                  <a:lnTo>
                    <a:pt x="0" y="5954"/>
                  </a:lnTo>
                  <a:lnTo>
                    <a:pt x="17852" y="5954"/>
                  </a:lnTo>
                  <a:lnTo>
                    <a:pt x="17852" y="0"/>
                  </a:lnTo>
                  <a:close/>
                </a:path>
              </a:pathLst>
            </a:custGeom>
            <a:solidFill>
              <a:schemeClr val="dk2"/>
            </a:solidFill>
            <a:ln w="9525" cap="flat" cmpd="sng">
              <a:solidFill>
                <a:schemeClr val="dk1"/>
              </a:solidFill>
              <a:prstDash val="solid"/>
              <a:miter lim="945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9" name="Google Shape;1409;p45"/>
            <p:cNvSpPr/>
            <p:nvPr/>
          </p:nvSpPr>
          <p:spPr>
            <a:xfrm>
              <a:off x="1456888" y="2055409"/>
              <a:ext cx="165349" cy="22831"/>
            </a:xfrm>
            <a:custGeom>
              <a:avLst/>
              <a:gdLst/>
              <a:ahLst/>
              <a:cxnLst/>
              <a:rect l="l" t="t" r="r" b="b"/>
              <a:pathLst>
                <a:path w="1854" h="256" extrusionOk="0">
                  <a:moveTo>
                    <a:pt x="1" y="0"/>
                  </a:moveTo>
                  <a:lnTo>
                    <a:pt x="1" y="255"/>
                  </a:lnTo>
                  <a:lnTo>
                    <a:pt x="1853" y="255"/>
                  </a:lnTo>
                  <a:lnTo>
                    <a:pt x="185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0" name="Google Shape;1410;p45"/>
            <p:cNvSpPr/>
            <p:nvPr/>
          </p:nvSpPr>
          <p:spPr>
            <a:xfrm>
              <a:off x="1456888" y="2096702"/>
              <a:ext cx="359148" cy="24526"/>
            </a:xfrm>
            <a:custGeom>
              <a:avLst/>
              <a:gdLst/>
              <a:ahLst/>
              <a:cxnLst/>
              <a:rect l="l" t="t" r="r" b="b"/>
              <a:pathLst>
                <a:path w="4027" h="275" extrusionOk="0">
                  <a:moveTo>
                    <a:pt x="4027" y="0"/>
                  </a:moveTo>
                  <a:lnTo>
                    <a:pt x="1" y="10"/>
                  </a:lnTo>
                  <a:lnTo>
                    <a:pt x="1" y="274"/>
                  </a:lnTo>
                  <a:lnTo>
                    <a:pt x="4027" y="265"/>
                  </a:lnTo>
                  <a:lnTo>
                    <a:pt x="402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1" name="Google Shape;1411;p45"/>
            <p:cNvSpPr/>
            <p:nvPr/>
          </p:nvSpPr>
          <p:spPr>
            <a:xfrm>
              <a:off x="1456888" y="2138798"/>
              <a:ext cx="359148" cy="24526"/>
            </a:xfrm>
            <a:custGeom>
              <a:avLst/>
              <a:gdLst/>
              <a:ahLst/>
              <a:cxnLst/>
              <a:rect l="l" t="t" r="r" b="b"/>
              <a:pathLst>
                <a:path w="4027" h="275" extrusionOk="0">
                  <a:moveTo>
                    <a:pt x="4027" y="1"/>
                  </a:moveTo>
                  <a:lnTo>
                    <a:pt x="1" y="20"/>
                  </a:lnTo>
                  <a:lnTo>
                    <a:pt x="1" y="275"/>
                  </a:lnTo>
                  <a:lnTo>
                    <a:pt x="4027" y="265"/>
                  </a:lnTo>
                  <a:lnTo>
                    <a:pt x="402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2" name="Google Shape;1412;p45"/>
            <p:cNvSpPr/>
            <p:nvPr/>
          </p:nvSpPr>
          <p:spPr>
            <a:xfrm>
              <a:off x="1123153" y="2001451"/>
              <a:ext cx="220911" cy="220911"/>
            </a:xfrm>
            <a:custGeom>
              <a:avLst/>
              <a:gdLst/>
              <a:ahLst/>
              <a:cxnLst/>
              <a:rect l="l" t="t" r="r" b="b"/>
              <a:pathLst>
                <a:path w="2477" h="2477" extrusionOk="0">
                  <a:moveTo>
                    <a:pt x="1" y="0"/>
                  </a:moveTo>
                  <a:lnTo>
                    <a:pt x="1" y="2476"/>
                  </a:lnTo>
                  <a:lnTo>
                    <a:pt x="2477" y="2476"/>
                  </a:lnTo>
                  <a:lnTo>
                    <a:pt x="2477" y="0"/>
                  </a:lnTo>
                  <a:close/>
                </a:path>
              </a:pathLst>
            </a:custGeom>
            <a:solidFill>
              <a:schemeClr val="lt1"/>
            </a:solidFill>
            <a:ln w="9525" cap="flat" cmpd="sng">
              <a:solidFill>
                <a:schemeClr val="dk1"/>
              </a:solidFill>
              <a:prstDash val="solid"/>
              <a:miter lim="945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413" name="Google Shape;1413;p45"/>
            <p:cNvGrpSpPr/>
            <p:nvPr/>
          </p:nvGrpSpPr>
          <p:grpSpPr>
            <a:xfrm>
              <a:off x="3265525" y="1536602"/>
              <a:ext cx="668459" cy="2104729"/>
              <a:chOff x="3228339" y="1616804"/>
              <a:chExt cx="615807" cy="1938949"/>
            </a:xfrm>
          </p:grpSpPr>
          <p:sp>
            <p:nvSpPr>
              <p:cNvPr id="1414" name="Google Shape;1414;p45"/>
              <p:cNvSpPr/>
              <p:nvPr/>
            </p:nvSpPr>
            <p:spPr>
              <a:xfrm>
                <a:off x="3228339" y="1616804"/>
                <a:ext cx="549010" cy="970668"/>
              </a:xfrm>
              <a:custGeom>
                <a:avLst/>
                <a:gdLst/>
                <a:ahLst/>
                <a:cxnLst/>
                <a:rect l="l" t="t" r="r" b="b"/>
                <a:pathLst>
                  <a:path w="6682" h="11814" fill="none" extrusionOk="0">
                    <a:moveTo>
                      <a:pt x="4319" y="1"/>
                    </a:moveTo>
                    <a:lnTo>
                      <a:pt x="4319" y="1929"/>
                    </a:lnTo>
                    <a:cubicBezTo>
                      <a:pt x="4319" y="2949"/>
                      <a:pt x="3488" y="3781"/>
                      <a:pt x="2467" y="3781"/>
                    </a:cubicBezTo>
                    <a:lnTo>
                      <a:pt x="1522" y="3781"/>
                    </a:lnTo>
                    <a:cubicBezTo>
                      <a:pt x="681" y="3781"/>
                      <a:pt x="0" y="4461"/>
                      <a:pt x="0" y="5302"/>
                    </a:cubicBezTo>
                    <a:lnTo>
                      <a:pt x="0" y="5302"/>
                    </a:lnTo>
                    <a:cubicBezTo>
                      <a:pt x="0" y="6144"/>
                      <a:pt x="681" y="6824"/>
                      <a:pt x="1522" y="6824"/>
                    </a:cubicBezTo>
                    <a:lnTo>
                      <a:pt x="5331" y="6824"/>
                    </a:lnTo>
                    <a:cubicBezTo>
                      <a:pt x="6077" y="6824"/>
                      <a:pt x="6682" y="7429"/>
                      <a:pt x="6682" y="8175"/>
                    </a:cubicBezTo>
                    <a:lnTo>
                      <a:pt x="6682" y="8175"/>
                    </a:lnTo>
                    <a:cubicBezTo>
                      <a:pt x="6682" y="8922"/>
                      <a:pt x="6077" y="9527"/>
                      <a:pt x="5331" y="9527"/>
                    </a:cubicBezTo>
                    <a:lnTo>
                      <a:pt x="5331" y="9527"/>
                    </a:lnTo>
                    <a:cubicBezTo>
                      <a:pt x="4660" y="9527"/>
                      <a:pt x="4121" y="10066"/>
                      <a:pt x="4121" y="10737"/>
                    </a:cubicBezTo>
                    <a:lnTo>
                      <a:pt x="4121" y="11814"/>
                    </a:lnTo>
                  </a:path>
                </a:pathLst>
              </a:custGeom>
              <a:noFill/>
              <a:ln w="9525" cap="flat" cmpd="sng">
                <a:solidFill>
                  <a:schemeClr val="dk1"/>
                </a:solidFill>
                <a:prstDash val="solid"/>
                <a:miter lim="945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5" name="Google Shape;1415;p45"/>
              <p:cNvSpPr/>
              <p:nvPr/>
            </p:nvSpPr>
            <p:spPr>
              <a:xfrm>
                <a:off x="3305982" y="2556328"/>
                <a:ext cx="538164" cy="999425"/>
              </a:xfrm>
              <a:custGeom>
                <a:avLst/>
                <a:gdLst/>
                <a:ahLst/>
                <a:cxnLst/>
                <a:rect l="l" t="t" r="r" b="b"/>
                <a:pathLst>
                  <a:path w="6550" h="12164" extrusionOk="0">
                    <a:moveTo>
                      <a:pt x="3270" y="1"/>
                    </a:moveTo>
                    <a:cubicBezTo>
                      <a:pt x="1456" y="1"/>
                      <a:pt x="0" y="1466"/>
                      <a:pt x="0" y="3280"/>
                    </a:cubicBezTo>
                    <a:lnTo>
                      <a:pt x="0" y="8894"/>
                    </a:lnTo>
                    <a:cubicBezTo>
                      <a:pt x="0" y="10708"/>
                      <a:pt x="1456" y="12164"/>
                      <a:pt x="3270" y="12164"/>
                    </a:cubicBezTo>
                    <a:lnTo>
                      <a:pt x="3280" y="12164"/>
                    </a:lnTo>
                    <a:cubicBezTo>
                      <a:pt x="5085" y="12164"/>
                      <a:pt x="6550" y="10708"/>
                      <a:pt x="6550" y="8894"/>
                    </a:cubicBezTo>
                    <a:lnTo>
                      <a:pt x="6550" y="3280"/>
                    </a:lnTo>
                    <a:cubicBezTo>
                      <a:pt x="6550" y="1466"/>
                      <a:pt x="5085" y="1"/>
                      <a:pt x="3280" y="1"/>
                    </a:cubicBezTo>
                    <a:close/>
                  </a:path>
                </a:pathLst>
              </a:custGeom>
              <a:solidFill>
                <a:schemeClr val="accent2"/>
              </a:solidFill>
              <a:ln w="9525" cap="flat" cmpd="sng">
                <a:solidFill>
                  <a:schemeClr val="dk1"/>
                </a:solidFill>
                <a:prstDash val="solid"/>
                <a:miter lim="945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6" name="Google Shape;1416;p45"/>
              <p:cNvSpPr/>
              <p:nvPr/>
            </p:nvSpPr>
            <p:spPr>
              <a:xfrm>
                <a:off x="3497748" y="2701591"/>
                <a:ext cx="153808" cy="153808"/>
              </a:xfrm>
              <a:custGeom>
                <a:avLst/>
                <a:gdLst/>
                <a:ahLst/>
                <a:cxnLst/>
                <a:rect l="l" t="t" r="r" b="b"/>
                <a:pathLst>
                  <a:path w="1872" h="1872" extrusionOk="0">
                    <a:moveTo>
                      <a:pt x="936" y="0"/>
                    </a:moveTo>
                    <a:cubicBezTo>
                      <a:pt x="426" y="0"/>
                      <a:pt x="1" y="416"/>
                      <a:pt x="1" y="936"/>
                    </a:cubicBezTo>
                    <a:cubicBezTo>
                      <a:pt x="1" y="1456"/>
                      <a:pt x="426" y="1871"/>
                      <a:pt x="936" y="1871"/>
                    </a:cubicBezTo>
                    <a:cubicBezTo>
                      <a:pt x="1456" y="1871"/>
                      <a:pt x="1872" y="1456"/>
                      <a:pt x="1872" y="936"/>
                    </a:cubicBezTo>
                    <a:cubicBezTo>
                      <a:pt x="1872" y="416"/>
                      <a:pt x="1456" y="0"/>
                      <a:pt x="936" y="0"/>
                    </a:cubicBezTo>
                    <a:close/>
                  </a:path>
                </a:pathLst>
              </a:custGeom>
              <a:solidFill>
                <a:schemeClr val="lt2"/>
              </a:solidFill>
              <a:ln w="9525" cap="flat" cmpd="sng">
                <a:solidFill>
                  <a:schemeClr val="dk1"/>
                </a:solidFill>
                <a:prstDash val="solid"/>
                <a:miter lim="945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17" name="Google Shape;1417;p45"/>
            <p:cNvGrpSpPr/>
            <p:nvPr/>
          </p:nvGrpSpPr>
          <p:grpSpPr>
            <a:xfrm>
              <a:off x="1200473" y="2674101"/>
              <a:ext cx="1131747" cy="788666"/>
              <a:chOff x="7734601" y="1755675"/>
              <a:chExt cx="733472" cy="511125"/>
            </a:xfrm>
          </p:grpSpPr>
          <p:sp>
            <p:nvSpPr>
              <p:cNvPr id="1418" name="Google Shape;1418;p45"/>
              <p:cNvSpPr/>
              <p:nvPr/>
            </p:nvSpPr>
            <p:spPr>
              <a:xfrm>
                <a:off x="7818273" y="1771575"/>
                <a:ext cx="649800" cy="222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9" name="Google Shape;1419;p45"/>
              <p:cNvSpPr/>
              <p:nvPr/>
            </p:nvSpPr>
            <p:spPr>
              <a:xfrm>
                <a:off x="7818273" y="1923950"/>
                <a:ext cx="649800" cy="222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0" name="Google Shape;1420;p45"/>
              <p:cNvSpPr/>
              <p:nvPr/>
            </p:nvSpPr>
            <p:spPr>
              <a:xfrm>
                <a:off x="7818273" y="2076325"/>
                <a:ext cx="649800" cy="222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1" name="Google Shape;1421;p45"/>
              <p:cNvSpPr/>
              <p:nvPr/>
            </p:nvSpPr>
            <p:spPr>
              <a:xfrm>
                <a:off x="7818273" y="2228700"/>
                <a:ext cx="649800" cy="222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2" name="Google Shape;1422;p45"/>
              <p:cNvSpPr/>
              <p:nvPr/>
            </p:nvSpPr>
            <p:spPr>
              <a:xfrm>
                <a:off x="7734601" y="1755675"/>
                <a:ext cx="671100" cy="54000"/>
              </a:xfrm>
              <a:prstGeom prst="rect">
                <a:avLst/>
              </a:prstGeom>
              <a:solidFill>
                <a:schemeClr val="lt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3" name="Google Shape;1423;p45"/>
              <p:cNvSpPr/>
              <p:nvPr/>
            </p:nvSpPr>
            <p:spPr>
              <a:xfrm>
                <a:off x="7734601" y="1908050"/>
                <a:ext cx="299400" cy="54000"/>
              </a:xfrm>
              <a:prstGeom prst="rect">
                <a:avLst/>
              </a:prstGeom>
              <a:solidFill>
                <a:schemeClr val="accent3"/>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4" name="Google Shape;1424;p45"/>
              <p:cNvSpPr/>
              <p:nvPr/>
            </p:nvSpPr>
            <p:spPr>
              <a:xfrm>
                <a:off x="7734601" y="2060425"/>
                <a:ext cx="421200" cy="54000"/>
              </a:xfrm>
              <a:prstGeom prst="rect">
                <a:avLst/>
              </a:pr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5" name="Google Shape;1425;p45"/>
              <p:cNvSpPr/>
              <p:nvPr/>
            </p:nvSpPr>
            <p:spPr>
              <a:xfrm>
                <a:off x="7734601" y="2212800"/>
                <a:ext cx="551100" cy="54000"/>
              </a:xfrm>
              <a:prstGeom prst="rect">
                <a:avLst/>
              </a:pr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26" name="Google Shape;1426;p45"/>
            <p:cNvGrpSpPr/>
            <p:nvPr/>
          </p:nvGrpSpPr>
          <p:grpSpPr>
            <a:xfrm>
              <a:off x="2261306" y="1047663"/>
              <a:ext cx="971552" cy="971458"/>
              <a:chOff x="276382" y="1174752"/>
              <a:chExt cx="895027" cy="894940"/>
            </a:xfrm>
          </p:grpSpPr>
          <p:grpSp>
            <p:nvGrpSpPr>
              <p:cNvPr id="1427" name="Google Shape;1427;p45"/>
              <p:cNvGrpSpPr/>
              <p:nvPr/>
            </p:nvGrpSpPr>
            <p:grpSpPr>
              <a:xfrm>
                <a:off x="276382" y="1174752"/>
                <a:ext cx="895027" cy="894940"/>
                <a:chOff x="2861096" y="3889198"/>
                <a:chExt cx="397772" cy="397716"/>
              </a:xfrm>
            </p:grpSpPr>
            <p:sp>
              <p:nvSpPr>
                <p:cNvPr id="1428" name="Google Shape;1428;p45"/>
                <p:cNvSpPr/>
                <p:nvPr/>
              </p:nvSpPr>
              <p:spPr>
                <a:xfrm>
                  <a:off x="2861096" y="3889198"/>
                  <a:ext cx="397772" cy="397716"/>
                </a:xfrm>
                <a:custGeom>
                  <a:avLst/>
                  <a:gdLst/>
                  <a:ahLst/>
                  <a:cxnLst/>
                  <a:rect l="l" t="t" r="r" b="b"/>
                  <a:pathLst>
                    <a:path w="7080" h="7079" extrusionOk="0">
                      <a:moveTo>
                        <a:pt x="3545" y="0"/>
                      </a:moveTo>
                      <a:cubicBezTo>
                        <a:pt x="1588" y="0"/>
                        <a:pt x="1" y="1588"/>
                        <a:pt x="1" y="3535"/>
                      </a:cubicBezTo>
                      <a:cubicBezTo>
                        <a:pt x="1" y="5491"/>
                        <a:pt x="1588" y="7079"/>
                        <a:pt x="3545" y="7079"/>
                      </a:cubicBezTo>
                      <a:cubicBezTo>
                        <a:pt x="5501" y="7079"/>
                        <a:pt x="7079" y="5491"/>
                        <a:pt x="7079" y="3535"/>
                      </a:cubicBezTo>
                      <a:cubicBezTo>
                        <a:pt x="7079" y="1588"/>
                        <a:pt x="5501" y="0"/>
                        <a:pt x="3545" y="0"/>
                      </a:cubicBezTo>
                      <a:close/>
                    </a:path>
                  </a:pathLst>
                </a:custGeom>
                <a:solidFill>
                  <a:schemeClr val="accent3"/>
                </a:solidFill>
                <a:ln w="9525" cap="flat" cmpd="sng">
                  <a:solidFill>
                    <a:schemeClr val="dk1"/>
                  </a:solidFill>
                  <a:prstDash val="solid"/>
                  <a:miter lim="945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9" name="Google Shape;1429;p45"/>
                <p:cNvSpPr/>
                <p:nvPr/>
              </p:nvSpPr>
              <p:spPr>
                <a:xfrm>
                  <a:off x="2907821" y="3931467"/>
                  <a:ext cx="304332" cy="313132"/>
                </a:xfrm>
                <a:custGeom>
                  <a:avLst/>
                  <a:gdLst/>
                  <a:ahLst/>
                  <a:cxnLst/>
                  <a:rect l="l" t="t" r="r" b="b"/>
                  <a:pathLst>
                    <a:path w="4282" h="4282" extrusionOk="0">
                      <a:moveTo>
                        <a:pt x="2146" y="1"/>
                      </a:moveTo>
                      <a:cubicBezTo>
                        <a:pt x="964" y="1"/>
                        <a:pt x="0" y="955"/>
                        <a:pt x="0" y="2137"/>
                      </a:cubicBezTo>
                      <a:cubicBezTo>
                        <a:pt x="0" y="3327"/>
                        <a:pt x="964" y="4282"/>
                        <a:pt x="2146" y="4282"/>
                      </a:cubicBezTo>
                      <a:cubicBezTo>
                        <a:pt x="3327" y="4282"/>
                        <a:pt x="4281" y="3327"/>
                        <a:pt x="4281" y="2137"/>
                      </a:cubicBezTo>
                      <a:cubicBezTo>
                        <a:pt x="4281" y="955"/>
                        <a:pt x="3327" y="1"/>
                        <a:pt x="2146" y="1"/>
                      </a:cubicBezTo>
                      <a:close/>
                    </a:path>
                  </a:pathLst>
                </a:custGeom>
                <a:solidFill>
                  <a:schemeClr val="accent1"/>
                </a:solidFill>
                <a:ln w="9525" cap="flat" cmpd="sng">
                  <a:solidFill>
                    <a:schemeClr val="dk1"/>
                  </a:solidFill>
                  <a:prstDash val="solid"/>
                  <a:miter lim="945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30" name="Google Shape;1430;p45"/>
              <p:cNvSpPr/>
              <p:nvPr/>
            </p:nvSpPr>
            <p:spPr>
              <a:xfrm>
                <a:off x="698100" y="1366625"/>
                <a:ext cx="195250" cy="467375"/>
              </a:xfrm>
              <a:custGeom>
                <a:avLst/>
                <a:gdLst/>
                <a:ahLst/>
                <a:cxnLst/>
                <a:rect l="l" t="t" r="r" b="b"/>
                <a:pathLst>
                  <a:path w="7810" h="18695" extrusionOk="0">
                    <a:moveTo>
                      <a:pt x="5916" y="0"/>
                    </a:moveTo>
                    <a:lnTo>
                      <a:pt x="0" y="9939"/>
                    </a:lnTo>
                    <a:lnTo>
                      <a:pt x="7810" y="18695"/>
                    </a:lnTo>
                  </a:path>
                </a:pathLst>
              </a:custGeom>
              <a:noFill/>
              <a:ln w="9525" cap="flat" cmpd="sng">
                <a:solidFill>
                  <a:schemeClr val="dk1"/>
                </a:solidFill>
                <a:prstDash val="solid"/>
                <a:round/>
                <a:headEnd type="none" w="med" len="med"/>
                <a:tailEnd type="none" w="med" len="med"/>
              </a:ln>
            </p:spPr>
          </p:sp>
        </p:grpSp>
      </p:gr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1549"/>
        <p:cNvGrpSpPr/>
        <p:nvPr/>
      </p:nvGrpSpPr>
      <p:grpSpPr>
        <a:xfrm>
          <a:off x="0" y="0"/>
          <a:ext cx="0" cy="0"/>
          <a:chOff x="0" y="0"/>
          <a:chExt cx="0" cy="0"/>
        </a:xfrm>
      </p:grpSpPr>
      <p:sp>
        <p:nvSpPr>
          <p:cNvPr id="1550" name="Google Shape;1550;p47"/>
          <p:cNvSpPr txBox="1">
            <a:spLocks noGrp="1"/>
          </p:cNvSpPr>
          <p:nvPr>
            <p:ph type="title"/>
          </p:nvPr>
        </p:nvSpPr>
        <p:spPr>
          <a:xfrm>
            <a:off x="722375" y="539500"/>
            <a:ext cx="76992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Resources</a:t>
            </a:r>
            <a:endParaRPr/>
          </a:p>
        </p:txBody>
      </p:sp>
      <p:sp>
        <p:nvSpPr>
          <p:cNvPr id="1551" name="Google Shape;1551;p47"/>
          <p:cNvSpPr txBox="1">
            <a:spLocks noGrp="1"/>
          </p:cNvSpPr>
          <p:nvPr>
            <p:ph type="body" idx="1"/>
          </p:nvPr>
        </p:nvSpPr>
        <p:spPr>
          <a:xfrm>
            <a:off x="722375" y="1187600"/>
            <a:ext cx="3034616" cy="619342"/>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Images and some examples from Visual Paradigm &amp; </a:t>
            </a:r>
            <a:endParaRPr dirty="0"/>
          </a:p>
        </p:txBody>
      </p:sp>
      <p:grpSp>
        <p:nvGrpSpPr>
          <p:cNvPr id="1552" name="Google Shape;1552;p47"/>
          <p:cNvGrpSpPr/>
          <p:nvPr/>
        </p:nvGrpSpPr>
        <p:grpSpPr>
          <a:xfrm>
            <a:off x="1362001" y="4003315"/>
            <a:ext cx="519461" cy="799222"/>
            <a:chOff x="3334313" y="1341356"/>
            <a:chExt cx="798434" cy="1228438"/>
          </a:xfrm>
        </p:grpSpPr>
        <p:sp>
          <p:nvSpPr>
            <p:cNvPr id="1553" name="Google Shape;1553;p47"/>
            <p:cNvSpPr/>
            <p:nvPr/>
          </p:nvSpPr>
          <p:spPr>
            <a:xfrm>
              <a:off x="3334313" y="1341356"/>
              <a:ext cx="798434" cy="999971"/>
            </a:xfrm>
            <a:custGeom>
              <a:avLst/>
              <a:gdLst/>
              <a:ahLst/>
              <a:cxnLst/>
              <a:rect l="l" t="t" r="r" b="b"/>
              <a:pathLst>
                <a:path w="16152" h="20228" extrusionOk="0">
                  <a:moveTo>
                    <a:pt x="8144" y="1"/>
                  </a:moveTo>
                  <a:cubicBezTo>
                    <a:pt x="8069" y="1"/>
                    <a:pt x="7995" y="2"/>
                    <a:pt x="7920" y="4"/>
                  </a:cubicBezTo>
                  <a:cubicBezTo>
                    <a:pt x="3791" y="117"/>
                    <a:pt x="379" y="3444"/>
                    <a:pt x="152" y="7564"/>
                  </a:cubicBezTo>
                  <a:cubicBezTo>
                    <a:pt x="1" y="10305"/>
                    <a:pt x="1239" y="12762"/>
                    <a:pt x="3214" y="14312"/>
                  </a:cubicBezTo>
                  <a:cubicBezTo>
                    <a:pt x="3791" y="14765"/>
                    <a:pt x="4291" y="15323"/>
                    <a:pt x="4641" y="15966"/>
                  </a:cubicBezTo>
                  <a:cubicBezTo>
                    <a:pt x="4991" y="16589"/>
                    <a:pt x="5274" y="17393"/>
                    <a:pt x="5340" y="18357"/>
                  </a:cubicBezTo>
                  <a:lnTo>
                    <a:pt x="5340" y="20228"/>
                  </a:lnTo>
                  <a:lnTo>
                    <a:pt x="10945" y="20228"/>
                  </a:lnTo>
                  <a:lnTo>
                    <a:pt x="10954" y="18347"/>
                  </a:lnTo>
                  <a:cubicBezTo>
                    <a:pt x="11020" y="17383"/>
                    <a:pt x="11304" y="16599"/>
                    <a:pt x="11644" y="15966"/>
                  </a:cubicBezTo>
                  <a:cubicBezTo>
                    <a:pt x="12003" y="15314"/>
                    <a:pt x="12513" y="14756"/>
                    <a:pt x="13099" y="14293"/>
                  </a:cubicBezTo>
                  <a:cubicBezTo>
                    <a:pt x="14961" y="12828"/>
                    <a:pt x="16152" y="10560"/>
                    <a:pt x="16152" y="8008"/>
                  </a:cubicBezTo>
                  <a:cubicBezTo>
                    <a:pt x="16152" y="3584"/>
                    <a:pt x="12568" y="1"/>
                    <a:pt x="8144" y="1"/>
                  </a:cubicBezTo>
                  <a:close/>
                </a:path>
              </a:pathLst>
            </a:custGeom>
            <a:solidFill>
              <a:schemeClr val="dk2"/>
            </a:solidFill>
            <a:ln w="9525" cap="flat" cmpd="sng">
              <a:solidFill>
                <a:schemeClr val="dk1"/>
              </a:solidFill>
              <a:prstDash val="solid"/>
              <a:miter lim="945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4" name="Google Shape;1554;p47"/>
            <p:cNvSpPr/>
            <p:nvPr/>
          </p:nvSpPr>
          <p:spPr>
            <a:xfrm>
              <a:off x="3625368" y="2491686"/>
              <a:ext cx="222891" cy="78107"/>
            </a:xfrm>
            <a:custGeom>
              <a:avLst/>
              <a:gdLst/>
              <a:ahLst/>
              <a:cxnLst/>
              <a:rect l="l" t="t" r="r" b="b"/>
              <a:pathLst>
                <a:path w="4509" h="1580" extrusionOk="0">
                  <a:moveTo>
                    <a:pt x="1" y="1"/>
                  </a:moveTo>
                  <a:lnTo>
                    <a:pt x="1" y="1579"/>
                  </a:lnTo>
                  <a:lnTo>
                    <a:pt x="4509" y="1579"/>
                  </a:lnTo>
                  <a:lnTo>
                    <a:pt x="4509" y="1"/>
                  </a:lnTo>
                  <a:close/>
                </a:path>
              </a:pathLst>
            </a:custGeom>
            <a:solidFill>
              <a:schemeClr val="accent1"/>
            </a:solidFill>
            <a:ln w="9525" cap="flat" cmpd="sng">
              <a:solidFill>
                <a:schemeClr val="dk1"/>
              </a:solidFill>
              <a:prstDash val="solid"/>
              <a:miter lim="945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5" name="Google Shape;1555;p47"/>
            <p:cNvSpPr/>
            <p:nvPr/>
          </p:nvSpPr>
          <p:spPr>
            <a:xfrm>
              <a:off x="3560415" y="2332410"/>
              <a:ext cx="353245" cy="177126"/>
            </a:xfrm>
            <a:custGeom>
              <a:avLst/>
              <a:gdLst/>
              <a:ahLst/>
              <a:cxnLst/>
              <a:rect l="l" t="t" r="r" b="b"/>
              <a:pathLst>
                <a:path w="7146" h="3583" extrusionOk="0">
                  <a:moveTo>
                    <a:pt x="1" y="0"/>
                  </a:moveTo>
                  <a:lnTo>
                    <a:pt x="1" y="3582"/>
                  </a:lnTo>
                  <a:lnTo>
                    <a:pt x="7146" y="3582"/>
                  </a:lnTo>
                  <a:lnTo>
                    <a:pt x="7146" y="0"/>
                  </a:lnTo>
                  <a:close/>
                </a:path>
              </a:pathLst>
            </a:custGeom>
            <a:solidFill>
              <a:schemeClr val="accent3"/>
            </a:solidFill>
            <a:ln w="9525" cap="flat" cmpd="sng">
              <a:solidFill>
                <a:schemeClr val="dk1"/>
              </a:solidFill>
              <a:prstDash val="solid"/>
              <a:miter lim="945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6" name="Google Shape;1556;p47"/>
            <p:cNvSpPr/>
            <p:nvPr/>
          </p:nvSpPr>
          <p:spPr>
            <a:xfrm>
              <a:off x="3546425" y="2360884"/>
              <a:ext cx="381273" cy="27634"/>
            </a:xfrm>
            <a:custGeom>
              <a:avLst/>
              <a:gdLst/>
              <a:ahLst/>
              <a:cxnLst/>
              <a:rect l="l" t="t" r="r" b="b"/>
              <a:pathLst>
                <a:path w="7713" h="559" extrusionOk="0">
                  <a:moveTo>
                    <a:pt x="0" y="1"/>
                  </a:moveTo>
                  <a:lnTo>
                    <a:pt x="0" y="558"/>
                  </a:lnTo>
                  <a:lnTo>
                    <a:pt x="7712" y="558"/>
                  </a:lnTo>
                  <a:lnTo>
                    <a:pt x="771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7" name="Google Shape;1557;p47"/>
            <p:cNvSpPr/>
            <p:nvPr/>
          </p:nvSpPr>
          <p:spPr>
            <a:xfrm>
              <a:off x="3546425" y="2407154"/>
              <a:ext cx="381273" cy="27585"/>
            </a:xfrm>
            <a:custGeom>
              <a:avLst/>
              <a:gdLst/>
              <a:ahLst/>
              <a:cxnLst/>
              <a:rect l="l" t="t" r="r" b="b"/>
              <a:pathLst>
                <a:path w="7713" h="558" extrusionOk="0">
                  <a:moveTo>
                    <a:pt x="0" y="0"/>
                  </a:moveTo>
                  <a:lnTo>
                    <a:pt x="0" y="558"/>
                  </a:lnTo>
                  <a:lnTo>
                    <a:pt x="7712" y="558"/>
                  </a:lnTo>
                  <a:lnTo>
                    <a:pt x="771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8" name="Google Shape;1558;p47"/>
            <p:cNvSpPr/>
            <p:nvPr/>
          </p:nvSpPr>
          <p:spPr>
            <a:xfrm>
              <a:off x="3546425" y="2453424"/>
              <a:ext cx="381273" cy="27585"/>
            </a:xfrm>
            <a:custGeom>
              <a:avLst/>
              <a:gdLst/>
              <a:ahLst/>
              <a:cxnLst/>
              <a:rect l="l" t="t" r="r" b="b"/>
              <a:pathLst>
                <a:path w="7713" h="558" extrusionOk="0">
                  <a:moveTo>
                    <a:pt x="0" y="0"/>
                  </a:moveTo>
                  <a:lnTo>
                    <a:pt x="0" y="558"/>
                  </a:lnTo>
                  <a:lnTo>
                    <a:pt x="7712" y="558"/>
                  </a:lnTo>
                  <a:lnTo>
                    <a:pt x="771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9" name="Google Shape;1559;p47"/>
            <p:cNvSpPr/>
            <p:nvPr/>
          </p:nvSpPr>
          <p:spPr>
            <a:xfrm>
              <a:off x="3502530" y="1574141"/>
              <a:ext cx="488195" cy="377090"/>
            </a:xfrm>
            <a:custGeom>
              <a:avLst/>
              <a:gdLst/>
              <a:ahLst/>
              <a:cxnLst/>
              <a:rect l="l" t="t" r="r" b="b"/>
              <a:pathLst>
                <a:path w="9876" h="7628" fill="none" extrusionOk="0">
                  <a:moveTo>
                    <a:pt x="0" y="5435"/>
                  </a:moveTo>
                  <a:lnTo>
                    <a:pt x="1777" y="29"/>
                  </a:lnTo>
                  <a:lnTo>
                    <a:pt x="2826" y="7628"/>
                  </a:lnTo>
                  <a:lnTo>
                    <a:pt x="4801" y="1"/>
                  </a:lnTo>
                  <a:lnTo>
                    <a:pt x="6578" y="6333"/>
                  </a:lnTo>
                  <a:lnTo>
                    <a:pt x="8288" y="332"/>
                  </a:lnTo>
                  <a:lnTo>
                    <a:pt x="9876" y="5227"/>
                  </a:lnTo>
                </a:path>
              </a:pathLst>
            </a:custGeom>
            <a:solidFill>
              <a:schemeClr val="dk2"/>
            </a:solidFill>
            <a:ln w="9525" cap="flat" cmpd="sng">
              <a:solidFill>
                <a:schemeClr val="dk1"/>
              </a:solidFill>
              <a:prstDash val="solid"/>
              <a:miter lim="945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60" name="Google Shape;1560;p47"/>
          <p:cNvGrpSpPr/>
          <p:nvPr/>
        </p:nvGrpSpPr>
        <p:grpSpPr>
          <a:xfrm>
            <a:off x="7878295" y="1687758"/>
            <a:ext cx="869658" cy="820223"/>
            <a:chOff x="283800" y="1696800"/>
            <a:chExt cx="1158000" cy="1092175"/>
          </a:xfrm>
        </p:grpSpPr>
        <p:sp>
          <p:nvSpPr>
            <p:cNvPr id="1561" name="Google Shape;1561;p47"/>
            <p:cNvSpPr/>
            <p:nvPr/>
          </p:nvSpPr>
          <p:spPr>
            <a:xfrm>
              <a:off x="283800" y="1799275"/>
              <a:ext cx="1158000" cy="989700"/>
            </a:xfrm>
            <a:prstGeom prst="rect">
              <a:avLst/>
            </a:prstGeom>
            <a:solidFill>
              <a:schemeClr val="accent3"/>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2" name="Google Shape;1562;p47"/>
            <p:cNvSpPr/>
            <p:nvPr/>
          </p:nvSpPr>
          <p:spPr>
            <a:xfrm>
              <a:off x="424775" y="1696800"/>
              <a:ext cx="46200" cy="158700"/>
            </a:xfrm>
            <a:prstGeom prst="roundRect">
              <a:avLst>
                <a:gd name="adj" fmla="val 16667"/>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3" name="Google Shape;1563;p47"/>
            <p:cNvSpPr/>
            <p:nvPr/>
          </p:nvSpPr>
          <p:spPr>
            <a:xfrm>
              <a:off x="1254627" y="1696800"/>
              <a:ext cx="46200" cy="158700"/>
            </a:xfrm>
            <a:prstGeom prst="roundRect">
              <a:avLst>
                <a:gd name="adj" fmla="val 16667"/>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4" name="Google Shape;1564;p47"/>
            <p:cNvSpPr/>
            <p:nvPr/>
          </p:nvSpPr>
          <p:spPr>
            <a:xfrm>
              <a:off x="1101901" y="1937513"/>
              <a:ext cx="135600" cy="135600"/>
            </a:xfrm>
            <a:prstGeom prst="rect">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5" name="Google Shape;1565;p47"/>
            <p:cNvSpPr/>
            <p:nvPr/>
          </p:nvSpPr>
          <p:spPr>
            <a:xfrm>
              <a:off x="1255353" y="1937513"/>
              <a:ext cx="135600" cy="135600"/>
            </a:xfrm>
            <a:prstGeom prst="rect">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6" name="Google Shape;1566;p47"/>
            <p:cNvSpPr/>
            <p:nvPr/>
          </p:nvSpPr>
          <p:spPr>
            <a:xfrm>
              <a:off x="334638" y="2107138"/>
              <a:ext cx="135600" cy="135600"/>
            </a:xfrm>
            <a:prstGeom prst="rect">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7" name="Google Shape;1567;p47"/>
            <p:cNvSpPr/>
            <p:nvPr/>
          </p:nvSpPr>
          <p:spPr>
            <a:xfrm>
              <a:off x="488090" y="2107138"/>
              <a:ext cx="135600" cy="135600"/>
            </a:xfrm>
            <a:prstGeom prst="rect">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8" name="Google Shape;1568;p47"/>
            <p:cNvSpPr/>
            <p:nvPr/>
          </p:nvSpPr>
          <p:spPr>
            <a:xfrm>
              <a:off x="641543" y="2107138"/>
              <a:ext cx="135600" cy="135600"/>
            </a:xfrm>
            <a:prstGeom prst="rect">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9" name="Google Shape;1569;p47"/>
            <p:cNvSpPr/>
            <p:nvPr/>
          </p:nvSpPr>
          <p:spPr>
            <a:xfrm>
              <a:off x="794995" y="2107138"/>
              <a:ext cx="135600" cy="135600"/>
            </a:xfrm>
            <a:prstGeom prst="rect">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0" name="Google Shape;1570;p47"/>
            <p:cNvSpPr/>
            <p:nvPr/>
          </p:nvSpPr>
          <p:spPr>
            <a:xfrm>
              <a:off x="948448" y="2107138"/>
              <a:ext cx="135600" cy="135600"/>
            </a:xfrm>
            <a:prstGeom prst="rect">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1" name="Google Shape;1571;p47"/>
            <p:cNvSpPr/>
            <p:nvPr/>
          </p:nvSpPr>
          <p:spPr>
            <a:xfrm>
              <a:off x="1101901" y="2107138"/>
              <a:ext cx="135600" cy="135600"/>
            </a:xfrm>
            <a:prstGeom prst="rect">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2" name="Google Shape;1572;p47"/>
            <p:cNvSpPr/>
            <p:nvPr/>
          </p:nvSpPr>
          <p:spPr>
            <a:xfrm>
              <a:off x="1255353" y="2107138"/>
              <a:ext cx="135600" cy="135600"/>
            </a:xfrm>
            <a:prstGeom prst="rect">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3" name="Google Shape;1573;p47"/>
            <p:cNvSpPr/>
            <p:nvPr/>
          </p:nvSpPr>
          <p:spPr>
            <a:xfrm>
              <a:off x="334638" y="2273163"/>
              <a:ext cx="135600" cy="135600"/>
            </a:xfrm>
            <a:prstGeom prst="rect">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4" name="Google Shape;1574;p47"/>
            <p:cNvSpPr/>
            <p:nvPr/>
          </p:nvSpPr>
          <p:spPr>
            <a:xfrm>
              <a:off x="488090" y="2273163"/>
              <a:ext cx="135600" cy="135600"/>
            </a:xfrm>
            <a:prstGeom prst="rect">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5" name="Google Shape;1575;p47"/>
            <p:cNvSpPr/>
            <p:nvPr/>
          </p:nvSpPr>
          <p:spPr>
            <a:xfrm>
              <a:off x="641543" y="2273163"/>
              <a:ext cx="135600" cy="135600"/>
            </a:xfrm>
            <a:prstGeom prst="rect">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6" name="Google Shape;1576;p47"/>
            <p:cNvSpPr/>
            <p:nvPr/>
          </p:nvSpPr>
          <p:spPr>
            <a:xfrm>
              <a:off x="794995" y="2273163"/>
              <a:ext cx="135600" cy="135600"/>
            </a:xfrm>
            <a:prstGeom prst="rect">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7" name="Google Shape;1577;p47"/>
            <p:cNvSpPr/>
            <p:nvPr/>
          </p:nvSpPr>
          <p:spPr>
            <a:xfrm>
              <a:off x="948448" y="2273163"/>
              <a:ext cx="135600" cy="135600"/>
            </a:xfrm>
            <a:prstGeom prst="rect">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8" name="Google Shape;1578;p47"/>
            <p:cNvSpPr/>
            <p:nvPr/>
          </p:nvSpPr>
          <p:spPr>
            <a:xfrm>
              <a:off x="1101901" y="2273163"/>
              <a:ext cx="135600" cy="135600"/>
            </a:xfrm>
            <a:prstGeom prst="rect">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9" name="Google Shape;1579;p47"/>
            <p:cNvSpPr/>
            <p:nvPr/>
          </p:nvSpPr>
          <p:spPr>
            <a:xfrm>
              <a:off x="1255353" y="2273163"/>
              <a:ext cx="135600" cy="135600"/>
            </a:xfrm>
            <a:prstGeom prst="rect">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0" name="Google Shape;1580;p47"/>
            <p:cNvSpPr/>
            <p:nvPr/>
          </p:nvSpPr>
          <p:spPr>
            <a:xfrm>
              <a:off x="334638" y="2439200"/>
              <a:ext cx="135600" cy="135600"/>
            </a:xfrm>
            <a:prstGeom prst="rect">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1" name="Google Shape;1581;p47"/>
            <p:cNvSpPr/>
            <p:nvPr/>
          </p:nvSpPr>
          <p:spPr>
            <a:xfrm>
              <a:off x="488090" y="2439200"/>
              <a:ext cx="135600" cy="135600"/>
            </a:xfrm>
            <a:prstGeom prst="rect">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2" name="Google Shape;1582;p47"/>
            <p:cNvSpPr/>
            <p:nvPr/>
          </p:nvSpPr>
          <p:spPr>
            <a:xfrm>
              <a:off x="641543" y="2439200"/>
              <a:ext cx="135600" cy="135600"/>
            </a:xfrm>
            <a:prstGeom prst="rect">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3" name="Google Shape;1583;p47"/>
            <p:cNvSpPr/>
            <p:nvPr/>
          </p:nvSpPr>
          <p:spPr>
            <a:xfrm>
              <a:off x="794995" y="2439200"/>
              <a:ext cx="135600" cy="135600"/>
            </a:xfrm>
            <a:prstGeom prst="rect">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4" name="Google Shape;1584;p47"/>
            <p:cNvSpPr/>
            <p:nvPr/>
          </p:nvSpPr>
          <p:spPr>
            <a:xfrm>
              <a:off x="948448" y="2439200"/>
              <a:ext cx="135600" cy="135600"/>
            </a:xfrm>
            <a:prstGeom prst="rect">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5" name="Google Shape;1585;p47"/>
            <p:cNvSpPr/>
            <p:nvPr/>
          </p:nvSpPr>
          <p:spPr>
            <a:xfrm>
              <a:off x="1101901" y="2439200"/>
              <a:ext cx="135600" cy="135600"/>
            </a:xfrm>
            <a:prstGeom prst="rect">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6" name="Google Shape;1586;p47"/>
            <p:cNvSpPr/>
            <p:nvPr/>
          </p:nvSpPr>
          <p:spPr>
            <a:xfrm>
              <a:off x="1255353" y="2439200"/>
              <a:ext cx="135600" cy="135600"/>
            </a:xfrm>
            <a:prstGeom prst="rect">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7" name="Google Shape;1587;p47"/>
            <p:cNvSpPr/>
            <p:nvPr/>
          </p:nvSpPr>
          <p:spPr>
            <a:xfrm>
              <a:off x="334638" y="2601650"/>
              <a:ext cx="135600" cy="135600"/>
            </a:xfrm>
            <a:prstGeom prst="rect">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8" name="Google Shape;1588;p47"/>
            <p:cNvSpPr/>
            <p:nvPr/>
          </p:nvSpPr>
          <p:spPr>
            <a:xfrm>
              <a:off x="488090" y="2601650"/>
              <a:ext cx="135600" cy="135600"/>
            </a:xfrm>
            <a:prstGeom prst="rect">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9" name="Google Shape;1589;p47"/>
            <p:cNvSpPr/>
            <p:nvPr/>
          </p:nvSpPr>
          <p:spPr>
            <a:xfrm>
              <a:off x="641543" y="2601650"/>
              <a:ext cx="135600" cy="135600"/>
            </a:xfrm>
            <a:prstGeom prst="rect">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0" name="Google Shape;1590;p47"/>
            <p:cNvSpPr/>
            <p:nvPr/>
          </p:nvSpPr>
          <p:spPr>
            <a:xfrm>
              <a:off x="794995" y="2601650"/>
              <a:ext cx="135600" cy="135600"/>
            </a:xfrm>
            <a:prstGeom prst="rect">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1" name="Google Shape;1591;p47"/>
            <p:cNvSpPr/>
            <p:nvPr/>
          </p:nvSpPr>
          <p:spPr>
            <a:xfrm rot="-8100000">
              <a:off x="1143617" y="1955656"/>
              <a:ext cx="52184" cy="71276"/>
            </a:xfrm>
            <a:prstGeom prst="halfFrame">
              <a:avLst>
                <a:gd name="adj1" fmla="val 0"/>
                <a:gd name="adj2" fmla="val 0"/>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2" name="Google Shape;1592;p47"/>
            <p:cNvSpPr/>
            <p:nvPr/>
          </p:nvSpPr>
          <p:spPr>
            <a:xfrm rot="-8100000">
              <a:off x="1297067" y="1955656"/>
              <a:ext cx="52184" cy="71276"/>
            </a:xfrm>
            <a:prstGeom prst="halfFrame">
              <a:avLst>
                <a:gd name="adj1" fmla="val 0"/>
                <a:gd name="adj2" fmla="val 0"/>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3" name="Google Shape;1593;p47"/>
            <p:cNvSpPr/>
            <p:nvPr/>
          </p:nvSpPr>
          <p:spPr>
            <a:xfrm rot="-8100000">
              <a:off x="1143617" y="2137506"/>
              <a:ext cx="52184" cy="71276"/>
            </a:xfrm>
            <a:prstGeom prst="halfFrame">
              <a:avLst>
                <a:gd name="adj1" fmla="val 0"/>
                <a:gd name="adj2" fmla="val 0"/>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4" name="Google Shape;1594;p47"/>
            <p:cNvSpPr/>
            <p:nvPr/>
          </p:nvSpPr>
          <p:spPr>
            <a:xfrm rot="-8100000">
              <a:off x="1297067" y="2137506"/>
              <a:ext cx="52184" cy="71276"/>
            </a:xfrm>
            <a:prstGeom prst="halfFrame">
              <a:avLst>
                <a:gd name="adj1" fmla="val 0"/>
                <a:gd name="adj2" fmla="val 0"/>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5" name="Google Shape;1595;p47"/>
            <p:cNvSpPr/>
            <p:nvPr/>
          </p:nvSpPr>
          <p:spPr>
            <a:xfrm rot="-8100000">
              <a:off x="836717" y="2137506"/>
              <a:ext cx="52184" cy="71276"/>
            </a:xfrm>
            <a:prstGeom prst="halfFrame">
              <a:avLst>
                <a:gd name="adj1" fmla="val 0"/>
                <a:gd name="adj2" fmla="val 0"/>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6" name="Google Shape;1596;p47"/>
            <p:cNvSpPr/>
            <p:nvPr/>
          </p:nvSpPr>
          <p:spPr>
            <a:xfrm rot="-8100000">
              <a:off x="990167" y="2137506"/>
              <a:ext cx="52184" cy="71276"/>
            </a:xfrm>
            <a:prstGeom prst="halfFrame">
              <a:avLst>
                <a:gd name="adj1" fmla="val 0"/>
                <a:gd name="adj2" fmla="val 0"/>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7" name="Google Shape;1597;p47"/>
            <p:cNvSpPr/>
            <p:nvPr/>
          </p:nvSpPr>
          <p:spPr>
            <a:xfrm rot="-8100000">
              <a:off x="529817" y="2137506"/>
              <a:ext cx="52184" cy="71276"/>
            </a:xfrm>
            <a:prstGeom prst="halfFrame">
              <a:avLst>
                <a:gd name="adj1" fmla="val 0"/>
                <a:gd name="adj2" fmla="val 0"/>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8" name="Google Shape;1598;p47"/>
            <p:cNvSpPr/>
            <p:nvPr/>
          </p:nvSpPr>
          <p:spPr>
            <a:xfrm rot="-8100000">
              <a:off x="683267" y="2137506"/>
              <a:ext cx="52184" cy="71276"/>
            </a:xfrm>
            <a:prstGeom prst="halfFrame">
              <a:avLst>
                <a:gd name="adj1" fmla="val 0"/>
                <a:gd name="adj2" fmla="val 0"/>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9" name="Google Shape;1599;p47"/>
            <p:cNvSpPr/>
            <p:nvPr/>
          </p:nvSpPr>
          <p:spPr>
            <a:xfrm rot="-8100000">
              <a:off x="376367" y="2137506"/>
              <a:ext cx="52184" cy="71276"/>
            </a:xfrm>
            <a:prstGeom prst="halfFrame">
              <a:avLst>
                <a:gd name="adj1" fmla="val 0"/>
                <a:gd name="adj2" fmla="val 0"/>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theme/theme1.xml><?xml version="1.0" encoding="utf-8"?>
<a:theme xmlns:a="http://schemas.openxmlformats.org/drawingml/2006/main" name="Client Time Tracker Software Pitch Deck by Slidesgo">
  <a:themeElements>
    <a:clrScheme name="Simple Light">
      <a:dk1>
        <a:srgbClr val="383838"/>
      </a:dk1>
      <a:lt1>
        <a:srgbClr val="FFFFFF"/>
      </a:lt1>
      <a:dk2>
        <a:srgbClr val="F1E287"/>
      </a:dk2>
      <a:lt2>
        <a:srgbClr val="6CE2CB"/>
      </a:lt2>
      <a:accent1>
        <a:srgbClr val="5FB0DA"/>
      </a:accent1>
      <a:accent2>
        <a:srgbClr val="946EBE"/>
      </a:accent2>
      <a:accent3>
        <a:srgbClr val="E589BF"/>
      </a:accent3>
      <a:accent4>
        <a:srgbClr val="FFFFFF"/>
      </a:accent4>
      <a:accent5>
        <a:srgbClr val="FFFFFF"/>
      </a:accent5>
      <a:accent6>
        <a:srgbClr val="FFFFFF"/>
      </a:accent6>
      <a:hlink>
        <a:srgbClr val="383838"/>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3334</TotalTime>
  <Words>3641</Words>
  <Application>Microsoft Office PowerPoint</Application>
  <PresentationFormat>On-screen Show (16:9)</PresentationFormat>
  <Paragraphs>644</Paragraphs>
  <Slides>69</Slides>
  <Notes>69</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69</vt:i4>
      </vt:variant>
    </vt:vector>
  </HeadingPairs>
  <TitlesOfParts>
    <vt:vector size="76" baseType="lpstr">
      <vt:lpstr>Open Sans</vt:lpstr>
      <vt:lpstr>Darker Grotesque</vt:lpstr>
      <vt:lpstr>Arial</vt:lpstr>
      <vt:lpstr>Darker Grotesque Medium</vt:lpstr>
      <vt:lpstr>Montserrat</vt:lpstr>
      <vt:lpstr>Wingdings</vt:lpstr>
      <vt:lpstr>Client Time Tracker Software Pitch Deck by Slidesgo</vt:lpstr>
      <vt:lpstr>Introduction to Software Engineering &amp; UML </vt:lpstr>
      <vt:lpstr>Software Requirements Engineering (SRE)</vt:lpstr>
      <vt:lpstr>SDLC cycle </vt:lpstr>
      <vt:lpstr>🧩 1. Software Requirements Engineering (SRE)</vt:lpstr>
      <vt:lpstr>⚙️ The Requirements Engineering Process</vt:lpstr>
      <vt:lpstr>🔍 1. Requirements Elicitation</vt:lpstr>
      <vt:lpstr>Techniques for Requirements Elicitation</vt:lpstr>
      <vt:lpstr>📄 2. Requirements Specification</vt:lpstr>
      <vt:lpstr>📄 2. Requirements Specification</vt:lpstr>
      <vt:lpstr>📄 2. Requirements Specification</vt:lpstr>
      <vt:lpstr>Functional vs Non-Functional Comparaison Table</vt:lpstr>
      <vt:lpstr>Functional vs Non-Functional Comparaison Table</vt:lpstr>
      <vt:lpstr>📄 2. Requirements Specification</vt:lpstr>
      <vt:lpstr>📄 2. Requirements Specification</vt:lpstr>
      <vt:lpstr>✅ 3. Requirements Validation</vt:lpstr>
      <vt:lpstr>“If you get the requirements wrong, everything that follows will be wrong too.” — Steve McConnell</vt:lpstr>
      <vt:lpstr> 4. Recognizing Requirements Tools (Industry Practice)</vt:lpstr>
      <vt:lpstr>Case Study: Requirements Process Hotel Management Case Study </vt:lpstr>
      <vt:lpstr>UML Overview &amp; Modeling Concepts</vt:lpstr>
      <vt:lpstr>🔹 What is Modeling?</vt:lpstr>
      <vt:lpstr>Purpose of Modeling</vt:lpstr>
      <vt:lpstr>🔹 What is a Software Model?</vt:lpstr>
      <vt:lpstr>Types of Software Models</vt:lpstr>
      <vt:lpstr>1. What is UML? </vt:lpstr>
      <vt:lpstr>2. Why UML Is Important</vt:lpstr>
      <vt:lpstr>SDLC cycle </vt:lpstr>
      <vt:lpstr>Where UML Fits in SDLC</vt:lpstr>
      <vt:lpstr>🧱 UML Diagram Types Overview</vt:lpstr>
      <vt:lpstr>🧱 2. UML Diagram Types Overview</vt:lpstr>
      <vt:lpstr>Hands-On UML Modeling</vt:lpstr>
      <vt:lpstr>1. What is a Class Diagram?</vt:lpstr>
      <vt:lpstr>⚙️ Steps to Create a Class Diagram</vt:lpstr>
      <vt:lpstr>Class Diagram Basic Structure (annotations)</vt:lpstr>
      <vt:lpstr>Class Diagram Basic Structure (annotations)</vt:lpstr>
      <vt:lpstr>Visibility Symbols (Access Modifiers)</vt:lpstr>
      <vt:lpstr> Attributes Notation</vt:lpstr>
      <vt:lpstr>Methods / Operations Notation</vt:lpstr>
      <vt:lpstr>Relationships Between Classes</vt:lpstr>
      <vt:lpstr>Relationships Between Classes</vt:lpstr>
      <vt:lpstr>Relationships Between Classes</vt:lpstr>
      <vt:lpstr>Relationships Between Classes</vt:lpstr>
      <vt:lpstr>Relationships Between Classes</vt:lpstr>
      <vt:lpstr>Relationships Between Classes</vt:lpstr>
      <vt:lpstr>Practice It Case Study </vt:lpstr>
      <vt:lpstr>When to Use a UML Class Diagram</vt:lpstr>
      <vt:lpstr>When to Use a UML Class Diagram</vt:lpstr>
      <vt:lpstr>2. What is a Use Case Diagram?</vt:lpstr>
      <vt:lpstr>2. What is a Use Case Diagram?</vt:lpstr>
      <vt:lpstr>🎭 2. Case Diagram annotations </vt:lpstr>
      <vt:lpstr>🎭 2. Key Elements</vt:lpstr>
      <vt:lpstr>Actor</vt:lpstr>
      <vt:lpstr>Use Case</vt:lpstr>
      <vt:lpstr>Boundary of system  </vt:lpstr>
      <vt:lpstr>⚙️ Steps to Create a Use Case Diagram</vt:lpstr>
      <vt:lpstr>🔗 4. Relationships Between Use Cases</vt:lpstr>
      <vt:lpstr>🔗 4. Relationships Between Use Cases</vt:lpstr>
      <vt:lpstr>🔗 4. Relationships Between Use Cases</vt:lpstr>
      <vt:lpstr>🔗 4. Relationships Between Use Cases</vt:lpstr>
      <vt:lpstr>Use Case Diagram  Examples &amp; Case Study</vt:lpstr>
      <vt:lpstr>3. What is an Activity Diagram?</vt:lpstr>
      <vt:lpstr>Key Elements</vt:lpstr>
      <vt:lpstr>Key Elements</vt:lpstr>
      <vt:lpstr>2. Key Elements</vt:lpstr>
      <vt:lpstr>2. Key Elements</vt:lpstr>
      <vt:lpstr>When to Use It?</vt:lpstr>
      <vt:lpstr>Activity Diagram  Examples &amp; Case Study</vt:lpstr>
      <vt:lpstr>Case Study: For the Requirements, we have collected that we need to make a different diagram for 3 of the requirements </vt:lpstr>
      <vt:lpstr>Thanks</vt:lpstr>
      <vt:lpstr>Resources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Client Time Tracker Software Pitch Deck</dc:title>
  <dc:creator>hp</dc:creator>
  <cp:lastModifiedBy>Shimaa  Hamdy Mohamed</cp:lastModifiedBy>
  <cp:revision>129</cp:revision>
  <dcterms:modified xsi:type="dcterms:W3CDTF">2025-11-21T19:41:39Z</dcterms:modified>
</cp:coreProperties>
</file>