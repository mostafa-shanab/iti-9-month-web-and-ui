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4691" y="1285875"/>
            <a:ext cx="4805808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858291"/>
            <a:ext cx="605528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AQARMAP EGYPT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877591"/>
            <a:ext cx="5766941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The Real Estate Intelligence Marketplace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04875" y="3685282"/>
            <a:ext cx="54335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Buy, sell, and rent properties online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04875" y="4148137"/>
            <a:ext cx="54335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Connects buyers with top developers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04875" y="4610992"/>
            <a:ext cx="54335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Egypt’s specialized real estate platform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04875" y="5073848"/>
            <a:ext cx="54335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Target: Buyers, Investors, and Brokers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04875" y="5536703"/>
            <a:ext cx="54335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Type: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E-Business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with E-Commerce features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3741" y="1304925"/>
            <a:ext cx="4767708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852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81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1099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7384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3670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2600"/>
            <a:ext cx="523875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90975"/>
            <a:ext cx="52387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Features and Solutions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04875" y="1752600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Smart Search: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Location &amp; price filters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2215455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Price Guide: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Know the meter price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04875" y="2678310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Compound Guide: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1,200+ projects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3141166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Problem Solved: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Saves search time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04875" y="3604021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Vs Others: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Pure real estate focus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771650"/>
            <a:ext cx="52006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4010025"/>
            <a:ext cx="52006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17526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21545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7831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411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0402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Business Model &amp; Revenue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771650"/>
            <a:ext cx="520065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381750" y="253379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Revenue Channels: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715125" y="2943373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B2B: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Developers pay for branding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15125" y="3406229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Premium Listings: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Featured visibility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715125" y="3869084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Subscriptions: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Broker monthly plans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15125" y="4331940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Lead Generation: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Quality buyer data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715125" y="4794795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Online Expos: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Digital booking fees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94337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0622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6908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3194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9479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7126"/>
            <a:ext cx="3492400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727126"/>
            <a:ext cx="3492549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727126"/>
            <a:ext cx="3492400" cy="233719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Security &amp; The Future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30605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34233" y="3727251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Secure Portal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04875" y="4193976"/>
            <a:ext cx="2825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Verified agents and data encryption for safe browsing.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0605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4612380" y="3727251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Why it Succeeds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683025" y="4193976"/>
            <a:ext cx="28257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High local real estate demand + Specialized UX.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025" y="30605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8390684" y="3727251"/>
            <a:ext cx="29669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Future AI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461325" y="4193976"/>
            <a:ext cx="2825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AI recommendations and Virtual Reality (VR) tours.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3905"/>
            <a:ext cx="11049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95275" y="276790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40633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34724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Visit us: aqarmap.com.eg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