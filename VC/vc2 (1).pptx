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12192000" cy="6858000"/>
  <p:embeddedFontLst>
    <p:embeddedFont>
      <p:font typeface="Helvetica Neue" panose="020B0604020202020204" charset="0"/>
      <p:regular r:id="rId27"/>
      <p:bold r:id="rId28"/>
      <p:italic r:id="rId29"/>
      <p:boldItalic r:id="rId30"/>
    </p:embeddedFont>
    <p:embeddedFont>
      <p:font typeface="Lucida Sans" panose="020B0604020202020204" charset="0"/>
      <p:regular r:id="rId31"/>
      <p:bold r:id="rId32"/>
      <p:italic r:id="rId33"/>
      <p:boldItalic r:id="rId34"/>
    </p:embeddedFont>
    <p:embeddedFont>
      <p:font typeface="Quattrocento Sans" panose="020B0604020202020204" charset="0"/>
      <p:regular r:id="rId35"/>
      <p:bold r:id="rId36"/>
      <p:italic r:id="rId37"/>
      <p:boldItalic r:id="rId38"/>
    </p:embeddedFont>
    <p:embeddedFont>
      <p:font typeface="Trebuchet MS" panose="020B0603020202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1216F-D0B7-5914-408D-B03AEF3B08DD}" v="2" dt="2025-12-02T11:29:41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1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amelad232" userId="S::minamelad232_gmail.com#ext#@itihub.onmicrosoft.com::b44a85e1-bc52-45b4-8ffc-3d6149403128" providerId="AD" clId="Web-{3061216F-D0B7-5914-408D-B03AEF3B08DD}"/>
    <pc:docChg chg="modSld">
      <pc:chgData name="minamelad232" userId="S::minamelad232_gmail.com#ext#@itihub.onmicrosoft.com::b44a85e1-bc52-45b4-8ffc-3d6149403128" providerId="AD" clId="Web-{3061216F-D0B7-5914-408D-B03AEF3B08DD}" dt="2025-12-02T11:29:41.608" v="0" actId="20577"/>
      <pc:docMkLst>
        <pc:docMk/>
      </pc:docMkLst>
      <pc:sldChg chg="modSp">
        <pc:chgData name="minamelad232" userId="S::minamelad232_gmail.com#ext#@itihub.onmicrosoft.com::b44a85e1-bc52-45b4-8ffc-3d6149403128" providerId="AD" clId="Web-{3061216F-D0B7-5914-408D-B03AEF3B08DD}" dt="2025-12-02T11:29:41.608" v="0" actId="20577"/>
        <pc:sldMkLst>
          <pc:docMk/>
          <pc:sldMk cId="0" sldId="276"/>
        </pc:sldMkLst>
        <pc:spChg chg="mod">
          <ac:chgData name="minamelad232" userId="S::minamelad232_gmail.com#ext#@itihub.onmicrosoft.com::b44a85e1-bc52-45b4-8ffc-3d6149403128" providerId="AD" clId="Web-{3061216F-D0B7-5914-408D-B03AEF3B08DD}" dt="2025-12-02T11:29:41.608" v="0" actId="20577"/>
          <ac:spMkLst>
            <pc:docMk/>
            <pc:sldMk cId="0" sldId="276"/>
            <ac:spMk id="2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7426452" y="1524"/>
            <a:ext cx="4763770" cy="6858634"/>
          </a:xfrm>
          <a:custGeom>
            <a:avLst/>
            <a:gdLst/>
            <a:ahLst/>
            <a:cxnLst/>
            <a:rect l="l" t="t" r="r" b="b"/>
            <a:pathLst>
              <a:path w="4763770" h="6858634" extrusionOk="0">
                <a:moveTo>
                  <a:pt x="1944624" y="0"/>
                </a:moveTo>
                <a:lnTo>
                  <a:pt x="3163824" y="6857999"/>
                </a:lnTo>
              </a:path>
              <a:path w="4763770" h="6858634" extrusionOk="0">
                <a:moveTo>
                  <a:pt x="4763516" y="3681983"/>
                </a:moveTo>
                <a:lnTo>
                  <a:pt x="0" y="6858570"/>
                </a:lnTo>
              </a:path>
            </a:pathLst>
          </a:custGeom>
          <a:noFill/>
          <a:ln w="9525" cap="flat" cmpd="sng">
            <a:solidFill>
              <a:srgbClr val="5FCA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9180576" y="0"/>
            <a:ext cx="3008630" cy="6858000"/>
          </a:xfrm>
          <a:custGeom>
            <a:avLst/>
            <a:gdLst/>
            <a:ahLst/>
            <a:cxnLst/>
            <a:rect l="l" t="t" r="r" b="b"/>
            <a:pathLst>
              <a:path w="3008629" h="6858000" extrusionOk="0">
                <a:moveTo>
                  <a:pt x="3008375" y="0"/>
                </a:moveTo>
                <a:lnTo>
                  <a:pt x="2043499" y="0"/>
                </a:lnTo>
                <a:lnTo>
                  <a:pt x="0" y="6858000"/>
                </a:lnTo>
                <a:lnTo>
                  <a:pt x="3008375" y="6858000"/>
                </a:lnTo>
                <a:lnTo>
                  <a:pt x="3008375" y="0"/>
                </a:lnTo>
                <a:close/>
              </a:path>
            </a:pathLst>
          </a:custGeom>
          <a:solidFill>
            <a:srgbClr val="5FCAEE">
              <a:alpha val="3568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9605858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 extrusionOk="0">
                <a:moveTo>
                  <a:pt x="2586142" y="0"/>
                </a:moveTo>
                <a:lnTo>
                  <a:pt x="0" y="0"/>
                </a:lnTo>
                <a:lnTo>
                  <a:pt x="1207430" y="6857999"/>
                </a:lnTo>
                <a:lnTo>
                  <a:pt x="2586142" y="6857999"/>
                </a:lnTo>
                <a:lnTo>
                  <a:pt x="2586142" y="0"/>
                </a:lnTo>
                <a:close/>
              </a:path>
            </a:pathLst>
          </a:custGeom>
          <a:solidFill>
            <a:srgbClr val="5FCAEE">
              <a:alpha val="1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933688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 extrusionOk="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17AFE3">
              <a:alpha val="6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9339312" y="0"/>
            <a:ext cx="2849880" cy="6858000"/>
          </a:xfrm>
          <a:custGeom>
            <a:avLst/>
            <a:gdLst/>
            <a:ahLst/>
            <a:cxnLst/>
            <a:rect l="l" t="t" r="r" b="b"/>
            <a:pathLst>
              <a:path w="2849879" h="6858000" extrusionOk="0">
                <a:moveTo>
                  <a:pt x="2849639" y="0"/>
                </a:moveTo>
                <a:lnTo>
                  <a:pt x="0" y="0"/>
                </a:lnTo>
                <a:lnTo>
                  <a:pt x="2466226" y="6858000"/>
                </a:lnTo>
                <a:lnTo>
                  <a:pt x="2849639" y="6858000"/>
                </a:lnTo>
                <a:lnTo>
                  <a:pt x="2849639" y="0"/>
                </a:lnTo>
                <a:close/>
              </a:path>
            </a:pathLst>
          </a:custGeom>
          <a:solidFill>
            <a:srgbClr val="17AFE3">
              <a:alpha val="4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10899648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 extrusionOk="0">
                <a:moveTo>
                  <a:pt x="1289303" y="0"/>
                </a:moveTo>
                <a:lnTo>
                  <a:pt x="1017691" y="0"/>
                </a:lnTo>
                <a:lnTo>
                  <a:pt x="0" y="6858000"/>
                </a:lnTo>
                <a:lnTo>
                  <a:pt x="1289303" y="6858000"/>
                </a:lnTo>
                <a:lnTo>
                  <a:pt x="1289303" y="0"/>
                </a:lnTo>
                <a:close/>
              </a:path>
            </a:pathLst>
          </a:custGeom>
          <a:solidFill>
            <a:srgbClr val="2D83C3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 extrusionOk="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226192">
              <a:alpha val="7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 extrusionOk="0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17AFE3">
              <a:alpha val="6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0" y="4014215"/>
            <a:ext cx="448309" cy="2844165"/>
          </a:xfrm>
          <a:custGeom>
            <a:avLst/>
            <a:gdLst/>
            <a:ahLst/>
            <a:cxnLst/>
            <a:rect l="l" t="t" r="r" b="b"/>
            <a:pathLst>
              <a:path w="448309" h="2844165" extrusionOk="0">
                <a:moveTo>
                  <a:pt x="0" y="0"/>
                </a:moveTo>
                <a:lnTo>
                  <a:pt x="0" y="2843783"/>
                </a:lnTo>
                <a:lnTo>
                  <a:pt x="448056" y="2843783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" name="Google Shape;3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6655" y="609600"/>
            <a:ext cx="8598408" cy="384657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50" b="0" i="0">
                <a:solidFill>
                  <a:srgbClr val="25313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963269" y="2500817"/>
            <a:ext cx="10363200" cy="386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50" b="0" i="0">
                <a:solidFill>
                  <a:srgbClr val="25313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50" b="0" i="0">
                <a:solidFill>
                  <a:srgbClr val="25313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50" b="0" i="0">
                <a:solidFill>
                  <a:srgbClr val="25313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7426452" y="1524"/>
            <a:ext cx="4763770" cy="6858634"/>
          </a:xfrm>
          <a:custGeom>
            <a:avLst/>
            <a:gdLst/>
            <a:ahLst/>
            <a:cxnLst/>
            <a:rect l="l" t="t" r="r" b="b"/>
            <a:pathLst>
              <a:path w="4763770" h="6858634" extrusionOk="0">
                <a:moveTo>
                  <a:pt x="1944624" y="0"/>
                </a:moveTo>
                <a:lnTo>
                  <a:pt x="3163824" y="6857999"/>
                </a:lnTo>
              </a:path>
              <a:path w="4763770" h="6858634" extrusionOk="0">
                <a:moveTo>
                  <a:pt x="4763516" y="3681983"/>
                </a:moveTo>
                <a:lnTo>
                  <a:pt x="0" y="6858570"/>
                </a:lnTo>
              </a:path>
            </a:pathLst>
          </a:custGeom>
          <a:noFill/>
          <a:ln w="9525" cap="flat" cmpd="sng">
            <a:solidFill>
              <a:srgbClr val="5FCA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9180576" y="0"/>
            <a:ext cx="3008630" cy="6858000"/>
          </a:xfrm>
          <a:custGeom>
            <a:avLst/>
            <a:gdLst/>
            <a:ahLst/>
            <a:cxnLst/>
            <a:rect l="l" t="t" r="r" b="b"/>
            <a:pathLst>
              <a:path w="3008629" h="6858000" extrusionOk="0">
                <a:moveTo>
                  <a:pt x="3008375" y="0"/>
                </a:moveTo>
                <a:lnTo>
                  <a:pt x="2043499" y="0"/>
                </a:lnTo>
                <a:lnTo>
                  <a:pt x="0" y="6858000"/>
                </a:lnTo>
                <a:lnTo>
                  <a:pt x="3008375" y="6858000"/>
                </a:lnTo>
                <a:lnTo>
                  <a:pt x="3008375" y="0"/>
                </a:lnTo>
                <a:close/>
              </a:path>
            </a:pathLst>
          </a:custGeom>
          <a:solidFill>
            <a:srgbClr val="5FCAEE">
              <a:alpha val="3568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9605858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 extrusionOk="0">
                <a:moveTo>
                  <a:pt x="2586142" y="0"/>
                </a:moveTo>
                <a:lnTo>
                  <a:pt x="0" y="0"/>
                </a:lnTo>
                <a:lnTo>
                  <a:pt x="1207430" y="6857999"/>
                </a:lnTo>
                <a:lnTo>
                  <a:pt x="2586142" y="6857999"/>
                </a:lnTo>
                <a:lnTo>
                  <a:pt x="2586142" y="0"/>
                </a:lnTo>
                <a:close/>
              </a:path>
            </a:pathLst>
          </a:custGeom>
          <a:solidFill>
            <a:srgbClr val="5FCAEE">
              <a:alpha val="1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8933688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 extrusionOk="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17AFE3">
              <a:alpha val="6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9339312" y="0"/>
            <a:ext cx="2849880" cy="6858000"/>
          </a:xfrm>
          <a:custGeom>
            <a:avLst/>
            <a:gdLst/>
            <a:ahLst/>
            <a:cxnLst/>
            <a:rect l="l" t="t" r="r" b="b"/>
            <a:pathLst>
              <a:path w="2849879" h="6858000" extrusionOk="0">
                <a:moveTo>
                  <a:pt x="2849639" y="0"/>
                </a:moveTo>
                <a:lnTo>
                  <a:pt x="0" y="0"/>
                </a:lnTo>
                <a:lnTo>
                  <a:pt x="2466226" y="6858000"/>
                </a:lnTo>
                <a:lnTo>
                  <a:pt x="2849639" y="6858000"/>
                </a:lnTo>
                <a:lnTo>
                  <a:pt x="2849639" y="0"/>
                </a:lnTo>
                <a:close/>
              </a:path>
            </a:pathLst>
          </a:custGeom>
          <a:solidFill>
            <a:srgbClr val="17AFE3">
              <a:alpha val="4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10899648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 extrusionOk="0">
                <a:moveTo>
                  <a:pt x="1289303" y="0"/>
                </a:moveTo>
                <a:lnTo>
                  <a:pt x="1017691" y="0"/>
                </a:lnTo>
                <a:lnTo>
                  <a:pt x="0" y="6858000"/>
                </a:lnTo>
                <a:lnTo>
                  <a:pt x="1289303" y="6858000"/>
                </a:lnTo>
                <a:lnTo>
                  <a:pt x="1289303" y="0"/>
                </a:lnTo>
                <a:close/>
              </a:path>
            </a:pathLst>
          </a:custGeom>
          <a:solidFill>
            <a:srgbClr val="2D83C3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 extrusionOk="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226192">
              <a:alpha val="7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 extrusionOk="0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17AFE3">
              <a:alpha val="6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0" y="4014215"/>
            <a:ext cx="448309" cy="2844165"/>
          </a:xfrm>
          <a:custGeom>
            <a:avLst/>
            <a:gdLst/>
            <a:ahLst/>
            <a:cxnLst/>
            <a:rect l="l" t="t" r="r" b="b"/>
            <a:pathLst>
              <a:path w="448309" h="2844165" extrusionOk="0">
                <a:moveTo>
                  <a:pt x="0" y="0"/>
                </a:moveTo>
                <a:lnTo>
                  <a:pt x="0" y="2843783"/>
                </a:lnTo>
                <a:lnTo>
                  <a:pt x="448056" y="2843783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50" b="0" i="0" u="none" strike="noStrike" cap="none">
                <a:solidFill>
                  <a:srgbClr val="25313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body" idx="1"/>
          </p:nvPr>
        </p:nvSpPr>
        <p:spPr>
          <a:xfrm>
            <a:off x="963269" y="2500817"/>
            <a:ext cx="10363200" cy="386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nadamosatafa42127@gmail.co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/>
        </p:nvSpPr>
        <p:spPr>
          <a:xfrm>
            <a:off x="7304658" y="4484065"/>
            <a:ext cx="1707514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By Nada Mostafa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Un doing things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756310" y="2047893"/>
            <a:ext cx="6534784" cy="2630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57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rm –rf .git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6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remove local repo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restore new.txt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21005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restore from stage area (ignore changes in working tree)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commit --amend -m </a:t>
            </a:r>
            <a:r>
              <a:rPr lang="en-US" sz="1800">
                <a:solidFill>
                  <a:srgbClr val="17AFE3"/>
                </a:solidFill>
                <a:latin typeface="Trebuchet MS"/>
                <a:ea typeface="Trebuchet MS"/>
                <a:cs typeface="Trebuchet MS"/>
                <a:sym typeface="Trebuchet MS"/>
              </a:rPr>
              <a:t>“your new msg”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above command will amend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added change to the last commit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Un staging changes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581355" y="1921222"/>
            <a:ext cx="3194050" cy="20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0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restore --staged new.txt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052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unstage the changes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2065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reset HEAD new.txt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unstage the changes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39243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Undoing a	Commit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756310" y="2062995"/>
            <a:ext cx="8371205" cy="3764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reset HEAD~n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unstage the changes	…keep changes in your WT but not in the index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536575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	show differences == git diff … to restore it ===git restore 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reset –-hard HEAD~n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restore changes into working tree direct .. Changes won’t stay in your WT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Delete the commit and the change from staging area and delete from WT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reset --soft HEAD^	==== ~1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Delete the last commit and git back to the staging area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reset --soft HEAD^^	===== ~2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Delete the last 2 commits and git back to the staging area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Add / Remove Remote Repo from existing project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756310" y="2062957"/>
            <a:ext cx="7476490" cy="258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remote add origin https://github.com/Nadamostafa2/anyrepo.git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add a remote repository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remote -v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list the remote repositories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97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F2228"/>
                </a:solidFill>
                <a:latin typeface="Trebuchet MS"/>
                <a:ea typeface="Trebuchet MS"/>
                <a:cs typeface="Trebuchet MS"/>
                <a:sym typeface="Trebuchet MS"/>
              </a:rPr>
              <a:t>git remote rm origin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remove the remote repo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Push / Pull Remote Repo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12"/>
          <p:cNvSpPr txBox="1"/>
          <p:nvPr/>
        </p:nvSpPr>
        <p:spPr>
          <a:xfrm>
            <a:off x="756310" y="2062957"/>
            <a:ext cx="5203190" cy="163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push origin master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push the local changes to the remote	repo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pull origin master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get the changes that made by others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Branching</a:t>
            </a:r>
            <a:endParaRPr sz="3600"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9536" y="2161032"/>
            <a:ext cx="8232648" cy="3880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2079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Branchig</a:t>
            </a:r>
            <a:endParaRPr sz="3600"/>
          </a:p>
        </p:txBody>
      </p:sp>
      <p:sp>
        <p:nvSpPr>
          <p:cNvPr id="104" name="Google Shape;104;p14"/>
          <p:cNvSpPr txBox="1"/>
          <p:nvPr/>
        </p:nvSpPr>
        <p:spPr>
          <a:xfrm>
            <a:off x="872120" y="1645750"/>
            <a:ext cx="5292900" cy="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branch new_branch_name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6954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make a </a:t>
            </a:r>
            <a:r>
              <a:rPr lang="en-US" sz="18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new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72117" y="2725676"/>
            <a:ext cx="5717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checkout branch_name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399534" y="2725673"/>
            <a:ext cx="85026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 switch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72134" y="3262376"/>
            <a:ext cx="5500370" cy="245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692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lang="en-US" sz="18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switch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 branch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branch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2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lang="en-US" sz="18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list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the branches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checkout -b new_branch_name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2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create a branch and checkout it in </a:t>
            </a:r>
            <a:r>
              <a:rPr lang="en-US" sz="18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one step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Create a Remote Branch</a:t>
            </a:r>
            <a:endParaRPr sz="3600"/>
          </a:p>
        </p:txBody>
      </p:sp>
      <p:sp>
        <p:nvSpPr>
          <p:cNvPr id="113" name="Google Shape;113;p15"/>
          <p:cNvSpPr txBox="1"/>
          <p:nvPr/>
        </p:nvSpPr>
        <p:spPr>
          <a:xfrm>
            <a:off x="872134" y="2273630"/>
            <a:ext cx="5941060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450"/>
              <a:buFont typeface="Helvetica Neue"/>
              <a:buChar char="●"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you need another people to work on your branch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56310" y="2859404"/>
            <a:ext cx="18669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</a:t>
            </a:r>
            <a:endParaRPr sz="145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604010" y="2813380"/>
            <a:ext cx="5589270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you have to make your branch available remotely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72134" y="3353561"/>
            <a:ext cx="325691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push origin branch_name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72134" y="4430014"/>
            <a:ext cx="2734310" cy="83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450"/>
              <a:buFont typeface="Helvetica Neue"/>
              <a:buChar char="●"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list remote branches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branch -r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Remove a Branch</a:t>
            </a:r>
            <a:endParaRPr sz="3600"/>
          </a:p>
        </p:txBody>
      </p:sp>
      <p:sp>
        <p:nvSpPr>
          <p:cNvPr id="123" name="Google Shape;123;p16"/>
          <p:cNvSpPr txBox="1"/>
          <p:nvPr/>
        </p:nvSpPr>
        <p:spPr>
          <a:xfrm>
            <a:off x="872134" y="2273630"/>
            <a:ext cx="6824345" cy="147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450"/>
              <a:buFont typeface="Helvetica Neue"/>
              <a:buChar char="●"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delete a </a:t>
            </a:r>
            <a:r>
              <a:rPr lang="en-US" sz="18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remote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DE4B36"/>
              </a:buClr>
              <a:buSzPts val="1800"/>
              <a:buFont typeface="Helvetica Neue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push origin -d branch-name	/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git push origin </a:t>
            </a: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450"/>
              <a:buFont typeface="Helvetica Neue"/>
              <a:buChar char="●"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delete a </a:t>
            </a:r>
            <a:r>
              <a:rPr lang="en-US" sz="18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local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872121" y="3981699"/>
            <a:ext cx="4685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branch -d branch_name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195317" y="3981704"/>
            <a:ext cx="123444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(soft delete)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72119" y="4521447"/>
            <a:ext cx="5166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branch -D branch_name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231894" y="4521454"/>
            <a:ext cx="132588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(hard delete)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Merging Branches</a:t>
            </a:r>
            <a:endParaRPr sz="3600"/>
          </a:p>
        </p:txBody>
      </p:sp>
      <p:sp>
        <p:nvSpPr>
          <p:cNvPr id="133" name="Google Shape;133;p17"/>
          <p:cNvSpPr txBox="1"/>
          <p:nvPr/>
        </p:nvSpPr>
        <p:spPr>
          <a:xfrm>
            <a:off x="756310" y="2230958"/>
            <a:ext cx="4417695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7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finishing your work on the branch,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7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you’ve to </a:t>
            </a:r>
            <a:r>
              <a:rPr lang="en-US" sz="17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merge </a:t>
            </a:r>
            <a:r>
              <a:rPr lang="en-US" sz="17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with the Master branch.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872134" y="3621481"/>
            <a:ext cx="3188335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350"/>
              <a:buFont typeface="Helvetica Neue"/>
              <a:buChar char="●"/>
            </a:pPr>
            <a:r>
              <a:rPr lang="en-US" sz="17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First, go to the Master branch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7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checkout master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72134" y="5014925"/>
            <a:ext cx="4827270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350"/>
              <a:buFont typeface="Helvetica Neue"/>
              <a:buChar char="●"/>
            </a:pPr>
            <a:r>
              <a:rPr lang="en-US" sz="17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Then, merge the two branches with each other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7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merge branch_name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Cherry-pic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756310" y="2062957"/>
            <a:ext cx="299593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cherry-pic 40…..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merge specific commit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27381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Pull	Request</a:t>
            </a:r>
            <a:endParaRPr sz="3600"/>
          </a:p>
        </p:txBody>
      </p:sp>
      <p:sp>
        <p:nvSpPr>
          <p:cNvPr id="147" name="Google Shape;147;p19"/>
          <p:cNvSpPr txBox="1"/>
          <p:nvPr/>
        </p:nvSpPr>
        <p:spPr>
          <a:xfrm>
            <a:off x="1509522" y="3029691"/>
            <a:ext cx="8442325" cy="2211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9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Pull requests let you 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tell others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about changes you've pushed to a branch in a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6870" lvl="0" indent="0" algn="just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repository on GitHub.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6870" marR="5080" lvl="0" indent="-344805" algn="just" rtl="0">
              <a:lnSpc>
                <a:spcPct val="1501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Once  a  pull  request  is  opened,  you  can  discuss  and  review  the  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potential changes </a:t>
            </a: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collaborators and add follow-up commits before your changes are merged into the base branch.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Tagging &amp; Versioning</a:t>
            </a:r>
            <a:endParaRPr sz="3600"/>
          </a:p>
        </p:txBody>
      </p:sp>
      <p:sp>
        <p:nvSpPr>
          <p:cNvPr id="153" name="Google Shape;153;p20"/>
          <p:cNvSpPr txBox="1"/>
          <p:nvPr/>
        </p:nvSpPr>
        <p:spPr>
          <a:xfrm>
            <a:off x="872134" y="2119228"/>
            <a:ext cx="7609840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tag is a reference to a commit - used mostly in release versioning.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872134" y="4200855"/>
            <a:ext cx="4464050" cy="157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</a:t>
            </a:r>
            <a:r>
              <a:rPr lang="en-US" sz="24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supports two types of tags: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53110" lvl="0" indent="-341629" algn="l" rtl="0">
              <a:lnSpc>
                <a:spcPct val="100000"/>
              </a:lnSpc>
              <a:spcBef>
                <a:spcPts val="2325"/>
              </a:spcBef>
              <a:spcAft>
                <a:spcPts val="0"/>
              </a:spcAft>
              <a:buClr>
                <a:srgbClr val="DE4B36"/>
              </a:buClr>
              <a:buSzPts val="1600"/>
              <a:buFont typeface="Helvetica Neue"/>
              <a:buChar char="●"/>
            </a:pPr>
            <a:r>
              <a:rPr lang="en-US" sz="20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Lightweight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53110" lvl="0" indent="-341629" algn="l" rtl="0">
              <a:lnSpc>
                <a:spcPct val="100000"/>
              </a:lnSpc>
              <a:spcBef>
                <a:spcPts val="2185"/>
              </a:spcBef>
              <a:spcAft>
                <a:spcPts val="0"/>
              </a:spcAft>
              <a:buClr>
                <a:srgbClr val="DE4B36"/>
              </a:buClr>
              <a:buSzPts val="1600"/>
              <a:buFont typeface="Helvetica Neue"/>
              <a:buChar char="●"/>
            </a:pPr>
            <a:r>
              <a:rPr lang="en-US" sz="20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Annotated</a:t>
            </a:r>
            <a:r>
              <a:rPr lang="en-US" sz="16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232473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Tags Types</a:t>
            </a:r>
            <a:endParaRPr sz="3600"/>
          </a:p>
        </p:txBody>
      </p:sp>
      <p:sp>
        <p:nvSpPr>
          <p:cNvPr id="160" name="Google Shape;160;p21"/>
          <p:cNvSpPr txBox="1"/>
          <p:nvPr/>
        </p:nvSpPr>
        <p:spPr>
          <a:xfrm>
            <a:off x="872134" y="2301621"/>
            <a:ext cx="3849370" cy="98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</a:t>
            </a:r>
            <a:r>
              <a:rPr lang="en-US" sz="24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tag v1.0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265" lvl="0" indent="0" algn="l" rtl="0">
              <a:lnSpc>
                <a:spcPct val="100000"/>
              </a:lnSpc>
              <a:spcBef>
                <a:spcPts val="229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</a:t>
            </a:r>
            <a:r>
              <a:rPr lang="en-US" sz="20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create a </a:t>
            </a:r>
            <a:r>
              <a:rPr lang="en-US" sz="20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lightweight </a:t>
            </a:r>
            <a:r>
              <a:rPr lang="en-US" sz="20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872134" y="4237431"/>
            <a:ext cx="4431665" cy="98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</a:t>
            </a:r>
            <a:r>
              <a:rPr lang="en-US" sz="2400">
                <a:solidFill>
                  <a:srgbClr val="17AF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tag -a v2.0 -m “version 2.0”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265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</a:t>
            </a:r>
            <a:r>
              <a:rPr lang="en-US" sz="20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create an </a:t>
            </a:r>
            <a:r>
              <a:rPr lang="en-US" sz="2000" b="1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annotated </a:t>
            </a:r>
            <a:r>
              <a:rPr lang="en-US" sz="20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215011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AFE3"/>
                </a:solidFill>
              </a:rPr>
              <a:t>Push Tags</a:t>
            </a:r>
            <a:endParaRPr sz="3600"/>
          </a:p>
        </p:txBody>
      </p:sp>
      <p:sp>
        <p:nvSpPr>
          <p:cNvPr id="167" name="Google Shape;167;p22"/>
          <p:cNvSpPr txBox="1"/>
          <p:nvPr/>
        </p:nvSpPr>
        <p:spPr>
          <a:xfrm>
            <a:off x="872134" y="2273630"/>
            <a:ext cx="1737995" cy="84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450"/>
              <a:buFont typeface="Helvetica Neue"/>
              <a:buChar char="●"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list all tags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tag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872134" y="3890264"/>
            <a:ext cx="3143885" cy="137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450"/>
              <a:buFont typeface="Helvetica Neue"/>
              <a:buChar char="●"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push tags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push origin &lt;tag_name&gt;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push --tags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243014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Delete Tags</a:t>
            </a:r>
            <a:endParaRPr sz="3600"/>
          </a:p>
        </p:txBody>
      </p:sp>
      <p:sp>
        <p:nvSpPr>
          <p:cNvPr id="174" name="Google Shape;174;p23"/>
          <p:cNvSpPr txBox="1"/>
          <p:nvPr/>
        </p:nvSpPr>
        <p:spPr>
          <a:xfrm>
            <a:off x="872134" y="2273630"/>
            <a:ext cx="3117215" cy="84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450"/>
              <a:buFont typeface="Helvetica Neue"/>
              <a:buChar char="●"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delete remote tag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push origin --delete v1.0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872134" y="3890264"/>
            <a:ext cx="2322830" cy="83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3695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1450"/>
              <a:buFont typeface="Helvetica Neue"/>
              <a:buChar char="●"/>
            </a:pPr>
            <a:r>
              <a:rPr lang="en-US" sz="1800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delete local tags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DE4B3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tag -d v1.0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2011679" y="2798064"/>
            <a:ext cx="4425950" cy="360045"/>
          </a:xfrm>
          <a:custGeom>
            <a:avLst/>
            <a:gdLst/>
            <a:ahLst/>
            <a:cxnLst/>
            <a:rect l="l" t="t" r="r" b="b"/>
            <a:pathLst>
              <a:path w="4425950" h="360044" extrusionOk="0">
                <a:moveTo>
                  <a:pt x="4245864" y="0"/>
                </a:moveTo>
                <a:lnTo>
                  <a:pt x="179831" y="0"/>
                </a:lnTo>
                <a:lnTo>
                  <a:pt x="132027" y="6424"/>
                </a:lnTo>
                <a:lnTo>
                  <a:pt x="89069" y="24553"/>
                </a:lnTo>
                <a:lnTo>
                  <a:pt x="52673" y="52673"/>
                </a:lnTo>
                <a:lnTo>
                  <a:pt x="24553" y="89069"/>
                </a:lnTo>
                <a:lnTo>
                  <a:pt x="6424" y="132027"/>
                </a:lnTo>
                <a:lnTo>
                  <a:pt x="0" y="179832"/>
                </a:lnTo>
                <a:lnTo>
                  <a:pt x="6424" y="227636"/>
                </a:lnTo>
                <a:lnTo>
                  <a:pt x="24553" y="270594"/>
                </a:lnTo>
                <a:lnTo>
                  <a:pt x="52673" y="306990"/>
                </a:lnTo>
                <a:lnTo>
                  <a:pt x="89069" y="335110"/>
                </a:lnTo>
                <a:lnTo>
                  <a:pt x="132027" y="353239"/>
                </a:lnTo>
                <a:lnTo>
                  <a:pt x="179831" y="359663"/>
                </a:lnTo>
                <a:lnTo>
                  <a:pt x="4245864" y="359663"/>
                </a:lnTo>
                <a:lnTo>
                  <a:pt x="4293668" y="353239"/>
                </a:lnTo>
                <a:lnTo>
                  <a:pt x="4336626" y="335110"/>
                </a:lnTo>
                <a:lnTo>
                  <a:pt x="4373022" y="306990"/>
                </a:lnTo>
                <a:lnTo>
                  <a:pt x="4401142" y="270594"/>
                </a:lnTo>
                <a:lnTo>
                  <a:pt x="4419271" y="227636"/>
                </a:lnTo>
                <a:lnTo>
                  <a:pt x="4425696" y="179832"/>
                </a:lnTo>
                <a:lnTo>
                  <a:pt x="4419271" y="132027"/>
                </a:lnTo>
                <a:lnTo>
                  <a:pt x="4401142" y="89069"/>
                </a:lnTo>
                <a:lnTo>
                  <a:pt x="4373022" y="52673"/>
                </a:lnTo>
                <a:lnTo>
                  <a:pt x="4336626" y="24553"/>
                </a:lnTo>
                <a:lnTo>
                  <a:pt x="4293668" y="6424"/>
                </a:lnTo>
                <a:lnTo>
                  <a:pt x="4245864" y="0"/>
                </a:lnTo>
                <a:close/>
              </a:path>
            </a:pathLst>
          </a:custGeom>
          <a:solidFill>
            <a:srgbClr val="DE4B36">
              <a:alpha val="5058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2044700" y="2282774"/>
            <a:ext cx="2466975" cy="1652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/>
              <a:t>Ignoring Files</a:t>
            </a:r>
            <a:endParaRPr sz="5300"/>
          </a:p>
        </p:txBody>
      </p:sp>
      <p:grpSp>
        <p:nvGrpSpPr>
          <p:cNvPr id="182" name="Google Shape;182;p24"/>
          <p:cNvGrpSpPr/>
          <p:nvPr/>
        </p:nvGrpSpPr>
        <p:grpSpPr>
          <a:xfrm>
            <a:off x="7335647" y="579119"/>
            <a:ext cx="4271136" cy="4188460"/>
            <a:chOff x="7335647" y="579119"/>
            <a:chExt cx="4271136" cy="4188460"/>
          </a:xfrm>
        </p:grpSpPr>
        <p:sp>
          <p:nvSpPr>
            <p:cNvPr id="183" name="Google Shape;183;p24"/>
            <p:cNvSpPr/>
            <p:nvPr/>
          </p:nvSpPr>
          <p:spPr>
            <a:xfrm>
              <a:off x="7415783" y="579119"/>
              <a:ext cx="4191000" cy="4188460"/>
            </a:xfrm>
            <a:custGeom>
              <a:avLst/>
              <a:gdLst/>
              <a:ahLst/>
              <a:cxnLst/>
              <a:rect l="l" t="t" r="r" b="b"/>
              <a:pathLst>
                <a:path w="4191000" h="4188460" extrusionOk="0">
                  <a:moveTo>
                    <a:pt x="2095500" y="0"/>
                  </a:moveTo>
                  <a:lnTo>
                    <a:pt x="2047405" y="540"/>
                  </a:lnTo>
                  <a:lnTo>
                    <a:pt x="1999576" y="2154"/>
                  </a:lnTo>
                  <a:lnTo>
                    <a:pt x="1952024" y="4830"/>
                  </a:lnTo>
                  <a:lnTo>
                    <a:pt x="1904761" y="8557"/>
                  </a:lnTo>
                  <a:lnTo>
                    <a:pt x="1857797" y="13322"/>
                  </a:lnTo>
                  <a:lnTo>
                    <a:pt x="1811145" y="19115"/>
                  </a:lnTo>
                  <a:lnTo>
                    <a:pt x="1764815" y="25924"/>
                  </a:lnTo>
                  <a:lnTo>
                    <a:pt x="1718821" y="33737"/>
                  </a:lnTo>
                  <a:lnTo>
                    <a:pt x="1673172" y="42542"/>
                  </a:lnTo>
                  <a:lnTo>
                    <a:pt x="1627881" y="52329"/>
                  </a:lnTo>
                  <a:lnTo>
                    <a:pt x="1582960" y="63085"/>
                  </a:lnTo>
                  <a:lnTo>
                    <a:pt x="1538419" y="74799"/>
                  </a:lnTo>
                  <a:lnTo>
                    <a:pt x="1494271" y="87460"/>
                  </a:lnTo>
                  <a:lnTo>
                    <a:pt x="1450527" y="101055"/>
                  </a:lnTo>
                  <a:lnTo>
                    <a:pt x="1407198" y="115574"/>
                  </a:lnTo>
                  <a:lnTo>
                    <a:pt x="1364296" y="131005"/>
                  </a:lnTo>
                  <a:lnTo>
                    <a:pt x="1321833" y="147336"/>
                  </a:lnTo>
                  <a:lnTo>
                    <a:pt x="1279820" y="164556"/>
                  </a:lnTo>
                  <a:lnTo>
                    <a:pt x="1238269" y="182653"/>
                  </a:lnTo>
                  <a:lnTo>
                    <a:pt x="1197191" y="201615"/>
                  </a:lnTo>
                  <a:lnTo>
                    <a:pt x="1156598" y="221432"/>
                  </a:lnTo>
                  <a:lnTo>
                    <a:pt x="1116501" y="242091"/>
                  </a:lnTo>
                  <a:lnTo>
                    <a:pt x="1076913" y="263581"/>
                  </a:lnTo>
                  <a:lnTo>
                    <a:pt x="1037844" y="285891"/>
                  </a:lnTo>
                  <a:lnTo>
                    <a:pt x="999305" y="309008"/>
                  </a:lnTo>
                  <a:lnTo>
                    <a:pt x="961310" y="332922"/>
                  </a:lnTo>
                  <a:lnTo>
                    <a:pt x="923869" y="357620"/>
                  </a:lnTo>
                  <a:lnTo>
                    <a:pt x="886993" y="383092"/>
                  </a:lnTo>
                  <a:lnTo>
                    <a:pt x="850695" y="409325"/>
                  </a:lnTo>
                  <a:lnTo>
                    <a:pt x="814986" y="436308"/>
                  </a:lnTo>
                  <a:lnTo>
                    <a:pt x="779877" y="464030"/>
                  </a:lnTo>
                  <a:lnTo>
                    <a:pt x="745380" y="492479"/>
                  </a:lnTo>
                  <a:lnTo>
                    <a:pt x="711506" y="521644"/>
                  </a:lnTo>
                  <a:lnTo>
                    <a:pt x="678268" y="551512"/>
                  </a:lnTo>
                  <a:lnTo>
                    <a:pt x="645676" y="582073"/>
                  </a:lnTo>
                  <a:lnTo>
                    <a:pt x="613743" y="613314"/>
                  </a:lnTo>
                  <a:lnTo>
                    <a:pt x="582479" y="645225"/>
                  </a:lnTo>
                  <a:lnTo>
                    <a:pt x="551897" y="677793"/>
                  </a:lnTo>
                  <a:lnTo>
                    <a:pt x="522007" y="711008"/>
                  </a:lnTo>
                  <a:lnTo>
                    <a:pt x="492822" y="744857"/>
                  </a:lnTo>
                  <a:lnTo>
                    <a:pt x="464353" y="779329"/>
                  </a:lnTo>
                  <a:lnTo>
                    <a:pt x="436612" y="814413"/>
                  </a:lnTo>
                  <a:lnTo>
                    <a:pt x="409609" y="850097"/>
                  </a:lnTo>
                  <a:lnTo>
                    <a:pt x="383357" y="886369"/>
                  </a:lnTo>
                  <a:lnTo>
                    <a:pt x="357868" y="923218"/>
                  </a:lnTo>
                  <a:lnTo>
                    <a:pt x="333152" y="960632"/>
                  </a:lnTo>
                  <a:lnTo>
                    <a:pt x="309222" y="998600"/>
                  </a:lnTo>
                  <a:lnTo>
                    <a:pt x="286088" y="1037110"/>
                  </a:lnTo>
                  <a:lnTo>
                    <a:pt x="263763" y="1076150"/>
                  </a:lnTo>
                  <a:lnTo>
                    <a:pt x="242258" y="1115710"/>
                  </a:lnTo>
                  <a:lnTo>
                    <a:pt x="221584" y="1155778"/>
                  </a:lnTo>
                  <a:lnTo>
                    <a:pt x="201754" y="1196341"/>
                  </a:lnTo>
                  <a:lnTo>
                    <a:pt x="182778" y="1237389"/>
                  </a:lnTo>
                  <a:lnTo>
                    <a:pt x="164669" y="1278909"/>
                  </a:lnTo>
                  <a:lnTo>
                    <a:pt x="147437" y="1320891"/>
                  </a:lnTo>
                  <a:lnTo>
                    <a:pt x="131095" y="1363323"/>
                  </a:lnTo>
                  <a:lnTo>
                    <a:pt x="115653" y="1406193"/>
                  </a:lnTo>
                  <a:lnTo>
                    <a:pt x="101124" y="1449490"/>
                  </a:lnTo>
                  <a:lnTo>
                    <a:pt x="87519" y="1493201"/>
                  </a:lnTo>
                  <a:lnTo>
                    <a:pt x="74850" y="1537317"/>
                  </a:lnTo>
                  <a:lnTo>
                    <a:pt x="63128" y="1581824"/>
                  </a:lnTo>
                  <a:lnTo>
                    <a:pt x="52364" y="1626712"/>
                  </a:lnTo>
                  <a:lnTo>
                    <a:pt x="42571" y="1671969"/>
                  </a:lnTo>
                  <a:lnTo>
                    <a:pt x="33760" y="1717583"/>
                  </a:lnTo>
                  <a:lnTo>
                    <a:pt x="25941" y="1763543"/>
                  </a:lnTo>
                  <a:lnTo>
                    <a:pt x="19128" y="1809837"/>
                  </a:lnTo>
                  <a:lnTo>
                    <a:pt x="13331" y="1856454"/>
                  </a:lnTo>
                  <a:lnTo>
                    <a:pt x="8563" y="1903382"/>
                  </a:lnTo>
                  <a:lnTo>
                    <a:pt x="4834" y="1950610"/>
                  </a:lnTo>
                  <a:lnTo>
                    <a:pt x="2156" y="1998126"/>
                  </a:lnTo>
                  <a:lnTo>
                    <a:pt x="540" y="2045918"/>
                  </a:lnTo>
                  <a:lnTo>
                    <a:pt x="0" y="2093976"/>
                  </a:lnTo>
                  <a:lnTo>
                    <a:pt x="540" y="2142033"/>
                  </a:lnTo>
                  <a:lnTo>
                    <a:pt x="2156" y="2189825"/>
                  </a:lnTo>
                  <a:lnTo>
                    <a:pt x="4834" y="2237341"/>
                  </a:lnTo>
                  <a:lnTo>
                    <a:pt x="8563" y="2284569"/>
                  </a:lnTo>
                  <a:lnTo>
                    <a:pt x="13331" y="2331497"/>
                  </a:lnTo>
                  <a:lnTo>
                    <a:pt x="19128" y="2378114"/>
                  </a:lnTo>
                  <a:lnTo>
                    <a:pt x="25941" y="2424408"/>
                  </a:lnTo>
                  <a:lnTo>
                    <a:pt x="33760" y="2470368"/>
                  </a:lnTo>
                  <a:lnTo>
                    <a:pt x="42571" y="2515982"/>
                  </a:lnTo>
                  <a:lnTo>
                    <a:pt x="52364" y="2561239"/>
                  </a:lnTo>
                  <a:lnTo>
                    <a:pt x="63128" y="2606127"/>
                  </a:lnTo>
                  <a:lnTo>
                    <a:pt x="74850" y="2650634"/>
                  </a:lnTo>
                  <a:lnTo>
                    <a:pt x="87519" y="2694750"/>
                  </a:lnTo>
                  <a:lnTo>
                    <a:pt x="101124" y="2738461"/>
                  </a:lnTo>
                  <a:lnTo>
                    <a:pt x="115653" y="2781758"/>
                  </a:lnTo>
                  <a:lnTo>
                    <a:pt x="131095" y="2824628"/>
                  </a:lnTo>
                  <a:lnTo>
                    <a:pt x="147437" y="2867060"/>
                  </a:lnTo>
                  <a:lnTo>
                    <a:pt x="164669" y="2909042"/>
                  </a:lnTo>
                  <a:lnTo>
                    <a:pt x="182778" y="2950562"/>
                  </a:lnTo>
                  <a:lnTo>
                    <a:pt x="201754" y="2991610"/>
                  </a:lnTo>
                  <a:lnTo>
                    <a:pt x="221584" y="3032173"/>
                  </a:lnTo>
                  <a:lnTo>
                    <a:pt x="242258" y="3072241"/>
                  </a:lnTo>
                  <a:lnTo>
                    <a:pt x="263763" y="3111801"/>
                  </a:lnTo>
                  <a:lnTo>
                    <a:pt x="286088" y="3150841"/>
                  </a:lnTo>
                  <a:lnTo>
                    <a:pt x="309222" y="3189351"/>
                  </a:lnTo>
                  <a:lnTo>
                    <a:pt x="333152" y="3227319"/>
                  </a:lnTo>
                  <a:lnTo>
                    <a:pt x="357868" y="3264733"/>
                  </a:lnTo>
                  <a:lnTo>
                    <a:pt x="383357" y="3301582"/>
                  </a:lnTo>
                  <a:lnTo>
                    <a:pt x="409609" y="3337854"/>
                  </a:lnTo>
                  <a:lnTo>
                    <a:pt x="436612" y="3373538"/>
                  </a:lnTo>
                  <a:lnTo>
                    <a:pt x="464353" y="3408622"/>
                  </a:lnTo>
                  <a:lnTo>
                    <a:pt x="492822" y="3443094"/>
                  </a:lnTo>
                  <a:lnTo>
                    <a:pt x="522007" y="3476943"/>
                  </a:lnTo>
                  <a:lnTo>
                    <a:pt x="551897" y="3510158"/>
                  </a:lnTo>
                  <a:lnTo>
                    <a:pt x="582479" y="3542726"/>
                  </a:lnTo>
                  <a:lnTo>
                    <a:pt x="613743" y="3574637"/>
                  </a:lnTo>
                  <a:lnTo>
                    <a:pt x="645676" y="3605878"/>
                  </a:lnTo>
                  <a:lnTo>
                    <a:pt x="678268" y="3636439"/>
                  </a:lnTo>
                  <a:lnTo>
                    <a:pt x="711506" y="3666307"/>
                  </a:lnTo>
                  <a:lnTo>
                    <a:pt x="745380" y="3695472"/>
                  </a:lnTo>
                  <a:lnTo>
                    <a:pt x="779877" y="3723921"/>
                  </a:lnTo>
                  <a:lnTo>
                    <a:pt x="814986" y="3751643"/>
                  </a:lnTo>
                  <a:lnTo>
                    <a:pt x="850695" y="3778626"/>
                  </a:lnTo>
                  <a:lnTo>
                    <a:pt x="886993" y="3804859"/>
                  </a:lnTo>
                  <a:lnTo>
                    <a:pt x="923869" y="3830331"/>
                  </a:lnTo>
                  <a:lnTo>
                    <a:pt x="961310" y="3855029"/>
                  </a:lnTo>
                  <a:lnTo>
                    <a:pt x="999305" y="3878943"/>
                  </a:lnTo>
                  <a:lnTo>
                    <a:pt x="1037844" y="3902060"/>
                  </a:lnTo>
                  <a:lnTo>
                    <a:pt x="1076913" y="3924370"/>
                  </a:lnTo>
                  <a:lnTo>
                    <a:pt x="1116501" y="3945860"/>
                  </a:lnTo>
                  <a:lnTo>
                    <a:pt x="1156598" y="3966519"/>
                  </a:lnTo>
                  <a:lnTo>
                    <a:pt x="1197191" y="3986336"/>
                  </a:lnTo>
                  <a:lnTo>
                    <a:pt x="1238269" y="4005298"/>
                  </a:lnTo>
                  <a:lnTo>
                    <a:pt x="1279820" y="4023395"/>
                  </a:lnTo>
                  <a:lnTo>
                    <a:pt x="1321833" y="4040615"/>
                  </a:lnTo>
                  <a:lnTo>
                    <a:pt x="1364296" y="4056946"/>
                  </a:lnTo>
                  <a:lnTo>
                    <a:pt x="1407198" y="4072377"/>
                  </a:lnTo>
                  <a:lnTo>
                    <a:pt x="1450527" y="4086896"/>
                  </a:lnTo>
                  <a:lnTo>
                    <a:pt x="1494271" y="4100491"/>
                  </a:lnTo>
                  <a:lnTo>
                    <a:pt x="1538419" y="4113152"/>
                  </a:lnTo>
                  <a:lnTo>
                    <a:pt x="1582960" y="4124866"/>
                  </a:lnTo>
                  <a:lnTo>
                    <a:pt x="1627881" y="4135622"/>
                  </a:lnTo>
                  <a:lnTo>
                    <a:pt x="1673172" y="4145409"/>
                  </a:lnTo>
                  <a:lnTo>
                    <a:pt x="1718821" y="4154214"/>
                  </a:lnTo>
                  <a:lnTo>
                    <a:pt x="1764815" y="4162027"/>
                  </a:lnTo>
                  <a:lnTo>
                    <a:pt x="1811145" y="4168836"/>
                  </a:lnTo>
                  <a:lnTo>
                    <a:pt x="1857797" y="4174629"/>
                  </a:lnTo>
                  <a:lnTo>
                    <a:pt x="1904761" y="4179394"/>
                  </a:lnTo>
                  <a:lnTo>
                    <a:pt x="1952024" y="4183121"/>
                  </a:lnTo>
                  <a:lnTo>
                    <a:pt x="1999576" y="4185797"/>
                  </a:lnTo>
                  <a:lnTo>
                    <a:pt x="2047405" y="4187411"/>
                  </a:lnTo>
                  <a:lnTo>
                    <a:pt x="2095500" y="4187952"/>
                  </a:lnTo>
                  <a:lnTo>
                    <a:pt x="2143594" y="4187411"/>
                  </a:lnTo>
                  <a:lnTo>
                    <a:pt x="2191423" y="4185797"/>
                  </a:lnTo>
                  <a:lnTo>
                    <a:pt x="2238975" y="4183121"/>
                  </a:lnTo>
                  <a:lnTo>
                    <a:pt x="2286238" y="4179394"/>
                  </a:lnTo>
                  <a:lnTo>
                    <a:pt x="2333202" y="4174629"/>
                  </a:lnTo>
                  <a:lnTo>
                    <a:pt x="2379854" y="4168836"/>
                  </a:lnTo>
                  <a:lnTo>
                    <a:pt x="2426184" y="4162027"/>
                  </a:lnTo>
                  <a:lnTo>
                    <a:pt x="2472178" y="4154214"/>
                  </a:lnTo>
                  <a:lnTo>
                    <a:pt x="2517827" y="4145409"/>
                  </a:lnTo>
                  <a:lnTo>
                    <a:pt x="2563118" y="4135622"/>
                  </a:lnTo>
                  <a:lnTo>
                    <a:pt x="2608039" y="4124866"/>
                  </a:lnTo>
                  <a:lnTo>
                    <a:pt x="2652580" y="4113152"/>
                  </a:lnTo>
                  <a:lnTo>
                    <a:pt x="2696728" y="4100491"/>
                  </a:lnTo>
                  <a:lnTo>
                    <a:pt x="2740472" y="4086896"/>
                  </a:lnTo>
                  <a:lnTo>
                    <a:pt x="2783801" y="4072377"/>
                  </a:lnTo>
                  <a:lnTo>
                    <a:pt x="2826703" y="4056946"/>
                  </a:lnTo>
                  <a:lnTo>
                    <a:pt x="2869166" y="4040615"/>
                  </a:lnTo>
                  <a:lnTo>
                    <a:pt x="2911179" y="4023395"/>
                  </a:lnTo>
                  <a:lnTo>
                    <a:pt x="2952730" y="4005298"/>
                  </a:lnTo>
                  <a:lnTo>
                    <a:pt x="2993808" y="3986336"/>
                  </a:lnTo>
                  <a:lnTo>
                    <a:pt x="3034401" y="3966519"/>
                  </a:lnTo>
                  <a:lnTo>
                    <a:pt x="3074498" y="3945860"/>
                  </a:lnTo>
                  <a:lnTo>
                    <a:pt x="3114086" y="3924370"/>
                  </a:lnTo>
                  <a:lnTo>
                    <a:pt x="3153155" y="3902060"/>
                  </a:lnTo>
                  <a:lnTo>
                    <a:pt x="3191694" y="3878943"/>
                  </a:lnTo>
                  <a:lnTo>
                    <a:pt x="3229689" y="3855029"/>
                  </a:lnTo>
                  <a:lnTo>
                    <a:pt x="3267130" y="3830331"/>
                  </a:lnTo>
                  <a:lnTo>
                    <a:pt x="3304006" y="3804859"/>
                  </a:lnTo>
                  <a:lnTo>
                    <a:pt x="3340304" y="3778626"/>
                  </a:lnTo>
                  <a:lnTo>
                    <a:pt x="3376013" y="3751643"/>
                  </a:lnTo>
                  <a:lnTo>
                    <a:pt x="3411122" y="3723921"/>
                  </a:lnTo>
                  <a:lnTo>
                    <a:pt x="3445619" y="3695472"/>
                  </a:lnTo>
                  <a:lnTo>
                    <a:pt x="3479493" y="3666307"/>
                  </a:lnTo>
                  <a:lnTo>
                    <a:pt x="3512731" y="3636439"/>
                  </a:lnTo>
                  <a:lnTo>
                    <a:pt x="3545323" y="3605878"/>
                  </a:lnTo>
                  <a:lnTo>
                    <a:pt x="3577256" y="3574637"/>
                  </a:lnTo>
                  <a:lnTo>
                    <a:pt x="3608520" y="3542726"/>
                  </a:lnTo>
                  <a:lnTo>
                    <a:pt x="3639102" y="3510158"/>
                  </a:lnTo>
                  <a:lnTo>
                    <a:pt x="3668992" y="3476943"/>
                  </a:lnTo>
                  <a:lnTo>
                    <a:pt x="3698177" y="3443094"/>
                  </a:lnTo>
                  <a:lnTo>
                    <a:pt x="3726646" y="3408622"/>
                  </a:lnTo>
                  <a:lnTo>
                    <a:pt x="3754387" y="3373538"/>
                  </a:lnTo>
                  <a:lnTo>
                    <a:pt x="3781390" y="3337854"/>
                  </a:lnTo>
                  <a:lnTo>
                    <a:pt x="3807642" y="3301582"/>
                  </a:lnTo>
                  <a:lnTo>
                    <a:pt x="3833131" y="3264733"/>
                  </a:lnTo>
                  <a:lnTo>
                    <a:pt x="3857847" y="3227319"/>
                  </a:lnTo>
                  <a:lnTo>
                    <a:pt x="3881777" y="3189351"/>
                  </a:lnTo>
                  <a:lnTo>
                    <a:pt x="3904911" y="3150841"/>
                  </a:lnTo>
                  <a:lnTo>
                    <a:pt x="3927236" y="3111801"/>
                  </a:lnTo>
                  <a:lnTo>
                    <a:pt x="3948741" y="3072241"/>
                  </a:lnTo>
                  <a:lnTo>
                    <a:pt x="3969415" y="3032173"/>
                  </a:lnTo>
                  <a:lnTo>
                    <a:pt x="3989245" y="2991610"/>
                  </a:lnTo>
                  <a:lnTo>
                    <a:pt x="4008221" y="2950562"/>
                  </a:lnTo>
                  <a:lnTo>
                    <a:pt x="4026330" y="2909042"/>
                  </a:lnTo>
                  <a:lnTo>
                    <a:pt x="4043562" y="2867060"/>
                  </a:lnTo>
                  <a:lnTo>
                    <a:pt x="4059904" y="2824628"/>
                  </a:lnTo>
                  <a:lnTo>
                    <a:pt x="4075346" y="2781758"/>
                  </a:lnTo>
                  <a:lnTo>
                    <a:pt x="4089875" y="2738461"/>
                  </a:lnTo>
                  <a:lnTo>
                    <a:pt x="4103480" y="2694750"/>
                  </a:lnTo>
                  <a:lnTo>
                    <a:pt x="4116149" y="2650634"/>
                  </a:lnTo>
                  <a:lnTo>
                    <a:pt x="4127871" y="2606127"/>
                  </a:lnTo>
                  <a:lnTo>
                    <a:pt x="4138635" y="2561239"/>
                  </a:lnTo>
                  <a:lnTo>
                    <a:pt x="4148428" y="2515982"/>
                  </a:lnTo>
                  <a:lnTo>
                    <a:pt x="4157239" y="2470368"/>
                  </a:lnTo>
                  <a:lnTo>
                    <a:pt x="4165058" y="2424408"/>
                  </a:lnTo>
                  <a:lnTo>
                    <a:pt x="4171871" y="2378114"/>
                  </a:lnTo>
                  <a:lnTo>
                    <a:pt x="4177668" y="2331497"/>
                  </a:lnTo>
                  <a:lnTo>
                    <a:pt x="4182436" y="2284569"/>
                  </a:lnTo>
                  <a:lnTo>
                    <a:pt x="4186165" y="2237341"/>
                  </a:lnTo>
                  <a:lnTo>
                    <a:pt x="4188843" y="2189825"/>
                  </a:lnTo>
                  <a:lnTo>
                    <a:pt x="4190459" y="2142033"/>
                  </a:lnTo>
                  <a:lnTo>
                    <a:pt x="4191000" y="2093976"/>
                  </a:lnTo>
                  <a:lnTo>
                    <a:pt x="4190459" y="2045918"/>
                  </a:lnTo>
                  <a:lnTo>
                    <a:pt x="4188843" y="1998126"/>
                  </a:lnTo>
                  <a:lnTo>
                    <a:pt x="4186165" y="1950610"/>
                  </a:lnTo>
                  <a:lnTo>
                    <a:pt x="4182436" y="1903382"/>
                  </a:lnTo>
                  <a:lnTo>
                    <a:pt x="4177668" y="1856454"/>
                  </a:lnTo>
                  <a:lnTo>
                    <a:pt x="4171871" y="1809837"/>
                  </a:lnTo>
                  <a:lnTo>
                    <a:pt x="4165058" y="1763543"/>
                  </a:lnTo>
                  <a:lnTo>
                    <a:pt x="4157239" y="1717583"/>
                  </a:lnTo>
                  <a:lnTo>
                    <a:pt x="4148428" y="1671969"/>
                  </a:lnTo>
                  <a:lnTo>
                    <a:pt x="4138635" y="1626712"/>
                  </a:lnTo>
                  <a:lnTo>
                    <a:pt x="4127871" y="1581824"/>
                  </a:lnTo>
                  <a:lnTo>
                    <a:pt x="4116149" y="1537317"/>
                  </a:lnTo>
                  <a:lnTo>
                    <a:pt x="4103480" y="1493201"/>
                  </a:lnTo>
                  <a:lnTo>
                    <a:pt x="4089875" y="1449490"/>
                  </a:lnTo>
                  <a:lnTo>
                    <a:pt x="4075346" y="1406193"/>
                  </a:lnTo>
                  <a:lnTo>
                    <a:pt x="4059904" y="1363323"/>
                  </a:lnTo>
                  <a:lnTo>
                    <a:pt x="4043562" y="1320891"/>
                  </a:lnTo>
                  <a:lnTo>
                    <a:pt x="4026330" y="1278909"/>
                  </a:lnTo>
                  <a:lnTo>
                    <a:pt x="4008221" y="1237389"/>
                  </a:lnTo>
                  <a:lnTo>
                    <a:pt x="3989245" y="1196341"/>
                  </a:lnTo>
                  <a:lnTo>
                    <a:pt x="3969415" y="1155778"/>
                  </a:lnTo>
                  <a:lnTo>
                    <a:pt x="3948741" y="1115710"/>
                  </a:lnTo>
                  <a:lnTo>
                    <a:pt x="3927236" y="1076150"/>
                  </a:lnTo>
                  <a:lnTo>
                    <a:pt x="3904911" y="1037110"/>
                  </a:lnTo>
                  <a:lnTo>
                    <a:pt x="3881777" y="998600"/>
                  </a:lnTo>
                  <a:lnTo>
                    <a:pt x="3857847" y="960632"/>
                  </a:lnTo>
                  <a:lnTo>
                    <a:pt x="3833131" y="923218"/>
                  </a:lnTo>
                  <a:lnTo>
                    <a:pt x="3807642" y="886369"/>
                  </a:lnTo>
                  <a:lnTo>
                    <a:pt x="3781390" y="850097"/>
                  </a:lnTo>
                  <a:lnTo>
                    <a:pt x="3754387" y="814413"/>
                  </a:lnTo>
                  <a:lnTo>
                    <a:pt x="3726646" y="779329"/>
                  </a:lnTo>
                  <a:lnTo>
                    <a:pt x="3698177" y="744857"/>
                  </a:lnTo>
                  <a:lnTo>
                    <a:pt x="3668992" y="711008"/>
                  </a:lnTo>
                  <a:lnTo>
                    <a:pt x="3639102" y="677793"/>
                  </a:lnTo>
                  <a:lnTo>
                    <a:pt x="3608520" y="645225"/>
                  </a:lnTo>
                  <a:lnTo>
                    <a:pt x="3577256" y="613314"/>
                  </a:lnTo>
                  <a:lnTo>
                    <a:pt x="3545323" y="582073"/>
                  </a:lnTo>
                  <a:lnTo>
                    <a:pt x="3512731" y="551512"/>
                  </a:lnTo>
                  <a:lnTo>
                    <a:pt x="3479493" y="521644"/>
                  </a:lnTo>
                  <a:lnTo>
                    <a:pt x="3445619" y="492479"/>
                  </a:lnTo>
                  <a:lnTo>
                    <a:pt x="3411122" y="464030"/>
                  </a:lnTo>
                  <a:lnTo>
                    <a:pt x="3376013" y="436308"/>
                  </a:lnTo>
                  <a:lnTo>
                    <a:pt x="3340304" y="409325"/>
                  </a:lnTo>
                  <a:lnTo>
                    <a:pt x="3304006" y="383092"/>
                  </a:lnTo>
                  <a:lnTo>
                    <a:pt x="3267130" y="357620"/>
                  </a:lnTo>
                  <a:lnTo>
                    <a:pt x="3229689" y="332922"/>
                  </a:lnTo>
                  <a:lnTo>
                    <a:pt x="3191694" y="309008"/>
                  </a:lnTo>
                  <a:lnTo>
                    <a:pt x="3153155" y="285891"/>
                  </a:lnTo>
                  <a:lnTo>
                    <a:pt x="3114086" y="263581"/>
                  </a:lnTo>
                  <a:lnTo>
                    <a:pt x="3074498" y="242091"/>
                  </a:lnTo>
                  <a:lnTo>
                    <a:pt x="3034401" y="221432"/>
                  </a:lnTo>
                  <a:lnTo>
                    <a:pt x="2993808" y="201615"/>
                  </a:lnTo>
                  <a:lnTo>
                    <a:pt x="2952730" y="182653"/>
                  </a:lnTo>
                  <a:lnTo>
                    <a:pt x="2911179" y="164556"/>
                  </a:lnTo>
                  <a:lnTo>
                    <a:pt x="2869166" y="147336"/>
                  </a:lnTo>
                  <a:lnTo>
                    <a:pt x="2826703" y="131005"/>
                  </a:lnTo>
                  <a:lnTo>
                    <a:pt x="2783801" y="115574"/>
                  </a:lnTo>
                  <a:lnTo>
                    <a:pt x="2740472" y="101055"/>
                  </a:lnTo>
                  <a:lnTo>
                    <a:pt x="2696728" y="87460"/>
                  </a:lnTo>
                  <a:lnTo>
                    <a:pt x="2652580" y="74799"/>
                  </a:lnTo>
                  <a:lnTo>
                    <a:pt x="2608039" y="63085"/>
                  </a:lnTo>
                  <a:lnTo>
                    <a:pt x="2563118" y="52329"/>
                  </a:lnTo>
                  <a:lnTo>
                    <a:pt x="2517827" y="42542"/>
                  </a:lnTo>
                  <a:lnTo>
                    <a:pt x="2472178" y="33737"/>
                  </a:lnTo>
                  <a:lnTo>
                    <a:pt x="2426184" y="25924"/>
                  </a:lnTo>
                  <a:lnTo>
                    <a:pt x="2379854" y="19115"/>
                  </a:lnTo>
                  <a:lnTo>
                    <a:pt x="2333202" y="13322"/>
                  </a:lnTo>
                  <a:lnTo>
                    <a:pt x="2286238" y="8557"/>
                  </a:lnTo>
                  <a:lnTo>
                    <a:pt x="2238975" y="4830"/>
                  </a:lnTo>
                  <a:lnTo>
                    <a:pt x="2191423" y="2154"/>
                  </a:lnTo>
                  <a:lnTo>
                    <a:pt x="2143594" y="540"/>
                  </a:lnTo>
                  <a:lnTo>
                    <a:pt x="20955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9357360" y="4209287"/>
              <a:ext cx="680085" cy="228600"/>
            </a:xfrm>
            <a:custGeom>
              <a:avLst/>
              <a:gdLst/>
              <a:ahLst/>
              <a:cxnLst/>
              <a:rect l="l" t="t" r="r" b="b"/>
              <a:pathLst>
                <a:path w="680084" h="228600" extrusionOk="0">
                  <a:moveTo>
                    <a:pt x="377952" y="116459"/>
                  </a:moveTo>
                  <a:lnTo>
                    <a:pt x="369570" y="91440"/>
                  </a:lnTo>
                  <a:lnTo>
                    <a:pt x="0" y="203581"/>
                  </a:lnTo>
                  <a:lnTo>
                    <a:pt x="8382" y="228600"/>
                  </a:lnTo>
                  <a:lnTo>
                    <a:pt x="377952" y="116459"/>
                  </a:lnTo>
                  <a:close/>
                </a:path>
                <a:path w="680084" h="228600" extrusionOk="0">
                  <a:moveTo>
                    <a:pt x="679704" y="24892"/>
                  </a:moveTo>
                  <a:lnTo>
                    <a:pt x="673608" y="0"/>
                  </a:lnTo>
                  <a:lnTo>
                    <a:pt x="478536" y="60325"/>
                  </a:lnTo>
                  <a:lnTo>
                    <a:pt x="484759" y="85344"/>
                  </a:lnTo>
                  <a:lnTo>
                    <a:pt x="679704" y="24892"/>
                  </a:lnTo>
                  <a:close/>
                </a:path>
              </a:pathLst>
            </a:custGeom>
            <a:solidFill>
              <a:srgbClr val="DE4B3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8202167" y="2420112"/>
              <a:ext cx="2331720" cy="2106295"/>
            </a:xfrm>
            <a:custGeom>
              <a:avLst/>
              <a:gdLst/>
              <a:ahLst/>
              <a:cxnLst/>
              <a:rect l="l" t="t" r="r" b="b"/>
              <a:pathLst>
                <a:path w="2331720" h="2106295" extrusionOk="0">
                  <a:moveTo>
                    <a:pt x="1864105" y="0"/>
                  </a:moveTo>
                  <a:lnTo>
                    <a:pt x="0" y="567563"/>
                  </a:lnTo>
                  <a:lnTo>
                    <a:pt x="467613" y="2106168"/>
                  </a:lnTo>
                  <a:lnTo>
                    <a:pt x="2331720" y="1536445"/>
                  </a:lnTo>
                  <a:lnTo>
                    <a:pt x="1864105" y="0"/>
                  </a:lnTo>
                  <a:close/>
                </a:path>
              </a:pathLst>
            </a:custGeom>
            <a:solidFill>
              <a:srgbClr val="DE4B36">
                <a:alpha val="5058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4"/>
            <p:cNvSpPr/>
            <p:nvPr/>
          </p:nvSpPr>
          <p:spPr>
            <a:xfrm>
              <a:off x="10067543" y="2209799"/>
              <a:ext cx="1164590" cy="1746885"/>
            </a:xfrm>
            <a:custGeom>
              <a:avLst/>
              <a:gdLst/>
              <a:ahLst/>
              <a:cxnLst/>
              <a:rect l="l" t="t" r="r" b="b"/>
              <a:pathLst>
                <a:path w="1164590" h="1746885" extrusionOk="0">
                  <a:moveTo>
                    <a:pt x="695325" y="0"/>
                  </a:moveTo>
                  <a:lnTo>
                    <a:pt x="0" y="211582"/>
                  </a:lnTo>
                  <a:lnTo>
                    <a:pt x="466978" y="1746504"/>
                  </a:lnTo>
                  <a:lnTo>
                    <a:pt x="1164335" y="1532889"/>
                  </a:lnTo>
                  <a:lnTo>
                    <a:pt x="695325" y="0"/>
                  </a:lnTo>
                  <a:close/>
                </a:path>
              </a:pathLst>
            </a:custGeom>
            <a:solidFill>
              <a:srgbClr val="80EC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4"/>
            <p:cNvSpPr/>
            <p:nvPr/>
          </p:nvSpPr>
          <p:spPr>
            <a:xfrm>
              <a:off x="10067543" y="2209799"/>
              <a:ext cx="1164590" cy="1746885"/>
            </a:xfrm>
            <a:custGeom>
              <a:avLst/>
              <a:gdLst/>
              <a:ahLst/>
              <a:cxnLst/>
              <a:rect l="l" t="t" r="r" b="b"/>
              <a:pathLst>
                <a:path w="1164590" h="1746885" extrusionOk="0">
                  <a:moveTo>
                    <a:pt x="695325" y="0"/>
                  </a:moveTo>
                  <a:lnTo>
                    <a:pt x="0" y="211582"/>
                  </a:lnTo>
                  <a:lnTo>
                    <a:pt x="466978" y="1746504"/>
                  </a:lnTo>
                  <a:lnTo>
                    <a:pt x="1164335" y="1532889"/>
                  </a:lnTo>
                  <a:lnTo>
                    <a:pt x="695325" y="0"/>
                  </a:lnTo>
                  <a:close/>
                </a:path>
              </a:pathLst>
            </a:custGeom>
            <a:solidFill>
              <a:srgbClr val="DE4B3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8473440" y="2913887"/>
              <a:ext cx="2392680" cy="868680"/>
            </a:xfrm>
            <a:custGeom>
              <a:avLst/>
              <a:gdLst/>
              <a:ahLst/>
              <a:cxnLst/>
              <a:rect l="l" t="t" r="r" b="b"/>
              <a:pathLst>
                <a:path w="2392679" h="868679" extrusionOk="0">
                  <a:moveTo>
                    <a:pt x="420624" y="445135"/>
                  </a:moveTo>
                  <a:lnTo>
                    <a:pt x="323215" y="121920"/>
                  </a:lnTo>
                  <a:lnTo>
                    <a:pt x="0" y="221361"/>
                  </a:lnTo>
                  <a:lnTo>
                    <a:pt x="99441" y="542544"/>
                  </a:lnTo>
                  <a:lnTo>
                    <a:pt x="420624" y="445135"/>
                  </a:lnTo>
                  <a:close/>
                </a:path>
                <a:path w="2392679" h="868679" extrusionOk="0">
                  <a:moveTo>
                    <a:pt x="813816" y="323215"/>
                  </a:moveTo>
                  <a:lnTo>
                    <a:pt x="716661" y="0"/>
                  </a:lnTo>
                  <a:lnTo>
                    <a:pt x="396240" y="99441"/>
                  </a:lnTo>
                  <a:lnTo>
                    <a:pt x="493395" y="420624"/>
                  </a:lnTo>
                  <a:lnTo>
                    <a:pt x="813816" y="323215"/>
                  </a:lnTo>
                  <a:close/>
                </a:path>
                <a:path w="2392679" h="868679" extrusionOk="0">
                  <a:moveTo>
                    <a:pt x="2392680" y="608965"/>
                  </a:moveTo>
                  <a:lnTo>
                    <a:pt x="2247138" y="124968"/>
                  </a:lnTo>
                  <a:lnTo>
                    <a:pt x="1386840" y="384683"/>
                  </a:lnTo>
                  <a:lnTo>
                    <a:pt x="1532255" y="868680"/>
                  </a:lnTo>
                  <a:lnTo>
                    <a:pt x="2392680" y="608965"/>
                  </a:lnTo>
                  <a:close/>
                </a:path>
              </a:pathLst>
            </a:custGeom>
            <a:solidFill>
              <a:srgbClr val="1A2227">
                <a:alpha val="1254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4"/>
            <p:cNvSpPr/>
            <p:nvPr/>
          </p:nvSpPr>
          <p:spPr>
            <a:xfrm>
              <a:off x="8878478" y="816863"/>
              <a:ext cx="537210" cy="844550"/>
            </a:xfrm>
            <a:custGeom>
              <a:avLst/>
              <a:gdLst/>
              <a:ahLst/>
              <a:cxnLst/>
              <a:rect l="l" t="t" r="r" b="b"/>
              <a:pathLst>
                <a:path w="537209" h="844550" extrusionOk="0">
                  <a:moveTo>
                    <a:pt x="239105" y="0"/>
                  </a:moveTo>
                  <a:lnTo>
                    <a:pt x="154470" y="15526"/>
                  </a:lnTo>
                  <a:lnTo>
                    <a:pt x="112361" y="36579"/>
                  </a:lnTo>
                  <a:lnTo>
                    <a:pt x="75732" y="65069"/>
                  </a:lnTo>
                  <a:lnTo>
                    <a:pt x="45382" y="99853"/>
                  </a:lnTo>
                  <a:lnTo>
                    <a:pt x="22111" y="139793"/>
                  </a:lnTo>
                  <a:lnTo>
                    <a:pt x="6717" y="183749"/>
                  </a:lnTo>
                  <a:lnTo>
                    <a:pt x="0" y="230579"/>
                  </a:lnTo>
                  <a:lnTo>
                    <a:pt x="2758" y="279146"/>
                  </a:lnTo>
                  <a:lnTo>
                    <a:pt x="60670" y="642493"/>
                  </a:lnTo>
                  <a:lnTo>
                    <a:pt x="73658" y="691100"/>
                  </a:lnTo>
                  <a:lnTo>
                    <a:pt x="95712" y="734485"/>
                  </a:lnTo>
                  <a:lnTo>
                    <a:pt x="125634" y="771825"/>
                  </a:lnTo>
                  <a:lnTo>
                    <a:pt x="162229" y="802298"/>
                  </a:lnTo>
                  <a:lnTo>
                    <a:pt x="204297" y="825082"/>
                  </a:lnTo>
                  <a:lnTo>
                    <a:pt x="250641" y="839355"/>
                  </a:lnTo>
                  <a:lnTo>
                    <a:pt x="300065" y="844296"/>
                  </a:lnTo>
                  <a:lnTo>
                    <a:pt x="308945" y="844149"/>
                  </a:lnTo>
                  <a:lnTo>
                    <a:pt x="382547" y="828730"/>
                  </a:lnTo>
                  <a:lnTo>
                    <a:pt x="424668" y="807420"/>
                  </a:lnTo>
                  <a:lnTo>
                    <a:pt x="461312" y="778897"/>
                  </a:lnTo>
                  <a:lnTo>
                    <a:pt x="491676" y="744235"/>
                  </a:lnTo>
                  <a:lnTo>
                    <a:pt x="514956" y="704507"/>
                  </a:lnTo>
                  <a:lnTo>
                    <a:pt x="530348" y="660786"/>
                  </a:lnTo>
                  <a:lnTo>
                    <a:pt x="537048" y="614145"/>
                  </a:lnTo>
                  <a:lnTo>
                    <a:pt x="534253" y="565658"/>
                  </a:lnTo>
                  <a:lnTo>
                    <a:pt x="476341" y="202311"/>
                  </a:lnTo>
                  <a:lnTo>
                    <a:pt x="463393" y="153955"/>
                  </a:lnTo>
                  <a:lnTo>
                    <a:pt x="441383" y="110606"/>
                  </a:lnTo>
                  <a:lnTo>
                    <a:pt x="411560" y="73151"/>
                  </a:lnTo>
                  <a:lnTo>
                    <a:pt x="375172" y="42477"/>
                  </a:lnTo>
                  <a:lnTo>
                    <a:pt x="333468" y="19469"/>
                  </a:lnTo>
                  <a:lnTo>
                    <a:pt x="287696" y="5015"/>
                  </a:lnTo>
                  <a:lnTo>
                    <a:pt x="239105" y="0"/>
                  </a:lnTo>
                  <a:close/>
                </a:path>
              </a:pathLst>
            </a:custGeom>
            <a:solidFill>
              <a:srgbClr val="DE4B36">
                <a:alpha val="5058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8991853" y="1075943"/>
              <a:ext cx="307975" cy="304800"/>
            </a:xfrm>
            <a:custGeom>
              <a:avLst/>
              <a:gdLst/>
              <a:ahLst/>
              <a:cxnLst/>
              <a:rect l="l" t="t" r="r" b="b"/>
              <a:pathLst>
                <a:path w="307975" h="304800" extrusionOk="0">
                  <a:moveTo>
                    <a:pt x="155321" y="0"/>
                  </a:moveTo>
                  <a:lnTo>
                    <a:pt x="81401" y="17302"/>
                  </a:lnTo>
                  <a:lnTo>
                    <a:pt x="43022" y="45455"/>
                  </a:lnTo>
                  <a:lnTo>
                    <a:pt x="15402" y="83576"/>
                  </a:lnTo>
                  <a:lnTo>
                    <a:pt x="431" y="128493"/>
                  </a:lnTo>
                  <a:lnTo>
                    <a:pt x="0" y="177037"/>
                  </a:lnTo>
                  <a:lnTo>
                    <a:pt x="14503" y="221341"/>
                  </a:lnTo>
                  <a:lnTo>
                    <a:pt x="39674" y="256903"/>
                  </a:lnTo>
                  <a:lnTo>
                    <a:pt x="72923" y="283090"/>
                  </a:lnTo>
                  <a:lnTo>
                    <a:pt x="111658" y="299266"/>
                  </a:lnTo>
                  <a:lnTo>
                    <a:pt x="153289" y="304800"/>
                  </a:lnTo>
                  <a:lnTo>
                    <a:pt x="187704" y="300960"/>
                  </a:lnTo>
                  <a:lnTo>
                    <a:pt x="251390" y="269277"/>
                  </a:lnTo>
                  <a:lnTo>
                    <a:pt x="277875" y="240791"/>
                  </a:lnTo>
                  <a:lnTo>
                    <a:pt x="299196" y="201275"/>
                  </a:lnTo>
                  <a:lnTo>
                    <a:pt x="307447" y="160305"/>
                  </a:lnTo>
                  <a:lnTo>
                    <a:pt x="303928" y="119955"/>
                  </a:lnTo>
                  <a:lnTo>
                    <a:pt x="289941" y="82296"/>
                  </a:lnTo>
                  <a:lnTo>
                    <a:pt x="266785" y="49399"/>
                  </a:lnTo>
                  <a:lnTo>
                    <a:pt x="235763" y="23336"/>
                  </a:lnTo>
                  <a:lnTo>
                    <a:pt x="198175" y="6179"/>
                  </a:lnTo>
                  <a:lnTo>
                    <a:pt x="155321" y="0"/>
                  </a:lnTo>
                  <a:close/>
                </a:path>
              </a:pathLst>
            </a:custGeom>
            <a:solidFill>
              <a:srgbClr val="DE4B3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1" name="Google Shape;191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045701" y="1130807"/>
              <a:ext cx="198749" cy="1981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24"/>
            <p:cNvSpPr/>
            <p:nvPr/>
          </p:nvSpPr>
          <p:spPr>
            <a:xfrm>
              <a:off x="9802367" y="1045463"/>
              <a:ext cx="573405" cy="158750"/>
            </a:xfrm>
            <a:custGeom>
              <a:avLst/>
              <a:gdLst/>
              <a:ahLst/>
              <a:cxnLst/>
              <a:rect l="l" t="t" r="r" b="b"/>
              <a:pathLst>
                <a:path w="573404" h="158750" extrusionOk="0">
                  <a:moveTo>
                    <a:pt x="560577" y="0"/>
                  </a:moveTo>
                  <a:lnTo>
                    <a:pt x="0" y="63753"/>
                  </a:lnTo>
                  <a:lnTo>
                    <a:pt x="14097" y="158496"/>
                  </a:lnTo>
                  <a:lnTo>
                    <a:pt x="573024" y="86487"/>
                  </a:lnTo>
                  <a:lnTo>
                    <a:pt x="56057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4"/>
            <p:cNvSpPr/>
            <p:nvPr/>
          </p:nvSpPr>
          <p:spPr>
            <a:xfrm>
              <a:off x="10349102" y="896111"/>
              <a:ext cx="241935" cy="384175"/>
            </a:xfrm>
            <a:custGeom>
              <a:avLst/>
              <a:gdLst/>
              <a:ahLst/>
              <a:cxnLst/>
              <a:rect l="l" t="t" r="r" b="b"/>
              <a:pathLst>
                <a:path w="241934" h="384175" extrusionOk="0">
                  <a:moveTo>
                    <a:pt x="106806" y="0"/>
                  </a:moveTo>
                  <a:lnTo>
                    <a:pt x="101473" y="0"/>
                  </a:lnTo>
                  <a:lnTo>
                    <a:pt x="96139" y="380"/>
                  </a:lnTo>
                  <a:lnTo>
                    <a:pt x="49934" y="16779"/>
                  </a:lnTo>
                  <a:lnTo>
                    <a:pt x="19113" y="45656"/>
                  </a:lnTo>
                  <a:lnTo>
                    <a:pt x="1436" y="83867"/>
                  </a:lnTo>
                  <a:lnTo>
                    <a:pt x="0" y="127508"/>
                  </a:lnTo>
                  <a:lnTo>
                    <a:pt x="24765" y="293370"/>
                  </a:lnTo>
                  <a:lnTo>
                    <a:pt x="38088" y="329451"/>
                  </a:lnTo>
                  <a:lnTo>
                    <a:pt x="62293" y="358187"/>
                  </a:lnTo>
                  <a:lnTo>
                    <a:pt x="94595" y="377184"/>
                  </a:lnTo>
                  <a:lnTo>
                    <a:pt x="132206" y="384048"/>
                  </a:lnTo>
                  <a:lnTo>
                    <a:pt x="138302" y="384048"/>
                  </a:lnTo>
                  <a:lnTo>
                    <a:pt x="191619" y="367934"/>
                  </a:lnTo>
                  <a:lnTo>
                    <a:pt x="222440" y="339661"/>
                  </a:lnTo>
                  <a:lnTo>
                    <a:pt x="240117" y="301672"/>
                  </a:lnTo>
                  <a:lnTo>
                    <a:pt x="241553" y="258063"/>
                  </a:lnTo>
                  <a:lnTo>
                    <a:pt x="216789" y="92328"/>
                  </a:lnTo>
                  <a:lnTo>
                    <a:pt x="203158" y="54810"/>
                  </a:lnTo>
                  <a:lnTo>
                    <a:pt x="178323" y="25638"/>
                  </a:lnTo>
                  <a:lnTo>
                    <a:pt x="145226" y="6729"/>
                  </a:lnTo>
                  <a:lnTo>
                    <a:pt x="106806" y="0"/>
                  </a:lnTo>
                  <a:close/>
                </a:path>
              </a:pathLst>
            </a:custGeom>
            <a:solidFill>
              <a:srgbClr val="DE4B36">
                <a:alpha val="5058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4"/>
            <p:cNvSpPr/>
            <p:nvPr/>
          </p:nvSpPr>
          <p:spPr>
            <a:xfrm>
              <a:off x="9357359" y="1024127"/>
              <a:ext cx="514350" cy="320040"/>
            </a:xfrm>
            <a:custGeom>
              <a:avLst/>
              <a:gdLst/>
              <a:ahLst/>
              <a:cxnLst/>
              <a:rect l="l" t="t" r="r" b="b"/>
              <a:pathLst>
                <a:path w="514350" h="320040" extrusionOk="0">
                  <a:moveTo>
                    <a:pt x="0" y="0"/>
                  </a:moveTo>
                  <a:lnTo>
                    <a:pt x="51562" y="320039"/>
                  </a:lnTo>
                  <a:lnTo>
                    <a:pt x="470662" y="251841"/>
                  </a:lnTo>
                  <a:lnTo>
                    <a:pt x="490180" y="244865"/>
                  </a:lnTo>
                  <a:lnTo>
                    <a:pt x="504698" y="231473"/>
                  </a:lnTo>
                  <a:lnTo>
                    <a:pt x="513024" y="213818"/>
                  </a:lnTo>
                  <a:lnTo>
                    <a:pt x="513969" y="194056"/>
                  </a:lnTo>
                  <a:lnTo>
                    <a:pt x="495426" y="70231"/>
                  </a:lnTo>
                  <a:lnTo>
                    <a:pt x="463494" y="31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4B3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5" name="Google Shape;195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388599" y="780287"/>
              <a:ext cx="78811" cy="79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4"/>
            <p:cNvSpPr/>
            <p:nvPr/>
          </p:nvSpPr>
          <p:spPr>
            <a:xfrm>
              <a:off x="9965944" y="719327"/>
              <a:ext cx="922655" cy="201295"/>
            </a:xfrm>
            <a:custGeom>
              <a:avLst/>
              <a:gdLst/>
              <a:ahLst/>
              <a:cxnLst/>
              <a:rect l="l" t="t" r="r" b="b"/>
              <a:pathLst>
                <a:path w="922654" h="201294" extrusionOk="0">
                  <a:moveTo>
                    <a:pt x="386080" y="113538"/>
                  </a:moveTo>
                  <a:lnTo>
                    <a:pt x="382790" y="103670"/>
                  </a:lnTo>
                  <a:lnTo>
                    <a:pt x="376377" y="95681"/>
                  </a:lnTo>
                  <a:lnTo>
                    <a:pt x="367690" y="90347"/>
                  </a:lnTo>
                  <a:lnTo>
                    <a:pt x="357632" y="88392"/>
                  </a:lnTo>
                  <a:lnTo>
                    <a:pt x="353314" y="88646"/>
                  </a:lnTo>
                  <a:lnTo>
                    <a:pt x="351155" y="89154"/>
                  </a:lnTo>
                  <a:lnTo>
                    <a:pt x="26797" y="139954"/>
                  </a:lnTo>
                  <a:lnTo>
                    <a:pt x="15354" y="143929"/>
                  </a:lnTo>
                  <a:lnTo>
                    <a:pt x="6438" y="151892"/>
                  </a:lnTo>
                  <a:lnTo>
                    <a:pt x="1003" y="162534"/>
                  </a:lnTo>
                  <a:lnTo>
                    <a:pt x="0" y="174498"/>
                  </a:lnTo>
                  <a:lnTo>
                    <a:pt x="4495" y="184988"/>
                  </a:lnTo>
                  <a:lnTo>
                    <a:pt x="11785" y="193459"/>
                  </a:lnTo>
                  <a:lnTo>
                    <a:pt x="21437" y="199110"/>
                  </a:lnTo>
                  <a:lnTo>
                    <a:pt x="33020" y="201168"/>
                  </a:lnTo>
                  <a:lnTo>
                    <a:pt x="37084" y="200914"/>
                  </a:lnTo>
                  <a:lnTo>
                    <a:pt x="359410" y="150114"/>
                  </a:lnTo>
                  <a:lnTo>
                    <a:pt x="371627" y="144970"/>
                  </a:lnTo>
                  <a:lnTo>
                    <a:pt x="380403" y="136398"/>
                  </a:lnTo>
                  <a:lnTo>
                    <a:pt x="385356" y="125539"/>
                  </a:lnTo>
                  <a:lnTo>
                    <a:pt x="386080" y="113538"/>
                  </a:lnTo>
                  <a:close/>
                </a:path>
                <a:path w="922654" h="201294" extrusionOk="0">
                  <a:moveTo>
                    <a:pt x="922401" y="26797"/>
                  </a:moveTo>
                  <a:lnTo>
                    <a:pt x="918070" y="15544"/>
                  </a:lnTo>
                  <a:lnTo>
                    <a:pt x="911047" y="7112"/>
                  </a:lnTo>
                  <a:lnTo>
                    <a:pt x="901941" y="1841"/>
                  </a:lnTo>
                  <a:lnTo>
                    <a:pt x="891413" y="0"/>
                  </a:lnTo>
                  <a:lnTo>
                    <a:pt x="887222" y="254"/>
                  </a:lnTo>
                  <a:lnTo>
                    <a:pt x="560451" y="51308"/>
                  </a:lnTo>
                  <a:lnTo>
                    <a:pt x="533527" y="88011"/>
                  </a:lnTo>
                  <a:lnTo>
                    <a:pt x="537845" y="98158"/>
                  </a:lnTo>
                  <a:lnTo>
                    <a:pt x="544868" y="105968"/>
                  </a:lnTo>
                  <a:lnTo>
                    <a:pt x="553974" y="110998"/>
                  </a:lnTo>
                  <a:lnTo>
                    <a:pt x="564515" y="112776"/>
                  </a:lnTo>
                  <a:lnTo>
                    <a:pt x="568706" y="112522"/>
                  </a:lnTo>
                  <a:lnTo>
                    <a:pt x="895604" y="61468"/>
                  </a:lnTo>
                  <a:lnTo>
                    <a:pt x="922401" y="26797"/>
                  </a:lnTo>
                  <a:close/>
                </a:path>
              </a:pathLst>
            </a:custGeom>
            <a:solidFill>
              <a:srgbClr val="DE4B36">
                <a:alpha val="5058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7921751" y="1319783"/>
              <a:ext cx="576580" cy="228600"/>
            </a:xfrm>
            <a:custGeom>
              <a:avLst/>
              <a:gdLst/>
              <a:ahLst/>
              <a:cxnLst/>
              <a:rect l="l" t="t" r="r" b="b"/>
              <a:pathLst>
                <a:path w="576579" h="228600" extrusionOk="0">
                  <a:moveTo>
                    <a:pt x="563372" y="0"/>
                  </a:moveTo>
                  <a:lnTo>
                    <a:pt x="0" y="142112"/>
                  </a:lnTo>
                  <a:lnTo>
                    <a:pt x="12700" y="228600"/>
                  </a:lnTo>
                  <a:lnTo>
                    <a:pt x="576072" y="96774"/>
                  </a:lnTo>
                  <a:lnTo>
                    <a:pt x="5633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7719694" y="1313687"/>
              <a:ext cx="242570" cy="387350"/>
            </a:xfrm>
            <a:custGeom>
              <a:avLst/>
              <a:gdLst/>
              <a:ahLst/>
              <a:cxnLst/>
              <a:rect l="l" t="t" r="r" b="b"/>
              <a:pathLst>
                <a:path w="242570" h="387350" extrusionOk="0">
                  <a:moveTo>
                    <a:pt x="108711" y="0"/>
                  </a:moveTo>
                  <a:lnTo>
                    <a:pt x="102743" y="0"/>
                  </a:lnTo>
                  <a:lnTo>
                    <a:pt x="96647" y="508"/>
                  </a:lnTo>
                  <a:lnTo>
                    <a:pt x="50006" y="17383"/>
                  </a:lnTo>
                  <a:lnTo>
                    <a:pt x="19780" y="46354"/>
                  </a:lnTo>
                  <a:lnTo>
                    <a:pt x="2270" y="84661"/>
                  </a:lnTo>
                  <a:lnTo>
                    <a:pt x="0" y="128397"/>
                  </a:lnTo>
                  <a:lnTo>
                    <a:pt x="26797" y="292608"/>
                  </a:lnTo>
                  <a:lnTo>
                    <a:pt x="39590" y="330571"/>
                  </a:lnTo>
                  <a:lnTo>
                    <a:pt x="64468" y="360473"/>
                  </a:lnTo>
                  <a:lnTo>
                    <a:pt x="98038" y="380065"/>
                  </a:lnTo>
                  <a:lnTo>
                    <a:pt x="136905" y="387096"/>
                  </a:lnTo>
                  <a:lnTo>
                    <a:pt x="141985" y="387096"/>
                  </a:lnTo>
                  <a:lnTo>
                    <a:pt x="191706" y="370347"/>
                  </a:lnTo>
                  <a:lnTo>
                    <a:pt x="222027" y="341375"/>
                  </a:lnTo>
                  <a:lnTo>
                    <a:pt x="240014" y="303069"/>
                  </a:lnTo>
                  <a:lnTo>
                    <a:pt x="242570" y="259334"/>
                  </a:lnTo>
                  <a:lnTo>
                    <a:pt x="215900" y="93090"/>
                  </a:lnTo>
                  <a:lnTo>
                    <a:pt x="202598" y="55721"/>
                  </a:lnTo>
                  <a:lnTo>
                    <a:pt x="178450" y="26257"/>
                  </a:lnTo>
                  <a:lnTo>
                    <a:pt x="146230" y="6937"/>
                  </a:lnTo>
                  <a:lnTo>
                    <a:pt x="108711" y="0"/>
                  </a:lnTo>
                  <a:close/>
                </a:path>
              </a:pathLst>
            </a:custGeom>
            <a:solidFill>
              <a:srgbClr val="DE4B36">
                <a:alpha val="5058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8431787" y="1097279"/>
              <a:ext cx="499109" cy="390525"/>
            </a:xfrm>
            <a:custGeom>
              <a:avLst/>
              <a:gdLst/>
              <a:ahLst/>
              <a:cxnLst/>
              <a:rect l="l" t="t" r="r" b="b"/>
              <a:pathLst>
                <a:path w="499109" h="390525" extrusionOk="0">
                  <a:moveTo>
                    <a:pt x="447163" y="0"/>
                  </a:moveTo>
                  <a:lnTo>
                    <a:pt x="31111" y="165862"/>
                  </a:lnTo>
                  <a:lnTo>
                    <a:pt x="16089" y="174861"/>
                  </a:lnTo>
                  <a:lnTo>
                    <a:pt x="5520" y="188325"/>
                  </a:lnTo>
                  <a:lnTo>
                    <a:pt x="0" y="204527"/>
                  </a:lnTo>
                  <a:lnTo>
                    <a:pt x="123" y="221742"/>
                  </a:lnTo>
                  <a:lnTo>
                    <a:pt x="18792" y="346075"/>
                  </a:lnTo>
                  <a:lnTo>
                    <a:pt x="52653" y="386722"/>
                  </a:lnTo>
                  <a:lnTo>
                    <a:pt x="71243" y="390144"/>
                  </a:lnTo>
                  <a:lnTo>
                    <a:pt x="76323" y="390017"/>
                  </a:lnTo>
                  <a:lnTo>
                    <a:pt x="498852" y="321183"/>
                  </a:lnTo>
                  <a:lnTo>
                    <a:pt x="447163" y="0"/>
                  </a:lnTo>
                  <a:close/>
                </a:path>
              </a:pathLst>
            </a:custGeom>
            <a:solidFill>
              <a:srgbClr val="DE4B3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0" name="Google Shape;200;p2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58382" y="1197863"/>
              <a:ext cx="79422" cy="82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4"/>
            <p:cNvSpPr/>
            <p:nvPr/>
          </p:nvSpPr>
          <p:spPr>
            <a:xfrm>
              <a:off x="7335647" y="1139951"/>
              <a:ext cx="925830" cy="198120"/>
            </a:xfrm>
            <a:custGeom>
              <a:avLst/>
              <a:gdLst/>
              <a:ahLst/>
              <a:cxnLst/>
              <a:rect l="l" t="t" r="r" b="b"/>
              <a:pathLst>
                <a:path w="925829" h="198119" extrusionOk="0">
                  <a:moveTo>
                    <a:pt x="387057" y="122999"/>
                  </a:moveTo>
                  <a:lnTo>
                    <a:pt x="366864" y="87134"/>
                  </a:lnTo>
                  <a:lnTo>
                    <a:pt x="355981" y="85344"/>
                  </a:lnTo>
                  <a:lnTo>
                    <a:pt x="351663" y="85598"/>
                  </a:lnTo>
                  <a:lnTo>
                    <a:pt x="24765" y="136652"/>
                  </a:lnTo>
                  <a:lnTo>
                    <a:pt x="0" y="171323"/>
                  </a:lnTo>
                  <a:lnTo>
                    <a:pt x="3581" y="181889"/>
                  </a:lnTo>
                  <a:lnTo>
                    <a:pt x="10744" y="190398"/>
                  </a:lnTo>
                  <a:lnTo>
                    <a:pt x="20408" y="196062"/>
                  </a:lnTo>
                  <a:lnTo>
                    <a:pt x="31496" y="198120"/>
                  </a:lnTo>
                  <a:lnTo>
                    <a:pt x="35179" y="197866"/>
                  </a:lnTo>
                  <a:lnTo>
                    <a:pt x="362077" y="146812"/>
                  </a:lnTo>
                  <a:lnTo>
                    <a:pt x="373494" y="141935"/>
                  </a:lnTo>
                  <a:lnTo>
                    <a:pt x="382219" y="133794"/>
                  </a:lnTo>
                  <a:lnTo>
                    <a:pt x="387057" y="122999"/>
                  </a:lnTo>
                  <a:close/>
                </a:path>
                <a:path w="925829" h="198119" extrusionOk="0">
                  <a:moveTo>
                    <a:pt x="925322" y="25146"/>
                  </a:moveTo>
                  <a:lnTo>
                    <a:pt x="922083" y="15278"/>
                  </a:lnTo>
                  <a:lnTo>
                    <a:pt x="915644" y="7289"/>
                  </a:lnTo>
                  <a:lnTo>
                    <a:pt x="906907" y="1955"/>
                  </a:lnTo>
                  <a:lnTo>
                    <a:pt x="896747" y="0"/>
                  </a:lnTo>
                  <a:lnTo>
                    <a:pt x="892429" y="254"/>
                  </a:lnTo>
                  <a:lnTo>
                    <a:pt x="890143" y="762"/>
                  </a:lnTo>
                  <a:lnTo>
                    <a:pt x="563372" y="51562"/>
                  </a:lnTo>
                  <a:lnTo>
                    <a:pt x="551840" y="55537"/>
                  </a:lnTo>
                  <a:lnTo>
                    <a:pt x="542848" y="63500"/>
                  </a:lnTo>
                  <a:lnTo>
                    <a:pt x="537400" y="74142"/>
                  </a:lnTo>
                  <a:lnTo>
                    <a:pt x="536448" y="86106"/>
                  </a:lnTo>
                  <a:lnTo>
                    <a:pt x="540893" y="96596"/>
                  </a:lnTo>
                  <a:lnTo>
                    <a:pt x="548208" y="105067"/>
                  </a:lnTo>
                  <a:lnTo>
                    <a:pt x="557923" y="110718"/>
                  </a:lnTo>
                  <a:lnTo>
                    <a:pt x="569595" y="112776"/>
                  </a:lnTo>
                  <a:lnTo>
                    <a:pt x="573659" y="112522"/>
                  </a:lnTo>
                  <a:lnTo>
                    <a:pt x="900557" y="61722"/>
                  </a:lnTo>
                  <a:lnTo>
                    <a:pt x="911694" y="56591"/>
                  </a:lnTo>
                  <a:lnTo>
                    <a:pt x="919937" y="48006"/>
                  </a:lnTo>
                  <a:lnTo>
                    <a:pt x="924674" y="37147"/>
                  </a:lnTo>
                  <a:lnTo>
                    <a:pt x="925322" y="25146"/>
                  </a:lnTo>
                  <a:close/>
                </a:path>
              </a:pathLst>
            </a:custGeom>
            <a:solidFill>
              <a:srgbClr val="DE4B36">
                <a:alpha val="5058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8214004" y="1716023"/>
              <a:ext cx="2468245" cy="1203960"/>
            </a:xfrm>
            <a:custGeom>
              <a:avLst/>
              <a:gdLst/>
              <a:ahLst/>
              <a:cxnLst/>
              <a:rect l="l" t="t" r="r" b="b"/>
              <a:pathLst>
                <a:path w="2468245" h="1203960" extrusionOk="0">
                  <a:moveTo>
                    <a:pt x="2467737" y="434797"/>
                  </a:moveTo>
                  <a:lnTo>
                    <a:pt x="2463965" y="422757"/>
                  </a:lnTo>
                  <a:lnTo>
                    <a:pt x="2455519" y="412673"/>
                  </a:lnTo>
                  <a:lnTo>
                    <a:pt x="2443200" y="405892"/>
                  </a:lnTo>
                  <a:lnTo>
                    <a:pt x="1049870" y="7213"/>
                  </a:lnTo>
                  <a:lnTo>
                    <a:pt x="1044041" y="2540"/>
                  </a:lnTo>
                  <a:lnTo>
                    <a:pt x="1036421" y="0"/>
                  </a:lnTo>
                  <a:lnTo>
                    <a:pt x="1029309" y="0"/>
                  </a:lnTo>
                  <a:lnTo>
                    <a:pt x="1009281" y="7264"/>
                  </a:lnTo>
                  <a:lnTo>
                    <a:pt x="1006424" y="11328"/>
                  </a:lnTo>
                  <a:lnTo>
                    <a:pt x="1002639" y="14859"/>
                  </a:lnTo>
                  <a:lnTo>
                    <a:pt x="8991" y="1147953"/>
                  </a:lnTo>
                  <a:lnTo>
                    <a:pt x="0" y="1166355"/>
                  </a:lnTo>
                  <a:lnTo>
                    <a:pt x="2692" y="1184529"/>
                  </a:lnTo>
                  <a:lnTo>
                    <a:pt x="14732" y="1198435"/>
                  </a:lnTo>
                  <a:lnTo>
                    <a:pt x="33756" y="1203960"/>
                  </a:lnTo>
                  <a:lnTo>
                    <a:pt x="41490" y="1203210"/>
                  </a:lnTo>
                  <a:lnTo>
                    <a:pt x="48844" y="1201089"/>
                  </a:lnTo>
                  <a:lnTo>
                    <a:pt x="55410" y="1197800"/>
                  </a:lnTo>
                  <a:lnTo>
                    <a:pt x="60807" y="1193546"/>
                  </a:lnTo>
                  <a:lnTo>
                    <a:pt x="1036294" y="81305"/>
                  </a:lnTo>
                  <a:lnTo>
                    <a:pt x="1810486" y="618617"/>
                  </a:lnTo>
                  <a:lnTo>
                    <a:pt x="1814677" y="622808"/>
                  </a:lnTo>
                  <a:lnTo>
                    <a:pt x="1823059" y="624840"/>
                  </a:lnTo>
                  <a:lnTo>
                    <a:pt x="1829282" y="624840"/>
                  </a:lnTo>
                  <a:lnTo>
                    <a:pt x="1849958" y="617753"/>
                  </a:lnTo>
                  <a:lnTo>
                    <a:pt x="1861134" y="600735"/>
                  </a:lnTo>
                  <a:lnTo>
                    <a:pt x="1861045" y="580212"/>
                  </a:lnTo>
                  <a:lnTo>
                    <a:pt x="1847951" y="562610"/>
                  </a:lnTo>
                  <a:lnTo>
                    <a:pt x="1220368" y="126009"/>
                  </a:lnTo>
                  <a:lnTo>
                    <a:pt x="2426563" y="472440"/>
                  </a:lnTo>
                  <a:lnTo>
                    <a:pt x="2434945" y="472440"/>
                  </a:lnTo>
                  <a:lnTo>
                    <a:pt x="2445321" y="470585"/>
                  </a:lnTo>
                  <a:lnTo>
                    <a:pt x="2454351" y="465416"/>
                  </a:lnTo>
                  <a:lnTo>
                    <a:pt x="2461463" y="457492"/>
                  </a:lnTo>
                  <a:lnTo>
                    <a:pt x="2466060" y="447421"/>
                  </a:lnTo>
                  <a:lnTo>
                    <a:pt x="2467737" y="4347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960119" y="1295400"/>
            <a:ext cx="7044055" cy="363220"/>
          </a:xfrm>
          <a:custGeom>
            <a:avLst/>
            <a:gdLst/>
            <a:ahLst/>
            <a:cxnLst/>
            <a:rect l="l" t="t" r="r" b="b"/>
            <a:pathLst>
              <a:path w="7044055" h="363219" extrusionOk="0">
                <a:moveTo>
                  <a:pt x="6862572" y="0"/>
                </a:moveTo>
                <a:lnTo>
                  <a:pt x="181356" y="0"/>
                </a:lnTo>
                <a:lnTo>
                  <a:pt x="133142" y="6475"/>
                </a:lnTo>
                <a:lnTo>
                  <a:pt x="89820" y="24750"/>
                </a:lnTo>
                <a:lnTo>
                  <a:pt x="53116" y="53101"/>
                </a:lnTo>
                <a:lnTo>
                  <a:pt x="24759" y="89803"/>
                </a:lnTo>
                <a:lnTo>
                  <a:pt x="6477" y="133129"/>
                </a:lnTo>
                <a:lnTo>
                  <a:pt x="0" y="181355"/>
                </a:lnTo>
                <a:lnTo>
                  <a:pt x="6477" y="229582"/>
                </a:lnTo>
                <a:lnTo>
                  <a:pt x="24759" y="272908"/>
                </a:lnTo>
                <a:lnTo>
                  <a:pt x="53116" y="309610"/>
                </a:lnTo>
                <a:lnTo>
                  <a:pt x="89820" y="337961"/>
                </a:lnTo>
                <a:lnTo>
                  <a:pt x="133142" y="356236"/>
                </a:lnTo>
                <a:lnTo>
                  <a:pt x="181356" y="362712"/>
                </a:lnTo>
                <a:lnTo>
                  <a:pt x="6862572" y="362712"/>
                </a:lnTo>
                <a:lnTo>
                  <a:pt x="6910798" y="356236"/>
                </a:lnTo>
                <a:lnTo>
                  <a:pt x="6954124" y="337961"/>
                </a:lnTo>
                <a:lnTo>
                  <a:pt x="6990826" y="309610"/>
                </a:lnTo>
                <a:lnTo>
                  <a:pt x="7019177" y="272908"/>
                </a:lnTo>
                <a:lnTo>
                  <a:pt x="7037452" y="229582"/>
                </a:lnTo>
                <a:lnTo>
                  <a:pt x="7043928" y="181355"/>
                </a:lnTo>
                <a:lnTo>
                  <a:pt x="7037452" y="133129"/>
                </a:lnTo>
                <a:lnTo>
                  <a:pt x="7019177" y="89803"/>
                </a:lnTo>
                <a:lnTo>
                  <a:pt x="6990826" y="53101"/>
                </a:lnTo>
                <a:lnTo>
                  <a:pt x="6954124" y="24750"/>
                </a:lnTo>
                <a:lnTo>
                  <a:pt x="6910798" y="6475"/>
                </a:lnTo>
                <a:lnTo>
                  <a:pt x="6862572" y="0"/>
                </a:lnTo>
                <a:close/>
              </a:path>
            </a:pathLst>
          </a:custGeom>
          <a:solidFill>
            <a:srgbClr val="F7796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625" rIns="0" bIns="0" anchor="t" anchorCtr="0">
            <a:spAutoFit/>
          </a:bodyPr>
          <a:lstStyle/>
          <a:p>
            <a:pPr marL="2705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Ignoring Files</a:t>
            </a:r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body" idx="1"/>
          </p:nvPr>
        </p:nvSpPr>
        <p:spPr>
          <a:xfrm>
            <a:off x="963269" y="2500817"/>
            <a:ext cx="10363200" cy="386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69900" marR="5080" lvl="0" indent="-457833" algn="l" rtl="0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2400"/>
              <a:buFont typeface="Helvetica Neue"/>
              <a:buChar char="●"/>
            </a:pPr>
            <a:r>
              <a:rPr lang="en-US"/>
              <a:t>Often,	you	will	have	a	class	of	files	that	you	don’t	want	git	to </a:t>
            </a:r>
            <a:r>
              <a:rPr lang="en-US">
                <a:solidFill>
                  <a:srgbClr val="DE4B36"/>
                </a:solidFill>
              </a:rPr>
              <a:t>automatically add </a:t>
            </a:r>
            <a:r>
              <a:rPr lang="en-US"/>
              <a:t>or even show to you as being untracked.</a:t>
            </a:r>
            <a:endParaRPr/>
          </a:p>
          <a:p>
            <a:pPr marL="469265" lvl="0" indent="-45656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DE4B36"/>
              </a:buClr>
              <a:buSzPts val="2400"/>
              <a:buFont typeface="Helvetica Neue"/>
              <a:buChar char="●"/>
            </a:pPr>
            <a:r>
              <a:rPr lang="en-US"/>
              <a:t>In such cases you can create a file called </a:t>
            </a:r>
            <a:r>
              <a:rPr lang="en-US">
                <a:solidFill>
                  <a:srgbClr val="DE4B36"/>
                </a:solidFill>
              </a:rPr>
              <a:t>.gitignore	</a:t>
            </a:r>
            <a:r>
              <a:rPr lang="en-US"/>
              <a:t>to contains all the</a:t>
            </a:r>
            <a:endParaRPr/>
          </a:p>
          <a:p>
            <a:pPr marL="46990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/>
              <a:t>unwanted files or directories.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endParaRPr/>
          </a:p>
          <a:p>
            <a:pPr marL="469265" lvl="0" indent="-456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2400"/>
              <a:buFont typeface="Quattrocento Sans"/>
              <a:buChar char="➔"/>
            </a:pPr>
            <a:r>
              <a:rPr lang="en-US"/>
              <a:t>cache/</a:t>
            </a:r>
            <a:endParaRPr/>
          </a:p>
          <a:p>
            <a:pPr marL="469265" lvl="0" indent="-456565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DE4B36"/>
              </a:buClr>
              <a:buSzPts val="2400"/>
              <a:buFont typeface="Quattrocento Sans"/>
              <a:buChar char="➔"/>
            </a:pPr>
            <a:r>
              <a:rPr lang="en-US"/>
              <a:t>logs/*.log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713676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forking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>
            <a:spLocks noGrp="1"/>
          </p:cNvSpPr>
          <p:nvPr>
            <p:ph type="title"/>
          </p:nvPr>
        </p:nvSpPr>
        <p:spPr>
          <a:xfrm>
            <a:off x="768807" y="893775"/>
            <a:ext cx="1907539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000000"/>
                </a:solidFill>
              </a:rPr>
              <a:t>Lab	2</a:t>
            </a:r>
            <a:endParaRPr sz="5300"/>
          </a:p>
        </p:txBody>
      </p:sp>
      <p:sp>
        <p:nvSpPr>
          <p:cNvPr id="220" name="Google Shape;220;p27"/>
          <p:cNvSpPr txBox="1"/>
          <p:nvPr/>
        </p:nvSpPr>
        <p:spPr>
          <a:xfrm>
            <a:off x="939800" y="1833499"/>
            <a:ext cx="8648100" cy="47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451484" lvl="0" indent="-4387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Create a new project on your local machine,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12444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then push it your remote repo.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1484" lvl="0" indent="-4387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Create two branches (dev &amp; test) then create one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12444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file on each branch, and push this branches to the remote repo.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1484" lvl="0" indent="-438784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DE4B36"/>
              </a:buClr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Merge this changes on Main branch locally and then push it to your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12444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remote main branch.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0850" lvl="0" indent="-43815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DE4B36"/>
              </a:buClr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Create an annotated tag with </a:t>
            </a:r>
            <a:r>
              <a:rPr lang="en-US" sz="2100" err="1">
                <a:latin typeface="Helvetica Neue"/>
                <a:ea typeface="Helvetica Neue"/>
                <a:cs typeface="Helvetica Neue"/>
                <a:sym typeface="Helvetica Neue"/>
              </a:rPr>
              <a:t>tagname</a:t>
            </a: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 (v1.7)</a:t>
            </a:r>
            <a:endParaRPr sz="2100">
              <a:latin typeface="Helvetica Neue"/>
              <a:ea typeface="Helvetica Neue"/>
              <a:cs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2100"/>
              <a:buFont typeface="Helvetica Neue"/>
              <a:buNone/>
            </a:pP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1484" lvl="0" indent="-4387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4B36"/>
              </a:buClr>
              <a:buSzPts val="2400"/>
              <a:buFont typeface="Helvetica Neue"/>
              <a:buChar char="●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Push it to the remote repository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1483" lvl="0" indent="-438783" algn="l" rtl="0">
              <a:lnSpc>
                <a:spcPct val="100000"/>
              </a:lnSpc>
              <a:spcBef>
                <a:spcPts val="2570"/>
              </a:spcBef>
              <a:spcAft>
                <a:spcPts val="0"/>
              </a:spcAft>
              <a:buClr>
                <a:srgbClr val="DE4B36"/>
              </a:buClr>
              <a:buSzPts val="2400"/>
              <a:buFont typeface="Helvetica Neue"/>
              <a:buChar char="●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Send an invitation to me “</a:t>
            </a:r>
            <a:r>
              <a:rPr lang="en-US" sz="24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nadamosatafa44127@gmail.com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1304" y="688848"/>
            <a:ext cx="1859279" cy="185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eab151aa0dcf0e19900e4f9f5a2634e6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a698e43cfee7f2d6bb3820b53aec397f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48FCDE-DC63-443C-A0EC-5C4DEB3867D9}">
  <ds:schemaRefs>
    <ds:schemaRef ds:uri="7473d3bc-240f-4a29-9442-65c9b41a6a64"/>
    <ds:schemaRef ds:uri="a9426f9f-2a6a-403d-9984-0f17e3e6377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E09155C-C443-43DF-8D3B-D368CCE43ED0}">
  <ds:schemaRefs>
    <ds:schemaRef ds:uri="7473d3bc-240f-4a29-9442-65c9b41a6a64"/>
    <ds:schemaRef ds:uri="a9426f9f-2a6a-403d-9984-0f17e3e637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EB2B91-5CE7-4B14-ADA9-A3E4FDF19F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Un doing things</vt:lpstr>
      <vt:lpstr>Un staging changes</vt:lpstr>
      <vt:lpstr>Undoing a Commit</vt:lpstr>
      <vt:lpstr>Add / Remove Remote Repo from existing project</vt:lpstr>
      <vt:lpstr>Push / Pull Remote Repo</vt:lpstr>
      <vt:lpstr>Branching</vt:lpstr>
      <vt:lpstr>Branchig</vt:lpstr>
      <vt:lpstr>Create a Remote Branch</vt:lpstr>
      <vt:lpstr>Remove a Branch</vt:lpstr>
      <vt:lpstr>Merging Branches</vt:lpstr>
      <vt:lpstr>Cherry-pic</vt:lpstr>
      <vt:lpstr>Pull Request</vt:lpstr>
      <vt:lpstr>Tagging &amp; Versioning</vt:lpstr>
      <vt:lpstr>Tags Types</vt:lpstr>
      <vt:lpstr>Push Tags</vt:lpstr>
      <vt:lpstr>Delete Tags</vt:lpstr>
      <vt:lpstr>Ignoring Files</vt:lpstr>
      <vt:lpstr>Ignoring Files</vt:lpstr>
      <vt:lpstr>forking</vt:lpstr>
      <vt:lpstr>Lab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2025-12-02T11:30:46Z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0x010100E569843BE9C8A54687BECE1C962241DE</vt:lpwstr>
  </property>
  <property fmtid="{D5CDD505-2E9C-101B-9397-08002B2CF9AE}" pid="3" name="MediaServiceImageTags">
    <vt:lpwstr/>
  </property>
</Properties>
</file>