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5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86" d="100"/>
          <a:sy n="86" d="100"/>
        </p:scale>
        <p:origin x="56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141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705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427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905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3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820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09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615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894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27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D526C9-A8C7-41E6-85BB-39F06C858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Progressive Web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50338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DD27-9B01-4CA6-C64D-8C91714F6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IndexedDB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F7AC3-6F33-19CA-E21C-083D87D39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IndexedDB</a:t>
            </a:r>
            <a:r>
              <a:rPr lang="en-US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 provides an </a:t>
            </a:r>
            <a:r>
              <a:rPr lang="en-US" sz="1800" b="1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object store</a:t>
            </a:r>
            <a:r>
              <a:rPr lang="en-US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 in the browser </a:t>
            </a:r>
            <a:endParaRPr lang="en-US" dirty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6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Non-relational database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6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Stores: JS objects, files, blobs,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548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437D9-8D2E-6832-2CC4-89A7F7846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IndexedDB</a:t>
            </a:r>
            <a:r>
              <a:rPr lang="en-US" dirty="0"/>
              <a:t>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9A634-747B-A162-EA56-EB5F5F612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3405FC-672E-6BA3-BCA4-E3967F342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370" y="2009220"/>
            <a:ext cx="779145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527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D63AB-C0B6-1772-7D26-DEF28A69C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Opening a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81E9D-6D6E-F147-6176-4F6A4CBF1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idb.open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(name, version, {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upgradeCallback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})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D7B2F5-3CE9-CBF3-5A11-5E06BB517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440" y="2734733"/>
            <a:ext cx="7610475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645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5043-2DF7-C853-033F-45D9642C0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object stores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C633F-6702-AAC0-6705-35665B3A0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5BAAF-ED95-23FB-F332-D82AF6271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124" y="2231283"/>
            <a:ext cx="7639050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380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4488B-3159-50DB-82E3-028F51CC9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an object store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E63EF5-238F-53CC-0E7B-9B80E587F9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2348410"/>
            <a:ext cx="10058400" cy="2001981"/>
          </a:xfrm>
        </p:spPr>
      </p:pic>
    </p:spTree>
    <p:extLst>
      <p:ext uri="{BB962C8B-B14F-4D97-AF65-F5344CB8AC3E}">
        <p14:creationId xmlns:p14="http://schemas.microsoft.com/office/powerpoint/2010/main" val="3513682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DEB51-DCC3-EA97-16A4-0AA003201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primary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BF696-C476-7384-AC00-C20C9553E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upgradeDb.createObjectStore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('people',  {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keyPath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: 'email’});</a:t>
            </a:r>
          </a:p>
          <a:p>
            <a:pPr marL="60960" indent="0" rtl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</a:t>
            </a:r>
          </a:p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upgradeDb.createObjectStore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('notes',  {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autoIncrement:true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});</a:t>
            </a:r>
          </a:p>
          <a:p>
            <a:pPr marL="60960" indent="0" rtl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Roboto" panose="02000000000000000000" pitchFamily="2" charset="0"/>
              </a:rPr>
              <a:t> </a:t>
            </a:r>
          </a:p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upgradeDb.createObjectStore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('logs',   {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keyPath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: 'id',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autoIncrement:true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});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658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C15F6-CE2E-B2F1-EAE6-A7B1B7503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indexes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AA1B12-68D4-A7C2-E64D-C1EBED424F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3288" y="2169319"/>
            <a:ext cx="7905750" cy="3638550"/>
          </a:xfrm>
        </p:spPr>
      </p:pic>
    </p:spTree>
    <p:extLst>
      <p:ext uri="{BB962C8B-B14F-4D97-AF65-F5344CB8AC3E}">
        <p14:creationId xmlns:p14="http://schemas.microsoft.com/office/powerpoint/2010/main" val="3325343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732BB-3D02-CC69-4CAE-59D7BC58B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indexes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CB451-CF62-4DBF-3BCF-4F0546BC8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48D7E4-CE3B-28BE-8D42-9090A9EB8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12" y="2509837"/>
            <a:ext cx="9934575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023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250384-14EF-A024-6712-B56B8AA23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data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67FECE-26B7-26F6-4DC9-A63F5B852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90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332DBC-DA02-61B4-AD37-7EB1ABBF2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C366B7-B40B-E3D6-8D9B-BBC6D809F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Add</a:t>
            </a:r>
          </a:p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Get</a:t>
            </a:r>
          </a:p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Put</a:t>
            </a:r>
          </a:p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Delete</a:t>
            </a:r>
          </a:p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 err="1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getAll</a:t>
            </a:r>
            <a:endParaRPr lang="en-US" sz="1800" dirty="0">
              <a:solidFill>
                <a:srgbClr val="424242"/>
              </a:solidFill>
              <a:latin typeface="Roboto" panose="02000000000000000000" pitchFamily="2" charset="0"/>
            </a:endParaRPr>
          </a:p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cursor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77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FD30A-509C-ACF8-2860-C5ED9662C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3BC27-6F09-8B2B-494E-337985D90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wrapper around a series of operations.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 ensure database integrity, all data manipulation functions (create, read, update and delete) must happen inside a transaction. 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transaction can be thought of as a safe wrapper around an operation or group of operations: If one of the actions within a transaction fail, all of the actions are rolled back.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Transactions are specific to one or more object stores, which we define when we open the transaction.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They can be read-only or read and write. This signifies whether the operations inside the transaction are reading data or making a change to the database.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879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E5CE1-7548-149A-F4DA-CBED8D828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0073C-3421-1C39-A70B-C3DA16BF4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Each data operation has this form: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b="0" dirty="0">
              <a:effectLst/>
            </a:endParaRPr>
          </a:p>
          <a:p>
            <a:pPr marL="1524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Get database object from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idb.open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524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Open transaction on database</a:t>
            </a:r>
          </a:p>
          <a:p>
            <a:pPr marL="1524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Open object store on transaction</a:t>
            </a:r>
          </a:p>
          <a:p>
            <a:pPr marL="1524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Optionally open index on object store</a:t>
            </a:r>
          </a:p>
          <a:p>
            <a:pPr marL="1524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Perform operation on object store or index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968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96D32-9946-C22B-AE3E-B7959398C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1D50B-6F8D-3661-D055-D2CBE2F64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example code:</a:t>
            </a:r>
            <a:endParaRPr lang="en-US" b="0" dirty="0">
              <a:effectLst/>
            </a:endParaRPr>
          </a:p>
          <a:p>
            <a:pPr marL="698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i="0" u="none" strike="noStrike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98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Calls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dbPromise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idb.open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which resolves to the database object</a:t>
            </a:r>
          </a:p>
          <a:p>
            <a:pPr marL="698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Creates a transaction on the database object, defining the ‘products’ object store as it’s scope</a:t>
            </a:r>
          </a:p>
          <a:p>
            <a:pPr marL="698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Opens the ‘products’ object store on the transaction</a:t>
            </a:r>
          </a:p>
          <a:p>
            <a:pPr marL="698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Add all products object to the object store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567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A85B8-5632-65A3-F4E4-57E28FB70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C9270-D0F1-8A76-7F1E-A114A8027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416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 first create a read-only transaction for the store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objectStore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 </a:t>
            </a:r>
          </a:p>
          <a:p>
            <a:pPr marL="26416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 then open the object store on the transaction and assign the resulting object store object to a variable. </a:t>
            </a:r>
          </a:p>
          <a:p>
            <a:pPr marL="26416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Finally, we return the content of the store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057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E10DE4-E086-D865-042F-F28AA859E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F294E9-E186-BE06-D7D8-B1051E421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CEC757-2AFC-D927-DBC6-775DA68C2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A2715B-D354-D4E3-1DCC-CD0AB7037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731" y="169461"/>
            <a:ext cx="7562850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461304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473d3bc-240f-4a29-9442-65c9b41a6a64" xsi:nil="true"/>
    <lcf76f155ced4ddcb4097134ff3c332f xmlns="a9426f9f-2a6a-403d-9984-0f17e3e6377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9843BE9C8A54687BECE1C962241DE" ma:contentTypeVersion="11" ma:contentTypeDescription="Create a new document." ma:contentTypeScope="" ma:versionID="5303da4859f7fb6205292a9a253e8484">
  <xsd:schema xmlns:xsd="http://www.w3.org/2001/XMLSchema" xmlns:xs="http://www.w3.org/2001/XMLSchema" xmlns:p="http://schemas.microsoft.com/office/2006/metadata/properties" xmlns:ns2="a9426f9f-2a6a-403d-9984-0f17e3e6377d" xmlns:ns3="7473d3bc-240f-4a29-9442-65c9b41a6a64" targetNamespace="http://schemas.microsoft.com/office/2006/metadata/properties" ma:root="true" ma:fieldsID="14178f852c0080faadb1e3533221e417" ns2:_="" ns3:_="">
    <xsd:import namespace="a9426f9f-2a6a-403d-9984-0f17e3e6377d"/>
    <xsd:import namespace="7473d3bc-240f-4a29-9442-65c9b41a6a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426f9f-2a6a-403d-9984-0f17e3e637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73d3bc-240f-4a29-9442-65c9b41a6a6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94b558b-03e8-420f-8500-4935e605024d}" ma:internalName="TaxCatchAll" ma:showField="CatchAllData" ma:web="7473d3bc-240f-4a29-9442-65c9b41a6a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F503EC-3FFF-4193-A86F-39150E2BAC7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E5ECA37-C458-4BA2-A090-D7A19E07B4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376F99-7EBE-4E33-98CA-4CBB63F6D8A9}"/>
</file>

<file path=docProps/app.xml><?xml version="1.0" encoding="utf-8"?>
<Properties xmlns="http://schemas.openxmlformats.org/officeDocument/2006/extended-properties" xmlns:vt="http://schemas.openxmlformats.org/officeDocument/2006/docPropsVTypes">
  <Template>{41C7FB51-F939-4816-8783-31C54940F46E}tf11429527_win32</Template>
  <TotalTime>911</TotalTime>
  <Words>359</Words>
  <Application>Microsoft Office PowerPoint</Application>
  <PresentationFormat>Widescreen</PresentationFormat>
  <Paragraphs>52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Bookman Old Style</vt:lpstr>
      <vt:lpstr>Calibri</vt:lpstr>
      <vt:lpstr>Franklin Gothic Book</vt:lpstr>
      <vt:lpstr>Roboto</vt:lpstr>
      <vt:lpstr>Wingdings</vt:lpstr>
      <vt:lpstr>1_RetrospectVTI</vt:lpstr>
      <vt:lpstr>Progressive Web App</vt:lpstr>
      <vt:lpstr>IndexedDB</vt:lpstr>
      <vt:lpstr>IndexedDB Structure</vt:lpstr>
      <vt:lpstr>Opening a database</vt:lpstr>
      <vt:lpstr>Create object stores</vt:lpstr>
      <vt:lpstr>Create an object store</vt:lpstr>
      <vt:lpstr>Defining primary key</vt:lpstr>
      <vt:lpstr>Adding indexes</vt:lpstr>
      <vt:lpstr>Defining indexes example</vt:lpstr>
      <vt:lpstr>Working with data</vt:lpstr>
      <vt:lpstr>Operations </vt:lpstr>
      <vt:lpstr>Transactions</vt:lpstr>
      <vt:lpstr>Working with data</vt:lpstr>
      <vt:lpstr>Add data</vt:lpstr>
      <vt:lpstr>Read data</vt:lpstr>
      <vt:lpstr>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Progressive Web App</dc:title>
  <dc:creator>Arwa Osama</dc:creator>
  <cp:lastModifiedBy>Arwa Osama</cp:lastModifiedBy>
  <cp:revision>7</cp:revision>
  <dcterms:created xsi:type="dcterms:W3CDTF">2022-04-04T00:11:53Z</dcterms:created>
  <dcterms:modified xsi:type="dcterms:W3CDTF">2022-05-12T03:28:28Z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0x010100E569843BE9C8A54687BECE1C962241DE</vt:lpwstr>
  </property>
</Properties>
</file>